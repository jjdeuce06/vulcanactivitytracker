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58" r:id="rId6"/>
    <p:sldId id="267" r:id="rId7"/>
    <p:sldId id="268" r:id="rId8"/>
    <p:sldId id="269" r:id="rId9"/>
    <p:sldId id="270" r:id="rId10"/>
    <p:sldId id="272" r:id="rId11"/>
    <p:sldId id="264" r:id="rId12"/>
    <p:sldId id="259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B216D2-F8DA-4105-B564-CD4DC1BB17F8}" v="3" dt="2026-02-21T22:02:04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Gerega" userId="bd3e1e46fb6a714b" providerId="LiveId" clId="{45F0C402-C550-4C82-B31D-5B32217A5E94}"/>
    <pc:docChg chg="custSel addSld delSld modSld">
      <pc:chgData name="John Gerega" userId="bd3e1e46fb6a714b" providerId="LiveId" clId="{45F0C402-C550-4C82-B31D-5B32217A5E94}" dt="2026-02-21T22:48:37.661" v="242" actId="20577"/>
      <pc:docMkLst>
        <pc:docMk/>
      </pc:docMkLst>
      <pc:sldChg chg="modSp mod">
        <pc:chgData name="John Gerega" userId="bd3e1e46fb6a714b" providerId="LiveId" clId="{45F0C402-C550-4C82-B31D-5B32217A5E94}" dt="2026-02-21T22:48:37.661" v="242" actId="20577"/>
        <pc:sldMkLst>
          <pc:docMk/>
          <pc:sldMk cId="2561402868" sldId="264"/>
        </pc:sldMkLst>
        <pc:graphicFrameChg chg="modGraphic">
          <ac:chgData name="John Gerega" userId="bd3e1e46fb6a714b" providerId="LiveId" clId="{45F0C402-C550-4C82-B31D-5B32217A5E94}" dt="2026-02-21T22:48:37.661" v="242" actId="20577"/>
          <ac:graphicFrameMkLst>
            <pc:docMk/>
            <pc:sldMk cId="2561402868" sldId="264"/>
            <ac:graphicFrameMk id="27" creationId="{D6B93F0B-FEB0-EDAB-CFE1-A57DEFE97FCD}"/>
          </ac:graphicFrameMkLst>
        </pc:graphicFrameChg>
      </pc:sldChg>
      <pc:sldChg chg="modSp mod">
        <pc:chgData name="John Gerega" userId="bd3e1e46fb6a714b" providerId="LiveId" clId="{45F0C402-C550-4C82-B31D-5B32217A5E94}" dt="2026-02-17T12:42:35.112" v="95" actId="20577"/>
        <pc:sldMkLst>
          <pc:docMk/>
          <pc:sldMk cId="2428741132" sldId="265"/>
        </pc:sldMkLst>
        <pc:spChg chg="mod">
          <ac:chgData name="John Gerega" userId="bd3e1e46fb6a714b" providerId="LiveId" clId="{45F0C402-C550-4C82-B31D-5B32217A5E94}" dt="2026-02-17T12:42:35.112" v="95" actId="20577"/>
          <ac:spMkLst>
            <pc:docMk/>
            <pc:sldMk cId="2428741132" sldId="265"/>
            <ac:spMk id="8" creationId="{7A067979-B2B3-BD33-28AB-42AF2BBE1977}"/>
          </ac:spMkLst>
        </pc:spChg>
      </pc:sldChg>
      <pc:sldChg chg="new del">
        <pc:chgData name="John Gerega" userId="bd3e1e46fb6a714b" providerId="LiveId" clId="{45F0C402-C550-4C82-B31D-5B32217A5E94}" dt="2026-02-21T22:41:44.853" v="98" actId="2696"/>
        <pc:sldMkLst>
          <pc:docMk/>
          <pc:sldMk cId="1717925131" sldId="271"/>
        </pc:sldMkLst>
      </pc:sldChg>
      <pc:sldChg chg="addSp delSp modSp add mod">
        <pc:chgData name="John Gerega" userId="bd3e1e46fb6a714b" providerId="LiveId" clId="{45F0C402-C550-4C82-B31D-5B32217A5E94}" dt="2026-02-21T22:43:48.767" v="128" actId="1076"/>
        <pc:sldMkLst>
          <pc:docMk/>
          <pc:sldMk cId="1959591244" sldId="272"/>
        </pc:sldMkLst>
        <pc:spChg chg="mod">
          <ac:chgData name="John Gerega" userId="bd3e1e46fb6a714b" providerId="LiveId" clId="{45F0C402-C550-4C82-B31D-5B32217A5E94}" dt="2026-02-21T22:41:51.460" v="116" actId="20577"/>
          <ac:spMkLst>
            <pc:docMk/>
            <pc:sldMk cId="1959591244" sldId="272"/>
            <ac:spMk id="2" creationId="{099C8DA2-EE26-0E2B-26FD-FFC5E5041A61}"/>
          </ac:spMkLst>
        </pc:spChg>
        <pc:picChg chg="add mod modCrop">
          <ac:chgData name="John Gerega" userId="bd3e1e46fb6a714b" providerId="LiveId" clId="{45F0C402-C550-4C82-B31D-5B32217A5E94}" dt="2026-02-21T22:43:17.823" v="124" actId="1076"/>
          <ac:picMkLst>
            <pc:docMk/>
            <pc:sldMk cId="1959591244" sldId="272"/>
            <ac:picMk id="4" creationId="{CCED76B3-5D08-6433-E618-7FFBAB0D0CB6}"/>
          </ac:picMkLst>
        </pc:picChg>
        <pc:picChg chg="del">
          <ac:chgData name="John Gerega" userId="bd3e1e46fb6a714b" providerId="LiveId" clId="{45F0C402-C550-4C82-B31D-5B32217A5E94}" dt="2026-02-21T22:41:52.809" v="117" actId="478"/>
          <ac:picMkLst>
            <pc:docMk/>
            <pc:sldMk cId="1959591244" sldId="272"/>
            <ac:picMk id="5" creationId="{FCCB0CD2-0853-7A98-02E3-16940BD2E7CF}"/>
          </ac:picMkLst>
        </pc:picChg>
        <pc:picChg chg="add mod">
          <ac:chgData name="John Gerega" userId="bd3e1e46fb6a714b" providerId="LiveId" clId="{45F0C402-C550-4C82-B31D-5B32217A5E94}" dt="2026-02-21T22:43:48.767" v="128" actId="1076"/>
          <ac:picMkLst>
            <pc:docMk/>
            <pc:sldMk cId="1959591244" sldId="272"/>
            <ac:picMk id="7" creationId="{6AFD8A7A-3090-ED8B-67D3-000C50B08325}"/>
          </ac:picMkLst>
        </pc:picChg>
      </pc:sldChg>
    </pc:docChg>
  </pc:docChgLst>
  <pc:docChgLst>
    <pc:chgData name="Margo Bonal" userId="18c9fa0f-b53d-478b-9dc0-6ad88786c19f" providerId="ADAL" clId="{93D479E5-F67F-4B8A-A78F-A0B574A116B6}"/>
    <pc:docChg chg="undo custSel addSld modSld">
      <pc:chgData name="Margo Bonal" userId="18c9fa0f-b53d-478b-9dc0-6ad88786c19f" providerId="ADAL" clId="{93D479E5-F67F-4B8A-A78F-A0B574A116B6}" dt="2026-02-21T22:02:52.738" v="1754" actId="21"/>
      <pc:docMkLst>
        <pc:docMk/>
      </pc:docMkLst>
      <pc:sldChg chg="addSp delSp modSp new mod setBg">
        <pc:chgData name="Margo Bonal" userId="18c9fa0f-b53d-478b-9dc0-6ad88786c19f" providerId="ADAL" clId="{93D479E5-F67F-4B8A-A78F-A0B574A116B6}" dt="2026-01-22T19:12:02.971" v="227" actId="26606"/>
        <pc:sldMkLst>
          <pc:docMk/>
          <pc:sldMk cId="1562194928" sldId="256"/>
        </pc:sldMkLst>
        <pc:spChg chg="mo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" creationId="{7E1F449D-2BD2-97B5-DCE5-EA7AA820BE81}"/>
          </ac:spMkLst>
        </pc:spChg>
        <pc:spChg chg="mo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3" creationId="{BFFB11B0-F653-A213-DE0D-88B0308AFCD4}"/>
          </ac:spMkLst>
        </pc:spChg>
        <pc:spChg chg="ad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0" creationId="{934F1179-B481-4F9E-BCA3-AFB972070F83}"/>
          </ac:spMkLst>
        </pc:spChg>
        <pc:spChg chg="ad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1" creationId="{827DC2C4-B485-428A-BF4A-472D2967F47F}"/>
          </ac:spMkLst>
        </pc:spChg>
        <pc:spChg chg="ad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2" creationId="{EE04B5EB-F158-4507-90DD-BD23620C7CC9}"/>
          </ac:spMkLst>
        </pc:spChg>
      </pc:sldChg>
      <pc:sldChg chg="addSp delSp modSp new mod setBg">
        <pc:chgData name="Margo Bonal" userId="18c9fa0f-b53d-478b-9dc0-6ad88786c19f" providerId="ADAL" clId="{93D479E5-F67F-4B8A-A78F-A0B574A116B6}" dt="2026-01-23T14:29:37.986" v="725" actId="207"/>
        <pc:sldMkLst>
          <pc:docMk/>
          <pc:sldMk cId="850630602" sldId="257"/>
        </pc:sldMkLst>
        <pc:spChg chg="mod">
          <ac:chgData name="Margo Bonal" userId="18c9fa0f-b53d-478b-9dc0-6ad88786c19f" providerId="ADAL" clId="{93D479E5-F67F-4B8A-A78F-A0B574A116B6}" dt="2026-01-22T19:33:58.342" v="451" actId="14100"/>
          <ac:spMkLst>
            <pc:docMk/>
            <pc:sldMk cId="850630602" sldId="257"/>
            <ac:spMk id="2" creationId="{F4D47601-A3D5-5EAD-C1BB-4EBE55051F15}"/>
          </ac:spMkLst>
        </pc:spChg>
        <pc:spChg chg="mod">
          <ac:chgData name="Margo Bonal" userId="18c9fa0f-b53d-478b-9dc0-6ad88786c19f" providerId="ADAL" clId="{93D479E5-F67F-4B8A-A78F-A0B574A116B6}" dt="2026-01-23T14:29:37.986" v="725" actId="207"/>
          <ac:spMkLst>
            <pc:docMk/>
            <pc:sldMk cId="850630602" sldId="257"/>
            <ac:spMk id="3" creationId="{3AD821AA-AA04-E3EB-5027-44FA0EFD591D}"/>
          </ac:spMkLst>
        </pc:spChg>
        <pc:spChg chg="add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21" creationId="{9C7E0A2C-7C0A-4AAC-B3B0-6C12B2EBAE05}"/>
          </ac:spMkLst>
        </pc:spChg>
        <pc:spChg chg="add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22" creationId="{5EB7D2A2-F448-44D4-938C-DC84CBCB3B1E}"/>
          </ac:spMkLst>
        </pc:spChg>
        <pc:spChg chg="add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23" creationId="{871AEA07-1E14-44B4-8E55-64EF049CD66F}"/>
          </ac:spMkLst>
        </pc:spChg>
        <pc:cxnChg chg="add">
          <ac:chgData name="Margo Bonal" userId="18c9fa0f-b53d-478b-9dc0-6ad88786c19f" providerId="ADAL" clId="{93D479E5-F67F-4B8A-A78F-A0B574A116B6}" dt="2026-01-22T19:33:55.456" v="450" actId="26606"/>
          <ac:cxnSpMkLst>
            <pc:docMk/>
            <pc:sldMk cId="850630602" sldId="257"/>
            <ac:cxnSpMk id="25" creationId="{F7C8EA93-3210-4C62-99E9-153C275E3A87}"/>
          </ac:cxnSpMkLst>
        </pc:cxnChg>
      </pc:sldChg>
      <pc:sldChg chg="addSp delSp modSp new mod setBg">
        <pc:chgData name="Margo Bonal" userId="18c9fa0f-b53d-478b-9dc0-6ad88786c19f" providerId="ADAL" clId="{93D479E5-F67F-4B8A-A78F-A0B574A116B6}" dt="2026-02-21T21:31:11.749" v="1042" actId="1076"/>
        <pc:sldMkLst>
          <pc:docMk/>
          <pc:sldMk cId="2065992260" sldId="258"/>
        </pc:sldMkLst>
        <pc:spChg chg="add">
          <ac:chgData name="Margo Bonal" userId="18c9fa0f-b53d-478b-9dc0-6ad88786c19f" providerId="ADAL" clId="{93D479E5-F67F-4B8A-A78F-A0B574A116B6}" dt="2026-01-22T19:34:58.880" v="453" actId="26606"/>
          <ac:spMkLst>
            <pc:docMk/>
            <pc:sldMk cId="2065992260" sldId="258"/>
            <ac:spMk id="5" creationId="{D5B339F4-93B9-4E04-9721-143AD6782EA9}"/>
          </ac:spMkLst>
        </pc:spChg>
        <pc:spChg chg="add">
          <ac:chgData name="Margo Bonal" userId="18c9fa0f-b53d-478b-9dc0-6ad88786c19f" providerId="ADAL" clId="{93D479E5-F67F-4B8A-A78F-A0B574A116B6}" dt="2026-01-22T19:34:58.880" v="453" actId="26606"/>
          <ac:spMkLst>
            <pc:docMk/>
            <pc:sldMk cId="2065992260" sldId="258"/>
            <ac:spMk id="14" creationId="{871AEA07-1E14-44B4-8E55-64EF049CD66F}"/>
          </ac:spMkLst>
        </pc:spChg>
        <pc:spChg chg="mod">
          <ac:chgData name="Margo Bonal" userId="18c9fa0f-b53d-478b-9dc0-6ad88786c19f" providerId="ADAL" clId="{93D479E5-F67F-4B8A-A78F-A0B574A116B6}" dt="2026-02-21T21:31:11.749" v="1042" actId="1076"/>
          <ac:spMkLst>
            <pc:docMk/>
            <pc:sldMk cId="2065992260" sldId="258"/>
            <ac:spMk id="16" creationId="{1BFE9597-EE45-D183-9C43-FB508195BFBC}"/>
          </ac:spMkLst>
        </pc:spChg>
        <pc:grpChg chg="add">
          <ac:chgData name="Margo Bonal" userId="18c9fa0f-b53d-478b-9dc0-6ad88786c19f" providerId="ADAL" clId="{93D479E5-F67F-4B8A-A78F-A0B574A116B6}" dt="2026-01-22T19:34:58.880" v="453" actId="26606"/>
          <ac:grpSpMkLst>
            <pc:docMk/>
            <pc:sldMk cId="2065992260" sldId="258"/>
            <ac:grpSpMk id="6" creationId="{8734DDD3-F723-4DD3-8ABE-EC0B2AC87D74}"/>
          </ac:grpSpMkLst>
        </pc:grpChg>
      </pc:sldChg>
      <pc:sldChg chg="addSp delSp modSp new mod setBg">
        <pc:chgData name="Margo Bonal" userId="18c9fa0f-b53d-478b-9dc0-6ad88786c19f" providerId="ADAL" clId="{93D479E5-F67F-4B8A-A78F-A0B574A116B6}" dt="2026-01-23T14:39:22.112" v="812" actId="14100"/>
        <pc:sldMkLst>
          <pc:docMk/>
          <pc:sldMk cId="3713997872" sldId="259"/>
        </pc:sldMkLst>
        <pc:spChg chg="mo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2" creationId="{7523CF74-09B7-84B3-F859-D7073DC1C80F}"/>
          </ac:spMkLst>
        </pc:spChg>
        <pc:spChg chg="mo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3" creationId="{C605E30C-3490-D1E3-740D-40AD5E393958}"/>
          </ac:spMkLst>
        </pc:spChg>
        <pc:spChg chg="ad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28" creationId="{C1A1C5D3-C053-4EE9-BE1A-419B6E27CCAE}"/>
          </ac:spMkLst>
        </pc:spChg>
        <pc:spChg chg="ad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30" creationId="{A3473CF9-37EB-43E7-89EF-D2D1C53D1DAC}"/>
          </ac:spMkLst>
        </pc:spChg>
        <pc:spChg chg="ad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32" creationId="{586B4EF9-43BA-4655-A6FF-1D8E21574C95}"/>
          </ac:spMkLst>
        </pc:spChg>
      </pc:sldChg>
      <pc:sldChg chg="addSp delSp modSp new mod setBg">
        <pc:chgData name="Margo Bonal" userId="18c9fa0f-b53d-478b-9dc0-6ad88786c19f" providerId="ADAL" clId="{93D479E5-F67F-4B8A-A78F-A0B574A116B6}" dt="2026-01-23T14:41:10.976" v="829" actId="207"/>
        <pc:sldMkLst>
          <pc:docMk/>
          <pc:sldMk cId="3921983173" sldId="260"/>
        </pc:sldMkLst>
        <pc:spChg chg="mod">
          <ac:chgData name="Margo Bonal" userId="18c9fa0f-b53d-478b-9dc0-6ad88786c19f" providerId="ADAL" clId="{93D479E5-F67F-4B8A-A78F-A0B574A116B6}" dt="2026-01-23T14:41:10.976" v="829" actId="207"/>
          <ac:spMkLst>
            <pc:docMk/>
            <pc:sldMk cId="3921983173" sldId="260"/>
            <ac:spMk id="2" creationId="{9C9AD6B9-1CEE-7976-0BB7-22F5E9535735}"/>
          </ac:spMkLst>
        </pc:spChg>
        <pc:spChg chg="add">
          <ac:chgData name="Margo Bonal" userId="18c9fa0f-b53d-478b-9dc0-6ad88786c19f" providerId="ADAL" clId="{93D479E5-F67F-4B8A-A78F-A0B574A116B6}" dt="2026-01-23T14:40:32.079" v="827" actId="26606"/>
          <ac:spMkLst>
            <pc:docMk/>
            <pc:sldMk cId="3921983173" sldId="260"/>
            <ac:spMk id="7" creationId="{9C7E0A2C-7C0A-4AAC-B3B0-6C12B2EBAE05}"/>
          </ac:spMkLst>
        </pc:spChg>
        <pc:spChg chg="add">
          <ac:chgData name="Margo Bonal" userId="18c9fa0f-b53d-478b-9dc0-6ad88786c19f" providerId="ADAL" clId="{93D479E5-F67F-4B8A-A78F-A0B574A116B6}" dt="2026-01-23T14:40:32.079" v="827" actId="26606"/>
          <ac:spMkLst>
            <pc:docMk/>
            <pc:sldMk cId="3921983173" sldId="260"/>
            <ac:spMk id="9" creationId="{5EB7D2A2-F448-44D4-938C-DC84CBCB3B1E}"/>
          </ac:spMkLst>
        </pc:spChg>
        <pc:spChg chg="add">
          <ac:chgData name="Margo Bonal" userId="18c9fa0f-b53d-478b-9dc0-6ad88786c19f" providerId="ADAL" clId="{93D479E5-F67F-4B8A-A78F-A0B574A116B6}" dt="2026-01-23T14:40:32.079" v="827" actId="26606"/>
          <ac:spMkLst>
            <pc:docMk/>
            <pc:sldMk cId="3921983173" sldId="260"/>
            <ac:spMk id="11" creationId="{871AEA07-1E14-44B4-8E55-64EF049CD66F}"/>
          </ac:spMkLst>
        </pc:spChg>
        <pc:cxnChg chg="add">
          <ac:chgData name="Margo Bonal" userId="18c9fa0f-b53d-478b-9dc0-6ad88786c19f" providerId="ADAL" clId="{93D479E5-F67F-4B8A-A78F-A0B574A116B6}" dt="2026-01-23T14:40:32.079" v="827" actId="26606"/>
          <ac:cxnSpMkLst>
            <pc:docMk/>
            <pc:sldMk cId="3921983173" sldId="260"/>
            <ac:cxnSpMk id="13" creationId="{F7C8EA93-3210-4C62-99E9-153C275E3A87}"/>
          </ac:cxnSpMkLst>
        </pc:cxnChg>
      </pc:sldChg>
      <pc:sldChg chg="modSp mod">
        <pc:chgData name="Margo Bonal" userId="18c9fa0f-b53d-478b-9dc0-6ad88786c19f" providerId="ADAL" clId="{93D479E5-F67F-4B8A-A78F-A0B574A116B6}" dt="2026-02-20T16:43:26.197" v="1006" actId="20577"/>
        <pc:sldMkLst>
          <pc:docMk/>
          <pc:sldMk cId="2561402868" sldId="264"/>
        </pc:sldMkLst>
        <pc:spChg chg="mod">
          <ac:chgData name="Margo Bonal" userId="18c9fa0f-b53d-478b-9dc0-6ad88786c19f" providerId="ADAL" clId="{93D479E5-F67F-4B8A-A78F-A0B574A116B6}" dt="2026-02-20T16:43:18.756" v="1003" actId="20577"/>
          <ac:spMkLst>
            <pc:docMk/>
            <pc:sldMk cId="2561402868" sldId="264"/>
            <ac:spMk id="9" creationId="{D6D36DC8-D9BF-8C26-69EA-ED89E34DB644}"/>
          </ac:spMkLst>
        </pc:spChg>
        <pc:graphicFrameChg chg="modGraphic">
          <ac:chgData name="Margo Bonal" userId="18c9fa0f-b53d-478b-9dc0-6ad88786c19f" providerId="ADAL" clId="{93D479E5-F67F-4B8A-A78F-A0B574A116B6}" dt="2026-02-20T16:43:26.197" v="1006" actId="20577"/>
          <ac:graphicFrameMkLst>
            <pc:docMk/>
            <pc:sldMk cId="2561402868" sldId="264"/>
            <ac:graphicFrameMk id="27" creationId="{D6B93F0B-FEB0-EDAB-CFE1-A57DEFE97FCD}"/>
          </ac:graphicFrameMkLst>
        </pc:graphicFrameChg>
      </pc:sldChg>
      <pc:sldChg chg="modSp mod">
        <pc:chgData name="Margo Bonal" userId="18c9fa0f-b53d-478b-9dc0-6ad88786c19f" providerId="ADAL" clId="{93D479E5-F67F-4B8A-A78F-A0B574A116B6}" dt="2026-02-21T21:42:54.604" v="1468" actId="20577"/>
        <pc:sldMkLst>
          <pc:docMk/>
          <pc:sldMk cId="2428741132" sldId="265"/>
        </pc:sldMkLst>
        <pc:spChg chg="mod">
          <ac:chgData name="Margo Bonal" userId="18c9fa0f-b53d-478b-9dc0-6ad88786c19f" providerId="ADAL" clId="{93D479E5-F67F-4B8A-A78F-A0B574A116B6}" dt="2026-02-21T21:42:54.604" v="1468" actId="20577"/>
          <ac:spMkLst>
            <pc:docMk/>
            <pc:sldMk cId="2428741132" sldId="265"/>
            <ac:spMk id="8" creationId="{7A067979-B2B3-BD33-28AB-42AF2BBE1977}"/>
          </ac:spMkLst>
        </pc:spChg>
      </pc:sldChg>
      <pc:sldChg chg="addSp modSp mod">
        <pc:chgData name="Margo Bonal" userId="18c9fa0f-b53d-478b-9dc0-6ad88786c19f" providerId="ADAL" clId="{93D479E5-F67F-4B8A-A78F-A0B574A116B6}" dt="2026-02-21T21:46:58.650" v="1616" actId="20577"/>
        <pc:sldMkLst>
          <pc:docMk/>
          <pc:sldMk cId="3526335932" sldId="266"/>
        </pc:sldMkLst>
        <pc:spChg chg="add mod">
          <ac:chgData name="Margo Bonal" userId="18c9fa0f-b53d-478b-9dc0-6ad88786c19f" providerId="ADAL" clId="{93D479E5-F67F-4B8A-A78F-A0B574A116B6}" dt="2026-02-21T21:46:58.650" v="1616" actId="20577"/>
          <ac:spMkLst>
            <pc:docMk/>
            <pc:sldMk cId="3526335932" sldId="266"/>
            <ac:spMk id="2" creationId="{FB4EC798-8386-CB36-1C33-949CA6568550}"/>
          </ac:spMkLst>
        </pc:spChg>
        <pc:spChg chg="mod">
          <ac:chgData name="Margo Bonal" userId="18c9fa0f-b53d-478b-9dc0-6ad88786c19f" providerId="ADAL" clId="{93D479E5-F67F-4B8A-A78F-A0B574A116B6}" dt="2026-02-21T21:43:23.815" v="1529" actId="20577"/>
          <ac:spMkLst>
            <pc:docMk/>
            <pc:sldMk cId="3526335932" sldId="266"/>
            <ac:spMk id="4" creationId="{86ED9EE4-56A8-6AFD-BE9A-A35D2ABC59A0}"/>
          </ac:spMkLst>
        </pc:spChg>
        <pc:spChg chg="mod">
          <ac:chgData name="Margo Bonal" userId="18c9fa0f-b53d-478b-9dc0-6ad88786c19f" providerId="ADAL" clId="{93D479E5-F67F-4B8A-A78F-A0B574A116B6}" dt="2026-02-20T15:51:55.089" v="1001" actId="20577"/>
          <ac:spMkLst>
            <pc:docMk/>
            <pc:sldMk cId="3526335932" sldId="266"/>
            <ac:spMk id="5" creationId="{E40DC201-0466-5D58-2422-48A1842C6A76}"/>
          </ac:spMkLst>
        </pc:spChg>
        <pc:spChg chg="mod">
          <ac:chgData name="Margo Bonal" userId="18c9fa0f-b53d-478b-9dc0-6ad88786c19f" providerId="ADAL" clId="{93D479E5-F67F-4B8A-A78F-A0B574A116B6}" dt="2026-02-20T15:51:28.008" v="998" actId="1076"/>
          <ac:spMkLst>
            <pc:docMk/>
            <pc:sldMk cId="3526335932" sldId="266"/>
            <ac:spMk id="8" creationId="{24AA2B82-D640-63C8-0949-8D61BA43585E}"/>
          </ac:spMkLst>
        </pc:spChg>
        <pc:spChg chg="mod">
          <ac:chgData name="Margo Bonal" userId="18c9fa0f-b53d-478b-9dc0-6ad88786c19f" providerId="ADAL" clId="{93D479E5-F67F-4B8A-A78F-A0B574A116B6}" dt="2026-02-20T15:51:41.661" v="999" actId="1076"/>
          <ac:spMkLst>
            <pc:docMk/>
            <pc:sldMk cId="3526335932" sldId="266"/>
            <ac:spMk id="11" creationId="{D6DB2568-1D7A-1154-06D4-C4FEF3D291A5}"/>
          </ac:spMkLst>
        </pc:spChg>
      </pc:sldChg>
      <pc:sldChg chg="addSp delSp modSp new mod setBg">
        <pc:chgData name="Margo Bonal" userId="18c9fa0f-b53d-478b-9dc0-6ad88786c19f" providerId="ADAL" clId="{93D479E5-F67F-4B8A-A78F-A0B574A116B6}" dt="2026-02-21T22:02:24.466" v="1749" actId="21"/>
        <pc:sldMkLst>
          <pc:docMk/>
          <pc:sldMk cId="3667650440" sldId="267"/>
        </pc:sldMkLst>
        <pc:spChg chg="mod">
          <ac:chgData name="Margo Bonal" userId="18c9fa0f-b53d-478b-9dc0-6ad88786c19f" providerId="ADAL" clId="{93D479E5-F67F-4B8A-A78F-A0B574A116B6}" dt="2026-02-21T22:02:15.919" v="1747" actId="122"/>
          <ac:spMkLst>
            <pc:docMk/>
            <pc:sldMk cId="3667650440" sldId="267"/>
            <ac:spMk id="2" creationId="{DA0954DF-016C-D845-8992-C5BD91CB8DFF}"/>
          </ac:spMkLst>
        </pc:spChg>
        <pc:spChg chg="del mod">
          <ac:chgData name="Margo Bonal" userId="18c9fa0f-b53d-478b-9dc0-6ad88786c19f" providerId="ADAL" clId="{93D479E5-F67F-4B8A-A78F-A0B574A116B6}" dt="2026-02-21T22:02:20.383" v="1748" actId="21"/>
          <ac:spMkLst>
            <pc:docMk/>
            <pc:sldMk cId="3667650440" sldId="267"/>
            <ac:spMk id="3" creationId="{F8B4E830-C5F8-EA49-2869-688ACF76EBF8}"/>
          </ac:spMkLst>
        </pc:spChg>
        <pc:spChg chg="add del mod">
          <ac:chgData name="Margo Bonal" userId="18c9fa0f-b53d-478b-9dc0-6ad88786c19f" providerId="ADAL" clId="{93D479E5-F67F-4B8A-A78F-A0B574A116B6}" dt="2026-02-21T22:02:24.466" v="1749" actId="21"/>
          <ac:spMkLst>
            <pc:docMk/>
            <pc:sldMk cId="3667650440" sldId="267"/>
            <ac:spMk id="9" creationId="{BEE1B22B-DB10-C70F-FB1E-F54FEC8885AA}"/>
          </ac:spMkLst>
        </pc:spChg>
        <pc:spChg chg="add del">
          <ac:chgData name="Margo Bonal" userId="18c9fa0f-b53d-478b-9dc0-6ad88786c19f" providerId="ADAL" clId="{93D479E5-F67F-4B8A-A78F-A0B574A116B6}" dt="2026-02-21T21:49:36.892" v="1621" actId="26606"/>
          <ac:spMkLst>
            <pc:docMk/>
            <pc:sldMk cId="3667650440" sldId="267"/>
            <ac:spMk id="12" creationId="{2151139A-886F-4B97-8815-729AD3831BBD}"/>
          </ac:spMkLst>
        </pc:spChg>
        <pc:spChg chg="add del">
          <ac:chgData name="Margo Bonal" userId="18c9fa0f-b53d-478b-9dc0-6ad88786c19f" providerId="ADAL" clId="{93D479E5-F67F-4B8A-A78F-A0B574A116B6}" dt="2026-02-21T21:49:36.892" v="1621" actId="26606"/>
          <ac:spMkLst>
            <pc:docMk/>
            <pc:sldMk cId="3667650440" sldId="267"/>
            <ac:spMk id="14" creationId="{5428AC11-BFDF-42EF-80FF-717BBF909067}"/>
          </ac:spMkLst>
        </pc:spChg>
        <pc:spChg chg="add del">
          <ac:chgData name="Margo Bonal" userId="18c9fa0f-b53d-478b-9dc0-6ad88786c19f" providerId="ADAL" clId="{93D479E5-F67F-4B8A-A78F-A0B574A116B6}" dt="2026-02-21T21:49:36.892" v="1621" actId="26606"/>
          <ac:spMkLst>
            <pc:docMk/>
            <pc:sldMk cId="3667650440" sldId="267"/>
            <ac:spMk id="16" creationId="{2CC56AF6-38E4-490B-8E2B-1A1037B4EDD4}"/>
          </ac:spMkLst>
        </pc:spChg>
        <pc:spChg chg="add del">
          <ac:chgData name="Margo Bonal" userId="18c9fa0f-b53d-478b-9dc0-6ad88786c19f" providerId="ADAL" clId="{93D479E5-F67F-4B8A-A78F-A0B574A116B6}" dt="2026-02-21T21:49:36.892" v="1621" actId="26606"/>
          <ac:spMkLst>
            <pc:docMk/>
            <pc:sldMk cId="3667650440" sldId="267"/>
            <ac:spMk id="18" creationId="{2339A6F5-AD6A-4D80-8AD9-6290D13AC49F}"/>
          </ac:spMkLst>
        </pc:spChg>
        <pc:spChg chg="add">
          <ac:chgData name="Margo Bonal" userId="18c9fa0f-b53d-478b-9dc0-6ad88786c19f" providerId="ADAL" clId="{93D479E5-F67F-4B8A-A78F-A0B574A116B6}" dt="2026-02-21T21:49:36.921" v="1622" actId="26606"/>
          <ac:spMkLst>
            <pc:docMk/>
            <pc:sldMk cId="3667650440" sldId="267"/>
            <ac:spMk id="20" creationId="{2151139A-886F-4B97-8815-729AD3831BBD}"/>
          </ac:spMkLst>
        </pc:spChg>
        <pc:spChg chg="add">
          <ac:chgData name="Margo Bonal" userId="18c9fa0f-b53d-478b-9dc0-6ad88786c19f" providerId="ADAL" clId="{93D479E5-F67F-4B8A-A78F-A0B574A116B6}" dt="2026-02-21T21:49:36.921" v="1622" actId="26606"/>
          <ac:spMkLst>
            <pc:docMk/>
            <pc:sldMk cId="3667650440" sldId="267"/>
            <ac:spMk id="21" creationId="{5428AC11-BFDF-42EF-80FF-717BBF909067}"/>
          </ac:spMkLst>
        </pc:spChg>
        <pc:spChg chg="add">
          <ac:chgData name="Margo Bonal" userId="18c9fa0f-b53d-478b-9dc0-6ad88786c19f" providerId="ADAL" clId="{93D479E5-F67F-4B8A-A78F-A0B574A116B6}" dt="2026-02-21T21:49:36.921" v="1622" actId="26606"/>
          <ac:spMkLst>
            <pc:docMk/>
            <pc:sldMk cId="3667650440" sldId="267"/>
            <ac:spMk id="22" creationId="{2CC56AF6-38E4-490B-8E2B-1A1037B4EDD4}"/>
          </ac:spMkLst>
        </pc:spChg>
        <pc:spChg chg="add">
          <ac:chgData name="Margo Bonal" userId="18c9fa0f-b53d-478b-9dc0-6ad88786c19f" providerId="ADAL" clId="{93D479E5-F67F-4B8A-A78F-A0B574A116B6}" dt="2026-02-21T21:49:36.921" v="1622" actId="26606"/>
          <ac:spMkLst>
            <pc:docMk/>
            <pc:sldMk cId="3667650440" sldId="267"/>
            <ac:spMk id="23" creationId="{32FD26B0-16CE-4AD4-9CE4-A63EBF330831}"/>
          </ac:spMkLst>
        </pc:spChg>
        <pc:picChg chg="add mod ord">
          <ac:chgData name="Margo Bonal" userId="18c9fa0f-b53d-478b-9dc0-6ad88786c19f" providerId="ADAL" clId="{93D479E5-F67F-4B8A-A78F-A0B574A116B6}" dt="2026-02-21T21:49:36.921" v="1622" actId="26606"/>
          <ac:picMkLst>
            <pc:docMk/>
            <pc:sldMk cId="3667650440" sldId="267"/>
            <ac:picMk id="5" creationId="{FD76D878-3A30-FB4D-7FBB-E2CAABFAC68C}"/>
          </ac:picMkLst>
        </pc:picChg>
        <pc:picChg chg="add mod ord">
          <ac:chgData name="Margo Bonal" userId="18c9fa0f-b53d-478b-9dc0-6ad88786c19f" providerId="ADAL" clId="{93D479E5-F67F-4B8A-A78F-A0B574A116B6}" dt="2026-02-21T21:49:36.921" v="1622" actId="26606"/>
          <ac:picMkLst>
            <pc:docMk/>
            <pc:sldMk cId="3667650440" sldId="267"/>
            <ac:picMk id="7" creationId="{FAD03CEA-C103-137A-6541-3C7919AF09E8}"/>
          </ac:picMkLst>
        </pc:picChg>
      </pc:sldChg>
      <pc:sldChg chg="addSp delSp modSp new mod setBg">
        <pc:chgData name="Margo Bonal" userId="18c9fa0f-b53d-478b-9dc0-6ad88786c19f" providerId="ADAL" clId="{93D479E5-F67F-4B8A-A78F-A0B574A116B6}" dt="2026-02-21T22:02:41.430" v="1752" actId="21"/>
        <pc:sldMkLst>
          <pc:docMk/>
          <pc:sldMk cId="2380309321" sldId="268"/>
        </pc:sldMkLst>
        <pc:spChg chg="mod">
          <ac:chgData name="Margo Bonal" userId="18c9fa0f-b53d-478b-9dc0-6ad88786c19f" providerId="ADAL" clId="{93D479E5-F67F-4B8A-A78F-A0B574A116B6}" dt="2026-02-21T22:00:43.326" v="1736" actId="20577"/>
          <ac:spMkLst>
            <pc:docMk/>
            <pc:sldMk cId="2380309321" sldId="268"/>
            <ac:spMk id="2" creationId="{A505808F-7D44-6A85-D501-49B998EF5753}"/>
          </ac:spMkLst>
        </pc:spChg>
        <pc:spChg chg="del mod">
          <ac:chgData name="Margo Bonal" userId="18c9fa0f-b53d-478b-9dc0-6ad88786c19f" providerId="ADAL" clId="{93D479E5-F67F-4B8A-A78F-A0B574A116B6}" dt="2026-02-21T22:02:41.430" v="1752" actId="21"/>
          <ac:spMkLst>
            <pc:docMk/>
            <pc:sldMk cId="2380309321" sldId="268"/>
            <ac:spMk id="3" creationId="{36070B78-80FA-50AB-5696-788C30865AAF}"/>
          </ac:spMkLst>
        </pc:spChg>
        <pc:spChg chg="add">
          <ac:chgData name="Margo Bonal" userId="18c9fa0f-b53d-478b-9dc0-6ad88786c19f" providerId="ADAL" clId="{93D479E5-F67F-4B8A-A78F-A0B574A116B6}" dt="2026-02-21T21:53:35.561" v="1665" actId="26606"/>
          <ac:spMkLst>
            <pc:docMk/>
            <pc:sldMk cId="2380309321" sldId="268"/>
            <ac:spMk id="10" creationId="{A8384FB5-9ADC-4DDC-881B-597D56F5B15D}"/>
          </ac:spMkLst>
        </pc:spChg>
        <pc:spChg chg="add">
          <ac:chgData name="Margo Bonal" userId="18c9fa0f-b53d-478b-9dc0-6ad88786c19f" providerId="ADAL" clId="{93D479E5-F67F-4B8A-A78F-A0B574A116B6}" dt="2026-02-21T21:53:35.561" v="1665" actId="26606"/>
          <ac:spMkLst>
            <pc:docMk/>
            <pc:sldMk cId="2380309321" sldId="268"/>
            <ac:spMk id="12" creationId="{1199E1B1-A8C0-4FE8-A5A8-1CB41D69F857}"/>
          </ac:spMkLst>
        </pc:spChg>
        <pc:spChg chg="add">
          <ac:chgData name="Margo Bonal" userId="18c9fa0f-b53d-478b-9dc0-6ad88786c19f" providerId="ADAL" clId="{93D479E5-F67F-4B8A-A78F-A0B574A116B6}" dt="2026-02-21T21:53:35.561" v="1665" actId="26606"/>
          <ac:spMkLst>
            <pc:docMk/>
            <pc:sldMk cId="2380309321" sldId="268"/>
            <ac:spMk id="14" creationId="{84A8DE83-DE75-4B41-9DB4-A7EC0B0DEC0B}"/>
          </ac:spMkLst>
        </pc:spChg>
        <pc:spChg chg="add">
          <ac:chgData name="Margo Bonal" userId="18c9fa0f-b53d-478b-9dc0-6ad88786c19f" providerId="ADAL" clId="{93D479E5-F67F-4B8A-A78F-A0B574A116B6}" dt="2026-02-21T21:53:35.561" v="1665" actId="26606"/>
          <ac:spMkLst>
            <pc:docMk/>
            <pc:sldMk cId="2380309321" sldId="268"/>
            <ac:spMk id="16" creationId="{A7009A0A-BEF5-4EAC-AF15-E4F9F002E239}"/>
          </ac:spMkLst>
        </pc:spChg>
        <pc:picChg chg="add mod">
          <ac:chgData name="Margo Bonal" userId="18c9fa0f-b53d-478b-9dc0-6ad88786c19f" providerId="ADAL" clId="{93D479E5-F67F-4B8A-A78F-A0B574A116B6}" dt="2026-02-21T22:02:35.902" v="1751" actId="1076"/>
          <ac:picMkLst>
            <pc:docMk/>
            <pc:sldMk cId="2380309321" sldId="268"/>
            <ac:picMk id="5" creationId="{6F870A30-2658-29DF-258E-C75A7497EE87}"/>
          </ac:picMkLst>
        </pc:picChg>
      </pc:sldChg>
      <pc:sldChg chg="addSp delSp modSp new mod setBg">
        <pc:chgData name="Margo Bonal" userId="18c9fa0f-b53d-478b-9dc0-6ad88786c19f" providerId="ADAL" clId="{93D479E5-F67F-4B8A-A78F-A0B574A116B6}" dt="2026-02-21T22:02:46.761" v="1753" actId="21"/>
        <pc:sldMkLst>
          <pc:docMk/>
          <pc:sldMk cId="884354200" sldId="269"/>
        </pc:sldMkLst>
        <pc:spChg chg="mod">
          <ac:chgData name="Margo Bonal" userId="18c9fa0f-b53d-478b-9dc0-6ad88786c19f" providerId="ADAL" clId="{93D479E5-F67F-4B8A-A78F-A0B574A116B6}" dt="2026-02-21T22:00:48.517" v="1738" actId="20577"/>
          <ac:spMkLst>
            <pc:docMk/>
            <pc:sldMk cId="884354200" sldId="269"/>
            <ac:spMk id="2" creationId="{098A9E05-3407-06AF-8E14-D1D555C89F3B}"/>
          </ac:spMkLst>
        </pc:spChg>
        <pc:spChg chg="del mod">
          <ac:chgData name="Margo Bonal" userId="18c9fa0f-b53d-478b-9dc0-6ad88786c19f" providerId="ADAL" clId="{93D479E5-F67F-4B8A-A78F-A0B574A116B6}" dt="2026-02-21T22:02:46.761" v="1753" actId="21"/>
          <ac:spMkLst>
            <pc:docMk/>
            <pc:sldMk cId="884354200" sldId="269"/>
            <ac:spMk id="3" creationId="{32425DC6-EB15-A9A0-BC63-E9ECB41C5B17}"/>
          </ac:spMkLst>
        </pc:spChg>
        <pc:spChg chg="add">
          <ac:chgData name="Margo Bonal" userId="18c9fa0f-b53d-478b-9dc0-6ad88786c19f" providerId="ADAL" clId="{93D479E5-F67F-4B8A-A78F-A0B574A116B6}" dt="2026-02-21T21:58:07.647" v="1681" actId="26606"/>
          <ac:spMkLst>
            <pc:docMk/>
            <pc:sldMk cId="884354200" sldId="269"/>
            <ac:spMk id="10" creationId="{A8384FB5-9ADC-4DDC-881B-597D56F5B15D}"/>
          </ac:spMkLst>
        </pc:spChg>
        <pc:spChg chg="add">
          <ac:chgData name="Margo Bonal" userId="18c9fa0f-b53d-478b-9dc0-6ad88786c19f" providerId="ADAL" clId="{93D479E5-F67F-4B8A-A78F-A0B574A116B6}" dt="2026-02-21T21:58:07.647" v="1681" actId="26606"/>
          <ac:spMkLst>
            <pc:docMk/>
            <pc:sldMk cId="884354200" sldId="269"/>
            <ac:spMk id="12" creationId="{1199E1B1-A8C0-4FE8-A5A8-1CB41D69F857}"/>
          </ac:spMkLst>
        </pc:spChg>
        <pc:spChg chg="add">
          <ac:chgData name="Margo Bonal" userId="18c9fa0f-b53d-478b-9dc0-6ad88786c19f" providerId="ADAL" clId="{93D479E5-F67F-4B8A-A78F-A0B574A116B6}" dt="2026-02-21T21:58:07.647" v="1681" actId="26606"/>
          <ac:spMkLst>
            <pc:docMk/>
            <pc:sldMk cId="884354200" sldId="269"/>
            <ac:spMk id="14" creationId="{84A8DE83-DE75-4B41-9DB4-A7EC0B0DEC0B}"/>
          </ac:spMkLst>
        </pc:spChg>
        <pc:spChg chg="add">
          <ac:chgData name="Margo Bonal" userId="18c9fa0f-b53d-478b-9dc0-6ad88786c19f" providerId="ADAL" clId="{93D479E5-F67F-4B8A-A78F-A0B574A116B6}" dt="2026-02-21T21:58:07.647" v="1681" actId="26606"/>
          <ac:spMkLst>
            <pc:docMk/>
            <pc:sldMk cId="884354200" sldId="269"/>
            <ac:spMk id="16" creationId="{A7009A0A-BEF5-4EAC-AF15-E4F9F002E239}"/>
          </ac:spMkLst>
        </pc:spChg>
        <pc:picChg chg="add mod">
          <ac:chgData name="Margo Bonal" userId="18c9fa0f-b53d-478b-9dc0-6ad88786c19f" providerId="ADAL" clId="{93D479E5-F67F-4B8A-A78F-A0B574A116B6}" dt="2026-02-21T21:58:07.647" v="1681" actId="26606"/>
          <ac:picMkLst>
            <pc:docMk/>
            <pc:sldMk cId="884354200" sldId="269"/>
            <ac:picMk id="5" creationId="{A07F6FE6-43B8-3F8D-BF8E-18511233EC8D}"/>
          </ac:picMkLst>
        </pc:picChg>
      </pc:sldChg>
      <pc:sldChg chg="addSp delSp modSp new mod setBg">
        <pc:chgData name="Margo Bonal" userId="18c9fa0f-b53d-478b-9dc0-6ad88786c19f" providerId="ADAL" clId="{93D479E5-F67F-4B8A-A78F-A0B574A116B6}" dt="2026-02-21T22:02:52.738" v="1754" actId="21"/>
        <pc:sldMkLst>
          <pc:docMk/>
          <pc:sldMk cId="3857486133" sldId="270"/>
        </pc:sldMkLst>
        <pc:spChg chg="mod">
          <ac:chgData name="Margo Bonal" userId="18c9fa0f-b53d-478b-9dc0-6ad88786c19f" providerId="ADAL" clId="{93D479E5-F67F-4B8A-A78F-A0B574A116B6}" dt="2026-02-21T22:01:00.043" v="1740" actId="20577"/>
          <ac:spMkLst>
            <pc:docMk/>
            <pc:sldMk cId="3857486133" sldId="270"/>
            <ac:spMk id="2" creationId="{943F0D26-C404-6E35-D4F7-10155F5D3A98}"/>
          </ac:spMkLst>
        </pc:spChg>
        <pc:spChg chg="del mod">
          <ac:chgData name="Margo Bonal" userId="18c9fa0f-b53d-478b-9dc0-6ad88786c19f" providerId="ADAL" clId="{93D479E5-F67F-4B8A-A78F-A0B574A116B6}" dt="2026-02-21T22:02:52.738" v="1754" actId="21"/>
          <ac:spMkLst>
            <pc:docMk/>
            <pc:sldMk cId="3857486133" sldId="270"/>
            <ac:spMk id="3" creationId="{EE0AA41D-2840-DED4-56A9-8D5A58DB86E8}"/>
          </ac:spMkLst>
        </pc:spChg>
        <pc:spChg chg="add">
          <ac:chgData name="Margo Bonal" userId="18c9fa0f-b53d-478b-9dc0-6ad88786c19f" providerId="ADAL" clId="{93D479E5-F67F-4B8A-A78F-A0B574A116B6}" dt="2026-02-21T21:59:54.289" v="1711" actId="26606"/>
          <ac:spMkLst>
            <pc:docMk/>
            <pc:sldMk cId="3857486133" sldId="270"/>
            <ac:spMk id="10" creationId="{A8384FB5-9ADC-4DDC-881B-597D56F5B15D}"/>
          </ac:spMkLst>
        </pc:spChg>
        <pc:spChg chg="add">
          <ac:chgData name="Margo Bonal" userId="18c9fa0f-b53d-478b-9dc0-6ad88786c19f" providerId="ADAL" clId="{93D479E5-F67F-4B8A-A78F-A0B574A116B6}" dt="2026-02-21T21:59:54.289" v="1711" actId="26606"/>
          <ac:spMkLst>
            <pc:docMk/>
            <pc:sldMk cId="3857486133" sldId="270"/>
            <ac:spMk id="12" creationId="{1199E1B1-A8C0-4FE8-A5A8-1CB41D69F857}"/>
          </ac:spMkLst>
        </pc:spChg>
        <pc:spChg chg="add">
          <ac:chgData name="Margo Bonal" userId="18c9fa0f-b53d-478b-9dc0-6ad88786c19f" providerId="ADAL" clId="{93D479E5-F67F-4B8A-A78F-A0B574A116B6}" dt="2026-02-21T21:59:54.289" v="1711" actId="26606"/>
          <ac:spMkLst>
            <pc:docMk/>
            <pc:sldMk cId="3857486133" sldId="270"/>
            <ac:spMk id="14" creationId="{84A8DE83-DE75-4B41-9DB4-A7EC0B0DEC0B}"/>
          </ac:spMkLst>
        </pc:spChg>
        <pc:spChg chg="add">
          <ac:chgData name="Margo Bonal" userId="18c9fa0f-b53d-478b-9dc0-6ad88786c19f" providerId="ADAL" clId="{93D479E5-F67F-4B8A-A78F-A0B574A116B6}" dt="2026-02-21T21:59:54.289" v="1711" actId="26606"/>
          <ac:spMkLst>
            <pc:docMk/>
            <pc:sldMk cId="3857486133" sldId="270"/>
            <ac:spMk id="16" creationId="{A7009A0A-BEF5-4EAC-AF15-E4F9F002E239}"/>
          </ac:spMkLst>
        </pc:spChg>
        <pc:picChg chg="add mod modCrop">
          <ac:chgData name="Margo Bonal" userId="18c9fa0f-b53d-478b-9dc0-6ad88786c19f" providerId="ADAL" clId="{93D479E5-F67F-4B8A-A78F-A0B574A116B6}" dt="2026-02-21T21:59:54.289" v="1711" actId="26606"/>
          <ac:picMkLst>
            <pc:docMk/>
            <pc:sldMk cId="3857486133" sldId="270"/>
            <ac:picMk id="5" creationId="{6C01547A-003F-2DA0-1CB8-4E92D18977A2}"/>
          </ac:picMkLst>
        </pc:picChg>
      </pc:sldChg>
    </pc:docChg>
  </pc:docChgLst>
  <pc:docChgLst>
    <pc:chgData name="Luke ruffing" userId="c83d55373a9d0f60" providerId="LiveId" clId="{7F051426-1AF3-4D06-899D-16659997B519}"/>
    <pc:docChg chg="custSel modSld">
      <pc:chgData name="Luke ruffing" userId="c83d55373a9d0f60" providerId="LiveId" clId="{7F051426-1AF3-4D06-899D-16659997B519}" dt="2026-01-23T15:36:28.388" v="3" actId="1076"/>
      <pc:docMkLst>
        <pc:docMk/>
      </pc:docMkLst>
      <pc:sldChg chg="addSp delSp modSp mod">
        <pc:chgData name="Luke ruffing" userId="c83d55373a9d0f60" providerId="LiveId" clId="{7F051426-1AF3-4D06-899D-16659997B519}" dt="2026-01-23T15:36:28.388" v="3" actId="1076"/>
        <pc:sldMkLst>
          <pc:docMk/>
          <pc:sldMk cId="3713997872" sldId="259"/>
        </pc:sldMkLst>
      </pc:sldChg>
    </pc:docChg>
  </pc:docChgLst>
  <pc:docChgLst>
    <pc:chgData name="Margo Bonal" userId="18c9fa0f-b53d-478b-9dc0-6ad88786c19f" providerId="ADAL" clId="{57E2D5E0-CA32-47BE-A2DC-7B0365E99328}"/>
    <pc:docChg chg="undo redo custSel addSld delSld modSld sldOrd">
      <pc:chgData name="Margo Bonal" userId="18c9fa0f-b53d-478b-9dc0-6ad88786c19f" providerId="ADAL" clId="{57E2D5E0-CA32-47BE-A2DC-7B0365E99328}" dt="2026-02-13T23:06:23.287" v="617" actId="12100"/>
      <pc:docMkLst>
        <pc:docMk/>
      </pc:docMkLst>
      <pc:sldChg chg="modSp mod">
        <pc:chgData name="Margo Bonal" userId="18c9fa0f-b53d-478b-9dc0-6ad88786c19f" providerId="ADAL" clId="{57E2D5E0-CA32-47BE-A2DC-7B0365E99328}" dt="2026-02-13T23:03:42.609" v="551" actId="27636"/>
        <pc:sldMkLst>
          <pc:docMk/>
          <pc:sldMk cId="850630602" sldId="257"/>
        </pc:sldMkLst>
        <pc:spChg chg="mod">
          <ac:chgData name="Margo Bonal" userId="18c9fa0f-b53d-478b-9dc0-6ad88786c19f" providerId="ADAL" clId="{57E2D5E0-CA32-47BE-A2DC-7B0365E99328}" dt="2026-02-13T23:03:42.609" v="551" actId="27636"/>
          <ac:spMkLst>
            <pc:docMk/>
            <pc:sldMk cId="850630602" sldId="257"/>
            <ac:spMk id="3" creationId="{3AD821AA-AA04-E3EB-5027-44FA0EFD591D}"/>
          </ac:spMkLst>
        </pc:spChg>
      </pc:sldChg>
      <pc:sldChg chg="addSp delSp modSp mod">
        <pc:chgData name="Margo Bonal" userId="18c9fa0f-b53d-478b-9dc0-6ad88786c19f" providerId="ADAL" clId="{57E2D5E0-CA32-47BE-A2DC-7B0365E99328}" dt="2026-02-13T23:01:24.470" v="495" actId="1076"/>
        <pc:sldMkLst>
          <pc:docMk/>
          <pc:sldMk cId="2065992260" sldId="258"/>
        </pc:sldMkLst>
        <pc:spChg chg="add mod">
          <ac:chgData name="Margo Bonal" userId="18c9fa0f-b53d-478b-9dc0-6ad88786c19f" providerId="ADAL" clId="{57E2D5E0-CA32-47BE-A2DC-7B0365E99328}" dt="2026-02-13T23:01:24.470" v="495" actId="1076"/>
          <ac:spMkLst>
            <pc:docMk/>
            <pc:sldMk cId="2065992260" sldId="258"/>
            <ac:spMk id="16" creationId="{1BFE9597-EE45-D183-9C43-FB508195BFBC}"/>
          </ac:spMkLst>
        </pc:spChg>
        <pc:graphicFrameChg chg="add mod">
          <ac:chgData name="Margo Bonal" userId="18c9fa0f-b53d-478b-9dc0-6ad88786c19f" providerId="ADAL" clId="{57E2D5E0-CA32-47BE-A2DC-7B0365E99328}" dt="2026-02-13T23:01:13.304" v="492" actId="1076"/>
          <ac:graphicFrameMkLst>
            <pc:docMk/>
            <pc:sldMk cId="2065992260" sldId="258"/>
            <ac:graphicFrameMk id="15" creationId="{FC544CC5-203D-7012-0096-763F5234B0F3}"/>
          </ac:graphicFrameMkLst>
        </pc:graphicFrameChg>
      </pc:sldChg>
      <pc:sldChg chg="addSp delSp modSp mod">
        <pc:chgData name="Margo Bonal" userId="18c9fa0f-b53d-478b-9dc0-6ad88786c19f" providerId="ADAL" clId="{57E2D5E0-CA32-47BE-A2DC-7B0365E99328}" dt="2026-02-13T22:52:16.211" v="233" actId="14100"/>
        <pc:sldMkLst>
          <pc:docMk/>
          <pc:sldMk cId="3713997872" sldId="259"/>
        </pc:sldMkLst>
        <pc:picChg chg="add mod modCrop">
          <ac:chgData name="Margo Bonal" userId="18c9fa0f-b53d-478b-9dc0-6ad88786c19f" providerId="ADAL" clId="{57E2D5E0-CA32-47BE-A2DC-7B0365E99328}" dt="2026-02-13T22:52:16.211" v="233" actId="14100"/>
          <ac:picMkLst>
            <pc:docMk/>
            <pc:sldMk cId="3713997872" sldId="259"/>
            <ac:picMk id="5" creationId="{30D9BB01-16EE-371C-49E8-833A93D92451}"/>
          </ac:picMkLst>
        </pc:picChg>
      </pc:sldChg>
      <pc:sldChg chg="addSp delSp modSp add mod ord">
        <pc:chgData name="Margo Bonal" userId="18c9fa0f-b53d-478b-9dc0-6ad88786c19f" providerId="ADAL" clId="{57E2D5E0-CA32-47BE-A2DC-7B0365E99328}" dt="2026-02-13T23:06:23.287" v="617" actId="12100"/>
        <pc:sldMkLst>
          <pc:docMk/>
          <pc:sldMk cId="2561402868" sldId="264"/>
        </pc:sldMkLst>
        <pc:spChg chg="add mod">
          <ac:chgData name="Margo Bonal" userId="18c9fa0f-b53d-478b-9dc0-6ad88786c19f" providerId="ADAL" clId="{57E2D5E0-CA32-47BE-A2DC-7B0365E99328}" dt="2026-02-13T22:45:18.658" v="172" actId="1076"/>
          <ac:spMkLst>
            <pc:docMk/>
            <pc:sldMk cId="2561402868" sldId="264"/>
            <ac:spMk id="9" creationId="{D6D36DC8-D9BF-8C26-69EA-ED89E34DB644}"/>
          </ac:spMkLst>
        </pc:spChg>
        <pc:graphicFrameChg chg="add mod">
          <ac:chgData name="Margo Bonal" userId="18c9fa0f-b53d-478b-9dc0-6ad88786c19f" providerId="ADAL" clId="{57E2D5E0-CA32-47BE-A2DC-7B0365E99328}" dt="2026-02-13T23:06:23.287" v="617" actId="12100"/>
          <ac:graphicFrameMkLst>
            <pc:docMk/>
            <pc:sldMk cId="2561402868" sldId="264"/>
            <ac:graphicFrameMk id="27" creationId="{D6B93F0B-FEB0-EDAB-CFE1-A57DEFE97FCD}"/>
          </ac:graphicFrameMkLst>
        </pc:graphicFrameChg>
      </pc:sldChg>
      <pc:sldChg chg="addSp delSp modSp add mod ord">
        <pc:chgData name="Margo Bonal" userId="18c9fa0f-b53d-478b-9dc0-6ad88786c19f" providerId="ADAL" clId="{57E2D5E0-CA32-47BE-A2DC-7B0365E99328}" dt="2026-02-13T23:05:21.139" v="588" actId="313"/>
        <pc:sldMkLst>
          <pc:docMk/>
          <pc:sldMk cId="2428741132" sldId="265"/>
        </pc:sldMkLst>
        <pc:spChg chg="mod">
          <ac:chgData name="Margo Bonal" userId="18c9fa0f-b53d-478b-9dc0-6ad88786c19f" providerId="ADAL" clId="{57E2D5E0-CA32-47BE-A2DC-7B0365E99328}" dt="2026-02-13T22:51:00.114" v="220" actId="20577"/>
          <ac:spMkLst>
            <pc:docMk/>
            <pc:sldMk cId="2428741132" sldId="265"/>
            <ac:spMk id="3" creationId="{73DA28DD-1D93-45FF-9FF1-D9C602F501F5}"/>
          </ac:spMkLst>
        </pc:spChg>
        <pc:spChg chg="add mod">
          <ac:chgData name="Margo Bonal" userId="18c9fa0f-b53d-478b-9dc0-6ad88786c19f" providerId="ADAL" clId="{57E2D5E0-CA32-47BE-A2DC-7B0365E99328}" dt="2026-02-13T22:51:15.940" v="222" actId="1076"/>
          <ac:spMkLst>
            <pc:docMk/>
            <pc:sldMk cId="2428741132" sldId="265"/>
            <ac:spMk id="4" creationId="{A5AF426B-43FF-4BB7-086D-F7F73A587A96}"/>
          </ac:spMkLst>
        </pc:spChg>
        <pc:spChg chg="add mod">
          <ac:chgData name="Margo Bonal" userId="18c9fa0f-b53d-478b-9dc0-6ad88786c19f" providerId="ADAL" clId="{57E2D5E0-CA32-47BE-A2DC-7B0365E99328}" dt="2026-02-13T23:05:21.139" v="588" actId="313"/>
          <ac:spMkLst>
            <pc:docMk/>
            <pc:sldMk cId="2428741132" sldId="265"/>
            <ac:spMk id="8" creationId="{7A067979-B2B3-BD33-28AB-42AF2BBE1977}"/>
          </ac:spMkLst>
        </pc:spChg>
      </pc:sldChg>
      <pc:sldChg chg="addSp delSp modSp add mod ord">
        <pc:chgData name="Margo Bonal" userId="18c9fa0f-b53d-478b-9dc0-6ad88786c19f" providerId="ADAL" clId="{57E2D5E0-CA32-47BE-A2DC-7B0365E99328}" dt="2026-02-13T23:02:06.751" v="514" actId="20577"/>
        <pc:sldMkLst>
          <pc:docMk/>
          <pc:sldMk cId="3526335932" sldId="266"/>
        </pc:sldMkLst>
        <pc:spChg chg="add mod">
          <ac:chgData name="Margo Bonal" userId="18c9fa0f-b53d-478b-9dc0-6ad88786c19f" providerId="ADAL" clId="{57E2D5E0-CA32-47BE-A2DC-7B0365E99328}" dt="2026-02-13T23:01:39.877" v="499" actId="14100"/>
          <ac:spMkLst>
            <pc:docMk/>
            <pc:sldMk cId="3526335932" sldId="266"/>
            <ac:spMk id="4" creationId="{86ED9EE4-56A8-6AFD-BE9A-A35D2ABC59A0}"/>
          </ac:spMkLst>
        </pc:spChg>
        <pc:spChg chg="add mod">
          <ac:chgData name="Margo Bonal" userId="18c9fa0f-b53d-478b-9dc0-6ad88786c19f" providerId="ADAL" clId="{57E2D5E0-CA32-47BE-A2DC-7B0365E99328}" dt="2026-02-13T23:02:06.751" v="514" actId="20577"/>
          <ac:spMkLst>
            <pc:docMk/>
            <pc:sldMk cId="3526335932" sldId="266"/>
            <ac:spMk id="5" creationId="{E40DC201-0466-5D58-2422-48A1842C6A76}"/>
          </ac:spMkLst>
        </pc:spChg>
        <pc:spChg chg="add mod">
          <ac:chgData name="Margo Bonal" userId="18c9fa0f-b53d-478b-9dc0-6ad88786c19f" providerId="ADAL" clId="{57E2D5E0-CA32-47BE-A2DC-7B0365E99328}" dt="2026-02-13T23:01:33.171" v="497" actId="1076"/>
          <ac:spMkLst>
            <pc:docMk/>
            <pc:sldMk cId="3526335932" sldId="266"/>
            <ac:spMk id="8" creationId="{24AA2B82-D640-63C8-0949-8D61BA43585E}"/>
          </ac:spMkLst>
        </pc:spChg>
        <pc:spChg chg="add mod">
          <ac:chgData name="Margo Bonal" userId="18c9fa0f-b53d-478b-9dc0-6ad88786c19f" providerId="ADAL" clId="{57E2D5E0-CA32-47BE-A2DC-7B0365E99328}" dt="2026-02-13T23:01:36.208" v="498" actId="1076"/>
          <ac:spMkLst>
            <pc:docMk/>
            <pc:sldMk cId="3526335932" sldId="266"/>
            <ac:spMk id="11" creationId="{D6DB2568-1D7A-1154-06D4-C4FEF3D291A5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9AED39-6EA4-4C8F-8F93-0109BCE29F73}" type="doc">
      <dgm:prSet loTypeId="urn:microsoft.com/office/officeart/2018/5/layout/IconCircleLabelList" loCatId="icon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A943B02-5C04-46D6-A68D-B6CA786424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Vulcan Platform</a:t>
          </a:r>
        </a:p>
      </dgm:t>
    </dgm:pt>
    <dgm:pt modelId="{DCE7D11E-72ED-4379-92AB-B4DD3163FFDD}" type="parTrans" cxnId="{0607399A-5388-4DF6-AF8F-B30347370EA9}">
      <dgm:prSet/>
      <dgm:spPr/>
      <dgm:t>
        <a:bodyPr/>
        <a:lstStyle/>
        <a:p>
          <a:endParaRPr lang="en-US"/>
        </a:p>
      </dgm:t>
    </dgm:pt>
    <dgm:pt modelId="{40F66F96-190F-4E10-A10D-B436D4D705FE}" type="sibTrans" cxnId="{0607399A-5388-4DF6-AF8F-B30347370EA9}">
      <dgm:prSet/>
      <dgm:spPr/>
      <dgm:t>
        <a:bodyPr/>
        <a:lstStyle/>
        <a:p>
          <a:endParaRPr lang="en-US"/>
        </a:p>
      </dgm:t>
    </dgm:pt>
    <dgm:pt modelId="{B95C487C-5DFF-4263-92CB-57434121393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Database</a:t>
          </a:r>
        </a:p>
      </dgm:t>
    </dgm:pt>
    <dgm:pt modelId="{D039C51C-121D-4A59-95DB-0DFFAA9D1793}" type="parTrans" cxnId="{FD2FD9E5-C328-47DA-8160-3C42737E9923}">
      <dgm:prSet/>
      <dgm:spPr/>
      <dgm:t>
        <a:bodyPr/>
        <a:lstStyle/>
        <a:p>
          <a:endParaRPr lang="en-US"/>
        </a:p>
      </dgm:t>
    </dgm:pt>
    <dgm:pt modelId="{37A95161-BDCF-49DB-9C9F-BC4185772BE6}" type="sibTrans" cxnId="{FD2FD9E5-C328-47DA-8160-3C42737E9923}">
      <dgm:prSet/>
      <dgm:spPr/>
      <dgm:t>
        <a:bodyPr/>
        <a:lstStyle/>
        <a:p>
          <a:endParaRPr lang="en-US"/>
        </a:p>
      </dgm:t>
    </dgm:pt>
    <dgm:pt modelId="{6ADC3160-FE5A-4FDC-9ACC-8081A1A0D12D}" type="pres">
      <dgm:prSet presAssocID="{BD9AED39-6EA4-4C8F-8F93-0109BCE29F73}" presName="root" presStyleCnt="0">
        <dgm:presLayoutVars>
          <dgm:dir/>
          <dgm:resizeHandles val="exact"/>
        </dgm:presLayoutVars>
      </dgm:prSet>
      <dgm:spPr/>
    </dgm:pt>
    <dgm:pt modelId="{CB887E09-0A00-423D-9B72-FD8DEBCB5097}" type="pres">
      <dgm:prSet presAssocID="{7A943B02-5C04-46D6-A68D-B6CA78642443}" presName="compNode" presStyleCnt="0"/>
      <dgm:spPr/>
    </dgm:pt>
    <dgm:pt modelId="{79E1EB82-49C8-4027-977A-55C555C6DB5E}" type="pres">
      <dgm:prSet presAssocID="{7A943B02-5C04-46D6-A68D-B6CA78642443}" presName="iconBgRect" presStyleLbl="bgShp" presStyleIdx="0" presStyleCnt="2"/>
      <dgm:spPr/>
    </dgm:pt>
    <dgm:pt modelId="{EE9957DB-4DBB-4C87-A7DF-CEBE683705E8}" type="pres">
      <dgm:prSet presAssocID="{7A943B02-5C04-46D6-A68D-B6CA786424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31524B0-6C4F-4FA3-BE59-A01E2F7E3514}" type="pres">
      <dgm:prSet presAssocID="{7A943B02-5C04-46D6-A68D-B6CA78642443}" presName="spaceRect" presStyleCnt="0"/>
      <dgm:spPr/>
    </dgm:pt>
    <dgm:pt modelId="{A2A5588E-9AB3-4A06-B57B-7CACF275F84C}" type="pres">
      <dgm:prSet presAssocID="{7A943B02-5C04-46D6-A68D-B6CA78642443}" presName="textRect" presStyleLbl="revTx" presStyleIdx="0" presStyleCnt="2">
        <dgm:presLayoutVars>
          <dgm:chMax val="1"/>
          <dgm:chPref val="1"/>
        </dgm:presLayoutVars>
      </dgm:prSet>
      <dgm:spPr/>
    </dgm:pt>
    <dgm:pt modelId="{8B84A864-80EF-42E6-8432-9BC8549F8B45}" type="pres">
      <dgm:prSet presAssocID="{40F66F96-190F-4E10-A10D-B436D4D705FE}" presName="sibTrans" presStyleCnt="0"/>
      <dgm:spPr/>
    </dgm:pt>
    <dgm:pt modelId="{F76718A8-D756-4C0B-A9B5-8301B101F5AD}" type="pres">
      <dgm:prSet presAssocID="{B95C487C-5DFF-4263-92CB-57434121393C}" presName="compNode" presStyleCnt="0"/>
      <dgm:spPr/>
    </dgm:pt>
    <dgm:pt modelId="{C43FB53B-5B3D-4EC6-A472-577624A94EC7}" type="pres">
      <dgm:prSet presAssocID="{B95C487C-5DFF-4263-92CB-57434121393C}" presName="iconBgRect" presStyleLbl="bgShp" presStyleIdx="1" presStyleCnt="2"/>
      <dgm:spPr/>
    </dgm:pt>
    <dgm:pt modelId="{21D22EAE-5269-42A0-B695-2F6CC60D6AD6}" type="pres">
      <dgm:prSet presAssocID="{B95C487C-5DFF-4263-92CB-57434121393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02225CF-79DE-4D57-8F67-920CCF5C2E06}" type="pres">
      <dgm:prSet presAssocID="{B95C487C-5DFF-4263-92CB-57434121393C}" presName="spaceRect" presStyleCnt="0"/>
      <dgm:spPr/>
    </dgm:pt>
    <dgm:pt modelId="{42D8A5A2-BFA7-4F94-9EE5-C3FE673BB678}" type="pres">
      <dgm:prSet presAssocID="{B95C487C-5DFF-4263-92CB-57434121393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4088726-4005-49CF-B1FB-ACBFC6C21C05}" type="presOf" srcId="{B95C487C-5DFF-4263-92CB-57434121393C}" destId="{42D8A5A2-BFA7-4F94-9EE5-C3FE673BB678}" srcOrd="0" destOrd="0" presId="urn:microsoft.com/office/officeart/2018/5/layout/IconCircleLabelList"/>
    <dgm:cxn modelId="{461EE388-E613-474A-B334-C6CBD8611525}" type="presOf" srcId="{7A943B02-5C04-46D6-A68D-B6CA78642443}" destId="{A2A5588E-9AB3-4A06-B57B-7CACF275F84C}" srcOrd="0" destOrd="0" presId="urn:microsoft.com/office/officeart/2018/5/layout/IconCircleLabelList"/>
    <dgm:cxn modelId="{DDE1F394-0A0A-4939-825A-48F1721D5ED0}" type="presOf" srcId="{BD9AED39-6EA4-4C8F-8F93-0109BCE29F73}" destId="{6ADC3160-FE5A-4FDC-9ACC-8081A1A0D12D}" srcOrd="0" destOrd="0" presId="urn:microsoft.com/office/officeart/2018/5/layout/IconCircleLabelList"/>
    <dgm:cxn modelId="{0607399A-5388-4DF6-AF8F-B30347370EA9}" srcId="{BD9AED39-6EA4-4C8F-8F93-0109BCE29F73}" destId="{7A943B02-5C04-46D6-A68D-B6CA78642443}" srcOrd="0" destOrd="0" parTransId="{DCE7D11E-72ED-4379-92AB-B4DD3163FFDD}" sibTransId="{40F66F96-190F-4E10-A10D-B436D4D705FE}"/>
    <dgm:cxn modelId="{FD2FD9E5-C328-47DA-8160-3C42737E9923}" srcId="{BD9AED39-6EA4-4C8F-8F93-0109BCE29F73}" destId="{B95C487C-5DFF-4263-92CB-57434121393C}" srcOrd="1" destOrd="0" parTransId="{D039C51C-121D-4A59-95DB-0DFFAA9D1793}" sibTransId="{37A95161-BDCF-49DB-9C9F-BC4185772BE6}"/>
    <dgm:cxn modelId="{65A798A2-71D1-4111-8321-D24E38B846E0}" type="presParOf" srcId="{6ADC3160-FE5A-4FDC-9ACC-8081A1A0D12D}" destId="{CB887E09-0A00-423D-9B72-FD8DEBCB5097}" srcOrd="0" destOrd="0" presId="urn:microsoft.com/office/officeart/2018/5/layout/IconCircleLabelList"/>
    <dgm:cxn modelId="{475E1201-BC90-47EB-A9B3-955A80539DC1}" type="presParOf" srcId="{CB887E09-0A00-423D-9B72-FD8DEBCB5097}" destId="{79E1EB82-49C8-4027-977A-55C555C6DB5E}" srcOrd="0" destOrd="0" presId="urn:microsoft.com/office/officeart/2018/5/layout/IconCircleLabelList"/>
    <dgm:cxn modelId="{710AE4DB-FFDE-44E2-BF95-A4A284FA5ACE}" type="presParOf" srcId="{CB887E09-0A00-423D-9B72-FD8DEBCB5097}" destId="{EE9957DB-4DBB-4C87-A7DF-CEBE683705E8}" srcOrd="1" destOrd="0" presId="urn:microsoft.com/office/officeart/2018/5/layout/IconCircleLabelList"/>
    <dgm:cxn modelId="{FFA1DA79-9F4F-437E-89E8-A350BE88FFE8}" type="presParOf" srcId="{CB887E09-0A00-423D-9B72-FD8DEBCB5097}" destId="{031524B0-6C4F-4FA3-BE59-A01E2F7E3514}" srcOrd="2" destOrd="0" presId="urn:microsoft.com/office/officeart/2018/5/layout/IconCircleLabelList"/>
    <dgm:cxn modelId="{1544563A-B8AB-41E0-A184-E15E05C4B4CD}" type="presParOf" srcId="{CB887E09-0A00-423D-9B72-FD8DEBCB5097}" destId="{A2A5588E-9AB3-4A06-B57B-7CACF275F84C}" srcOrd="3" destOrd="0" presId="urn:microsoft.com/office/officeart/2018/5/layout/IconCircleLabelList"/>
    <dgm:cxn modelId="{5C9D72FD-BA1D-4BA7-A584-2136B002641A}" type="presParOf" srcId="{6ADC3160-FE5A-4FDC-9ACC-8081A1A0D12D}" destId="{8B84A864-80EF-42E6-8432-9BC8549F8B45}" srcOrd="1" destOrd="0" presId="urn:microsoft.com/office/officeart/2018/5/layout/IconCircleLabelList"/>
    <dgm:cxn modelId="{22073DB5-229A-4677-AE50-478BD50DAB39}" type="presParOf" srcId="{6ADC3160-FE5A-4FDC-9ACC-8081A1A0D12D}" destId="{F76718A8-D756-4C0B-A9B5-8301B101F5AD}" srcOrd="2" destOrd="0" presId="urn:microsoft.com/office/officeart/2018/5/layout/IconCircleLabelList"/>
    <dgm:cxn modelId="{22B147C1-75E5-4932-A0DD-75F9C28E8EDB}" type="presParOf" srcId="{F76718A8-D756-4C0B-A9B5-8301B101F5AD}" destId="{C43FB53B-5B3D-4EC6-A472-577624A94EC7}" srcOrd="0" destOrd="0" presId="urn:microsoft.com/office/officeart/2018/5/layout/IconCircleLabelList"/>
    <dgm:cxn modelId="{631F24DB-2ED0-49CA-9DD5-7A878907883C}" type="presParOf" srcId="{F76718A8-D756-4C0B-A9B5-8301B101F5AD}" destId="{21D22EAE-5269-42A0-B695-2F6CC60D6AD6}" srcOrd="1" destOrd="0" presId="urn:microsoft.com/office/officeart/2018/5/layout/IconCircleLabelList"/>
    <dgm:cxn modelId="{A5A3F903-018D-440B-8E9F-7D40DC313B9D}" type="presParOf" srcId="{F76718A8-D756-4C0B-A9B5-8301B101F5AD}" destId="{002225CF-79DE-4D57-8F67-920CCF5C2E06}" srcOrd="2" destOrd="0" presId="urn:microsoft.com/office/officeart/2018/5/layout/IconCircleLabelList"/>
    <dgm:cxn modelId="{7B3B07DE-CF57-4A86-9BC5-44B672A7EE60}" type="presParOf" srcId="{F76718A8-D756-4C0B-A9B5-8301B101F5AD}" destId="{42D8A5A2-BFA7-4F94-9EE5-C3FE673BB67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5220B3-5F43-41BF-82F0-F1D5090E78B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D77D55D-8CCB-40C4-94CB-4B06CD8B8779}">
      <dgm:prSet/>
      <dgm:spPr/>
      <dgm:t>
        <a:bodyPr/>
        <a:lstStyle/>
        <a:p>
          <a:r>
            <a:rPr lang="en-US" dirty="0"/>
            <a:t>Verification/recovery emails and email encryption in backend</a:t>
          </a:r>
        </a:p>
      </dgm:t>
    </dgm:pt>
    <dgm:pt modelId="{6A9C7EF0-5CCC-409B-8130-14FC63A16319}" type="parTrans" cxnId="{A836B724-0D4D-49B8-8C7E-FE8E2C59804C}">
      <dgm:prSet/>
      <dgm:spPr/>
      <dgm:t>
        <a:bodyPr/>
        <a:lstStyle/>
        <a:p>
          <a:endParaRPr lang="en-US"/>
        </a:p>
      </dgm:t>
    </dgm:pt>
    <dgm:pt modelId="{3EAD9D27-CDC1-4D2B-8EDB-51D7B39371E6}" type="sibTrans" cxnId="{A836B724-0D4D-49B8-8C7E-FE8E2C59804C}">
      <dgm:prSet/>
      <dgm:spPr/>
      <dgm:t>
        <a:bodyPr/>
        <a:lstStyle/>
        <a:p>
          <a:endParaRPr lang="en-US"/>
        </a:p>
      </dgm:t>
    </dgm:pt>
    <dgm:pt modelId="{9C35D664-F4ED-4924-B85E-A22D43967662}">
      <dgm:prSet/>
      <dgm:spPr/>
      <dgm:t>
        <a:bodyPr/>
        <a:lstStyle/>
        <a:p>
          <a:r>
            <a:rPr lang="en-US"/>
            <a:t>User testing</a:t>
          </a:r>
          <a:endParaRPr lang="en-US" dirty="0"/>
        </a:p>
      </dgm:t>
    </dgm:pt>
    <dgm:pt modelId="{C36022C4-2A61-4049-9E7C-3331704CC85B}" type="parTrans" cxnId="{96D4C5E8-25DD-4F37-89A6-060DD8940082}">
      <dgm:prSet/>
      <dgm:spPr/>
      <dgm:t>
        <a:bodyPr/>
        <a:lstStyle/>
        <a:p>
          <a:endParaRPr lang="en-US"/>
        </a:p>
      </dgm:t>
    </dgm:pt>
    <dgm:pt modelId="{8166ABFB-FA54-4D42-B19D-457B349DE33D}" type="sibTrans" cxnId="{96D4C5E8-25DD-4F37-89A6-060DD8940082}">
      <dgm:prSet/>
      <dgm:spPr/>
      <dgm:t>
        <a:bodyPr/>
        <a:lstStyle/>
        <a:p>
          <a:endParaRPr lang="en-US"/>
        </a:p>
      </dgm:t>
    </dgm:pt>
    <dgm:pt modelId="{D164FE33-84B1-4569-B205-B8D56A463CA2}">
      <dgm:prSet/>
      <dgm:spPr/>
      <dgm:t>
        <a:bodyPr/>
        <a:lstStyle/>
        <a:p>
          <a:endParaRPr lang="en-US" dirty="0"/>
        </a:p>
      </dgm:t>
    </dgm:pt>
    <dgm:pt modelId="{7DA97775-1858-48FE-BDF4-3C1835F95D31}" type="parTrans" cxnId="{1D79B17F-FF0A-433C-AD09-31B22D2982FD}">
      <dgm:prSet/>
      <dgm:spPr/>
      <dgm:t>
        <a:bodyPr/>
        <a:lstStyle/>
        <a:p>
          <a:endParaRPr lang="en-US"/>
        </a:p>
      </dgm:t>
    </dgm:pt>
    <dgm:pt modelId="{2E6446DA-01C1-4120-833E-FA0E55DC486E}" type="sibTrans" cxnId="{1D79B17F-FF0A-433C-AD09-31B22D2982FD}">
      <dgm:prSet/>
      <dgm:spPr/>
      <dgm:t>
        <a:bodyPr/>
        <a:lstStyle/>
        <a:p>
          <a:endParaRPr lang="en-US"/>
        </a:p>
      </dgm:t>
    </dgm:pt>
    <dgm:pt modelId="{F85EEB6F-AAF0-4C94-BC92-C847D8A79108}" type="pres">
      <dgm:prSet presAssocID="{875220B3-5F43-41BF-82F0-F1D5090E78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7C8F59-19C7-4811-ACF5-94E83EF18D53}" type="pres">
      <dgm:prSet presAssocID="{7D77D55D-8CCB-40C4-94CB-4B06CD8B8779}" presName="hierRoot1" presStyleCnt="0"/>
      <dgm:spPr/>
    </dgm:pt>
    <dgm:pt modelId="{8918ADED-6A57-4174-8DFD-B8853753C67B}" type="pres">
      <dgm:prSet presAssocID="{7D77D55D-8CCB-40C4-94CB-4B06CD8B8779}" presName="composite" presStyleCnt="0"/>
      <dgm:spPr/>
    </dgm:pt>
    <dgm:pt modelId="{98190555-19A4-4CFA-B5ED-89857792E0B9}" type="pres">
      <dgm:prSet presAssocID="{7D77D55D-8CCB-40C4-94CB-4B06CD8B8779}" presName="background" presStyleLbl="node0" presStyleIdx="0" presStyleCnt="3"/>
      <dgm:spPr/>
    </dgm:pt>
    <dgm:pt modelId="{1183B01D-027F-4222-9A5D-26614D621D81}" type="pres">
      <dgm:prSet presAssocID="{7D77D55D-8CCB-40C4-94CB-4B06CD8B8779}" presName="text" presStyleLbl="fgAcc0" presStyleIdx="0" presStyleCnt="3">
        <dgm:presLayoutVars>
          <dgm:chPref val="3"/>
        </dgm:presLayoutVars>
      </dgm:prSet>
      <dgm:spPr/>
    </dgm:pt>
    <dgm:pt modelId="{769B866C-995B-4621-BF4F-632E3E797DE6}" type="pres">
      <dgm:prSet presAssocID="{7D77D55D-8CCB-40C4-94CB-4B06CD8B8779}" presName="hierChild2" presStyleCnt="0"/>
      <dgm:spPr/>
    </dgm:pt>
    <dgm:pt modelId="{7C0E07B7-20A4-4341-8762-1E58F807E8BA}" type="pres">
      <dgm:prSet presAssocID="{9C35D664-F4ED-4924-B85E-A22D43967662}" presName="hierRoot1" presStyleCnt="0"/>
      <dgm:spPr/>
    </dgm:pt>
    <dgm:pt modelId="{167A3E1F-AD74-4598-B50A-3C9D400D900E}" type="pres">
      <dgm:prSet presAssocID="{9C35D664-F4ED-4924-B85E-A22D43967662}" presName="composite" presStyleCnt="0"/>
      <dgm:spPr/>
    </dgm:pt>
    <dgm:pt modelId="{FE1BC2AB-A6F4-451D-B5E4-EBBE2F580413}" type="pres">
      <dgm:prSet presAssocID="{9C35D664-F4ED-4924-B85E-A22D43967662}" presName="background" presStyleLbl="node0" presStyleIdx="1" presStyleCnt="3"/>
      <dgm:spPr/>
    </dgm:pt>
    <dgm:pt modelId="{EE8EEF36-F451-494C-9D0C-6D4B4B602222}" type="pres">
      <dgm:prSet presAssocID="{9C35D664-F4ED-4924-B85E-A22D43967662}" presName="text" presStyleLbl="fgAcc0" presStyleIdx="1" presStyleCnt="3">
        <dgm:presLayoutVars>
          <dgm:chPref val="3"/>
        </dgm:presLayoutVars>
      </dgm:prSet>
      <dgm:spPr/>
    </dgm:pt>
    <dgm:pt modelId="{7BE69AD2-283F-47B6-B4ED-6AF7473EBC65}" type="pres">
      <dgm:prSet presAssocID="{9C35D664-F4ED-4924-B85E-A22D43967662}" presName="hierChild2" presStyleCnt="0"/>
      <dgm:spPr/>
    </dgm:pt>
    <dgm:pt modelId="{5654D2F3-0BB4-4E47-B368-909288A5B2BD}" type="pres">
      <dgm:prSet presAssocID="{D164FE33-84B1-4569-B205-B8D56A463CA2}" presName="hierRoot1" presStyleCnt="0"/>
      <dgm:spPr/>
    </dgm:pt>
    <dgm:pt modelId="{CD50A866-77B7-46A1-AFBB-CAE16E141989}" type="pres">
      <dgm:prSet presAssocID="{D164FE33-84B1-4569-B205-B8D56A463CA2}" presName="composite" presStyleCnt="0"/>
      <dgm:spPr/>
    </dgm:pt>
    <dgm:pt modelId="{CA2C5924-FEEE-41E7-8498-90F97462AB60}" type="pres">
      <dgm:prSet presAssocID="{D164FE33-84B1-4569-B205-B8D56A463CA2}" presName="background" presStyleLbl="node0" presStyleIdx="2" presStyleCnt="3"/>
      <dgm:spPr/>
    </dgm:pt>
    <dgm:pt modelId="{464A5E94-15C8-483E-96F7-DE1ACC400150}" type="pres">
      <dgm:prSet presAssocID="{D164FE33-84B1-4569-B205-B8D56A463CA2}" presName="text" presStyleLbl="fgAcc0" presStyleIdx="2" presStyleCnt="3">
        <dgm:presLayoutVars>
          <dgm:chPref val="3"/>
        </dgm:presLayoutVars>
      </dgm:prSet>
      <dgm:spPr/>
    </dgm:pt>
    <dgm:pt modelId="{E1C6EDBD-8470-4060-92F8-D31F6A8051C0}" type="pres">
      <dgm:prSet presAssocID="{D164FE33-84B1-4569-B205-B8D56A463CA2}" presName="hierChild2" presStyleCnt="0"/>
      <dgm:spPr/>
    </dgm:pt>
  </dgm:ptLst>
  <dgm:cxnLst>
    <dgm:cxn modelId="{05C86F0A-4746-460B-9098-72321F3CDD33}" type="presOf" srcId="{D164FE33-84B1-4569-B205-B8D56A463CA2}" destId="{464A5E94-15C8-483E-96F7-DE1ACC400150}" srcOrd="0" destOrd="0" presId="urn:microsoft.com/office/officeart/2005/8/layout/hierarchy1"/>
    <dgm:cxn modelId="{A836B724-0D4D-49B8-8C7E-FE8E2C59804C}" srcId="{875220B3-5F43-41BF-82F0-F1D5090E78B1}" destId="{7D77D55D-8CCB-40C4-94CB-4B06CD8B8779}" srcOrd="0" destOrd="0" parTransId="{6A9C7EF0-5CCC-409B-8130-14FC63A16319}" sibTransId="{3EAD9D27-CDC1-4D2B-8EDB-51D7B39371E6}"/>
    <dgm:cxn modelId="{BC06C170-83F3-4F9D-8D58-ADC0D316C39A}" type="presOf" srcId="{875220B3-5F43-41BF-82F0-F1D5090E78B1}" destId="{F85EEB6F-AAF0-4C94-BC92-C847D8A79108}" srcOrd="0" destOrd="0" presId="urn:microsoft.com/office/officeart/2005/8/layout/hierarchy1"/>
    <dgm:cxn modelId="{01442F58-BA90-4E63-BCA2-075C3C0378F0}" type="presOf" srcId="{7D77D55D-8CCB-40C4-94CB-4B06CD8B8779}" destId="{1183B01D-027F-4222-9A5D-26614D621D81}" srcOrd="0" destOrd="0" presId="urn:microsoft.com/office/officeart/2005/8/layout/hierarchy1"/>
    <dgm:cxn modelId="{1D79B17F-FF0A-433C-AD09-31B22D2982FD}" srcId="{875220B3-5F43-41BF-82F0-F1D5090E78B1}" destId="{D164FE33-84B1-4569-B205-B8D56A463CA2}" srcOrd="2" destOrd="0" parTransId="{7DA97775-1858-48FE-BDF4-3C1835F95D31}" sibTransId="{2E6446DA-01C1-4120-833E-FA0E55DC486E}"/>
    <dgm:cxn modelId="{5B786AAC-222A-4468-B55B-0EAA368993A2}" type="presOf" srcId="{9C35D664-F4ED-4924-B85E-A22D43967662}" destId="{EE8EEF36-F451-494C-9D0C-6D4B4B602222}" srcOrd="0" destOrd="0" presId="urn:microsoft.com/office/officeart/2005/8/layout/hierarchy1"/>
    <dgm:cxn modelId="{96D4C5E8-25DD-4F37-89A6-060DD8940082}" srcId="{875220B3-5F43-41BF-82F0-F1D5090E78B1}" destId="{9C35D664-F4ED-4924-B85E-A22D43967662}" srcOrd="1" destOrd="0" parTransId="{C36022C4-2A61-4049-9E7C-3331704CC85B}" sibTransId="{8166ABFB-FA54-4D42-B19D-457B349DE33D}"/>
    <dgm:cxn modelId="{95049FAD-31F9-439F-BFA3-E22A1A563604}" type="presParOf" srcId="{F85EEB6F-AAF0-4C94-BC92-C847D8A79108}" destId="{1B7C8F59-19C7-4811-ACF5-94E83EF18D53}" srcOrd="0" destOrd="0" presId="urn:microsoft.com/office/officeart/2005/8/layout/hierarchy1"/>
    <dgm:cxn modelId="{1E3A4A04-0C1F-470B-B4ED-DC851A10E818}" type="presParOf" srcId="{1B7C8F59-19C7-4811-ACF5-94E83EF18D53}" destId="{8918ADED-6A57-4174-8DFD-B8853753C67B}" srcOrd="0" destOrd="0" presId="urn:microsoft.com/office/officeart/2005/8/layout/hierarchy1"/>
    <dgm:cxn modelId="{1BC6797F-EB63-43BF-AFEA-D0146C2A2E21}" type="presParOf" srcId="{8918ADED-6A57-4174-8DFD-B8853753C67B}" destId="{98190555-19A4-4CFA-B5ED-89857792E0B9}" srcOrd="0" destOrd="0" presId="urn:microsoft.com/office/officeart/2005/8/layout/hierarchy1"/>
    <dgm:cxn modelId="{1F7CD6F7-51FF-4138-B0CC-42CF8E0CFE06}" type="presParOf" srcId="{8918ADED-6A57-4174-8DFD-B8853753C67B}" destId="{1183B01D-027F-4222-9A5D-26614D621D81}" srcOrd="1" destOrd="0" presId="urn:microsoft.com/office/officeart/2005/8/layout/hierarchy1"/>
    <dgm:cxn modelId="{43663621-4EB7-4D21-A7EA-406D22B380E8}" type="presParOf" srcId="{1B7C8F59-19C7-4811-ACF5-94E83EF18D53}" destId="{769B866C-995B-4621-BF4F-632E3E797DE6}" srcOrd="1" destOrd="0" presId="urn:microsoft.com/office/officeart/2005/8/layout/hierarchy1"/>
    <dgm:cxn modelId="{70C13F18-7581-4BC8-894F-491B57EE2C69}" type="presParOf" srcId="{F85EEB6F-AAF0-4C94-BC92-C847D8A79108}" destId="{7C0E07B7-20A4-4341-8762-1E58F807E8BA}" srcOrd="1" destOrd="0" presId="urn:microsoft.com/office/officeart/2005/8/layout/hierarchy1"/>
    <dgm:cxn modelId="{78DBC6C1-73C1-4548-A4BC-FA3047F5A73B}" type="presParOf" srcId="{7C0E07B7-20A4-4341-8762-1E58F807E8BA}" destId="{167A3E1F-AD74-4598-B50A-3C9D400D900E}" srcOrd="0" destOrd="0" presId="urn:microsoft.com/office/officeart/2005/8/layout/hierarchy1"/>
    <dgm:cxn modelId="{FD8996CB-5238-43A3-BEAB-80F1A6BFE21B}" type="presParOf" srcId="{167A3E1F-AD74-4598-B50A-3C9D400D900E}" destId="{FE1BC2AB-A6F4-451D-B5E4-EBBE2F580413}" srcOrd="0" destOrd="0" presId="urn:microsoft.com/office/officeart/2005/8/layout/hierarchy1"/>
    <dgm:cxn modelId="{CBA5D3B1-A39D-49FA-8BB0-FA4491539200}" type="presParOf" srcId="{167A3E1F-AD74-4598-B50A-3C9D400D900E}" destId="{EE8EEF36-F451-494C-9D0C-6D4B4B602222}" srcOrd="1" destOrd="0" presId="urn:microsoft.com/office/officeart/2005/8/layout/hierarchy1"/>
    <dgm:cxn modelId="{72142E2E-2D64-41DE-B594-BAA603395FD6}" type="presParOf" srcId="{7C0E07B7-20A4-4341-8762-1E58F807E8BA}" destId="{7BE69AD2-283F-47B6-B4ED-6AF7473EBC65}" srcOrd="1" destOrd="0" presId="urn:microsoft.com/office/officeart/2005/8/layout/hierarchy1"/>
    <dgm:cxn modelId="{93F6E5D4-69E2-4BA3-B007-DA99ED72255F}" type="presParOf" srcId="{F85EEB6F-AAF0-4C94-BC92-C847D8A79108}" destId="{5654D2F3-0BB4-4E47-B368-909288A5B2BD}" srcOrd="2" destOrd="0" presId="urn:microsoft.com/office/officeart/2005/8/layout/hierarchy1"/>
    <dgm:cxn modelId="{6120C75B-3644-4B15-9344-967D4E7D8A4A}" type="presParOf" srcId="{5654D2F3-0BB4-4E47-B368-909288A5B2BD}" destId="{CD50A866-77B7-46A1-AFBB-CAE16E141989}" srcOrd="0" destOrd="0" presId="urn:microsoft.com/office/officeart/2005/8/layout/hierarchy1"/>
    <dgm:cxn modelId="{1708E196-57E8-4C6E-9527-BA3E576C7203}" type="presParOf" srcId="{CD50A866-77B7-46A1-AFBB-CAE16E141989}" destId="{CA2C5924-FEEE-41E7-8498-90F97462AB60}" srcOrd="0" destOrd="0" presId="urn:microsoft.com/office/officeart/2005/8/layout/hierarchy1"/>
    <dgm:cxn modelId="{DEFC47D3-F17C-4128-8087-EBC594B8A1E7}" type="presParOf" srcId="{CD50A866-77B7-46A1-AFBB-CAE16E141989}" destId="{464A5E94-15C8-483E-96F7-DE1ACC400150}" srcOrd="1" destOrd="0" presId="urn:microsoft.com/office/officeart/2005/8/layout/hierarchy1"/>
    <dgm:cxn modelId="{3136D6E1-4AB0-4735-839A-F019FBC2E0A6}" type="presParOf" srcId="{5654D2F3-0BB4-4E47-B368-909288A5B2BD}" destId="{E1C6EDBD-8470-4060-92F8-D31F6A8051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1EB82-49C8-4027-977A-55C555C6DB5E}">
      <dsp:nvSpPr>
        <dsp:cNvPr id="0" name=""/>
        <dsp:cNvSpPr/>
      </dsp:nvSpPr>
      <dsp:spPr>
        <a:xfrm>
          <a:off x="2365474" y="83568"/>
          <a:ext cx="2196000" cy="2196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E9957DB-4DBB-4C87-A7DF-CEBE683705E8}">
      <dsp:nvSpPr>
        <dsp:cNvPr id="0" name=""/>
        <dsp:cNvSpPr/>
      </dsp:nvSpPr>
      <dsp:spPr>
        <a:xfrm>
          <a:off x="2833474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2A5588E-9AB3-4A06-B57B-7CACF275F84C}">
      <dsp:nvSpPr>
        <dsp:cNvPr id="0" name=""/>
        <dsp:cNvSpPr/>
      </dsp:nvSpPr>
      <dsp:spPr>
        <a:xfrm>
          <a:off x="1663474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Vulcan Platform</a:t>
          </a:r>
        </a:p>
      </dsp:txBody>
      <dsp:txXfrm>
        <a:off x="1663474" y="2963569"/>
        <a:ext cx="3600000" cy="720000"/>
      </dsp:txXfrm>
    </dsp:sp>
    <dsp:sp modelId="{C43FB53B-5B3D-4EC6-A472-577624A94EC7}">
      <dsp:nvSpPr>
        <dsp:cNvPr id="0" name=""/>
        <dsp:cNvSpPr/>
      </dsp:nvSpPr>
      <dsp:spPr>
        <a:xfrm>
          <a:off x="6595475" y="83568"/>
          <a:ext cx="2196000" cy="2196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1D22EAE-5269-42A0-B695-2F6CC60D6AD6}">
      <dsp:nvSpPr>
        <dsp:cNvPr id="0" name=""/>
        <dsp:cNvSpPr/>
      </dsp:nvSpPr>
      <dsp:spPr>
        <a:xfrm>
          <a:off x="7063475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2D8A5A2-BFA7-4F94-9EE5-C3FE673BB678}">
      <dsp:nvSpPr>
        <dsp:cNvPr id="0" name=""/>
        <dsp:cNvSpPr/>
      </dsp:nvSpPr>
      <dsp:spPr>
        <a:xfrm>
          <a:off x="5893475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Database</a:t>
          </a:r>
        </a:p>
      </dsp:txBody>
      <dsp:txXfrm>
        <a:off x="5893475" y="2963569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190555-19A4-4CFA-B5ED-89857792E0B9}">
      <dsp:nvSpPr>
        <dsp:cNvPr id="0" name=""/>
        <dsp:cNvSpPr/>
      </dsp:nvSpPr>
      <dsp:spPr>
        <a:xfrm>
          <a:off x="0" y="430393"/>
          <a:ext cx="2957512" cy="18780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3B01D-027F-4222-9A5D-26614D621D81}">
      <dsp:nvSpPr>
        <dsp:cNvPr id="0" name=""/>
        <dsp:cNvSpPr/>
      </dsp:nvSpPr>
      <dsp:spPr>
        <a:xfrm>
          <a:off x="328612" y="742575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Verification/recovery emails and email encryption in backend</a:t>
          </a:r>
        </a:p>
      </dsp:txBody>
      <dsp:txXfrm>
        <a:off x="383617" y="797580"/>
        <a:ext cx="2847502" cy="1768010"/>
      </dsp:txXfrm>
    </dsp:sp>
    <dsp:sp modelId="{FE1BC2AB-A6F4-451D-B5E4-EBBE2F580413}">
      <dsp:nvSpPr>
        <dsp:cNvPr id="0" name=""/>
        <dsp:cNvSpPr/>
      </dsp:nvSpPr>
      <dsp:spPr>
        <a:xfrm>
          <a:off x="3614737" y="430393"/>
          <a:ext cx="2957512" cy="18780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EEF36-F451-494C-9D0C-6D4B4B602222}">
      <dsp:nvSpPr>
        <dsp:cNvPr id="0" name=""/>
        <dsp:cNvSpPr/>
      </dsp:nvSpPr>
      <dsp:spPr>
        <a:xfrm>
          <a:off x="3943350" y="742575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User testing</a:t>
          </a:r>
          <a:endParaRPr lang="en-US" sz="2300" kern="1200" dirty="0"/>
        </a:p>
      </dsp:txBody>
      <dsp:txXfrm>
        <a:off x="3998355" y="797580"/>
        <a:ext cx="2847502" cy="1768010"/>
      </dsp:txXfrm>
    </dsp:sp>
    <dsp:sp modelId="{CA2C5924-FEEE-41E7-8498-90F97462AB60}">
      <dsp:nvSpPr>
        <dsp:cNvPr id="0" name=""/>
        <dsp:cNvSpPr/>
      </dsp:nvSpPr>
      <dsp:spPr>
        <a:xfrm>
          <a:off x="7229475" y="430393"/>
          <a:ext cx="2957512" cy="18780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A5E94-15C8-483E-96F7-DE1ACC400150}">
      <dsp:nvSpPr>
        <dsp:cNvPr id="0" name=""/>
        <dsp:cNvSpPr/>
      </dsp:nvSpPr>
      <dsp:spPr>
        <a:xfrm>
          <a:off x="7558087" y="742575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/>
        </a:p>
      </dsp:txBody>
      <dsp:txXfrm>
        <a:off x="7613092" y="797580"/>
        <a:ext cx="2847502" cy="1768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E12B-A58D-FC54-F39A-393BD2B2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6E907-7597-2A5F-72A0-02C40D777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2684-C925-4C65-8BFF-2FFA3151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67BD-934D-B5F0-4874-9C7150EE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DDD3A-A311-C37F-CBB9-9FEF9FE8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267D-AFB9-963E-AC71-2652D010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51AC-2A98-4ECD-44AC-53FE4DBD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7263-3562-70EF-78D8-A2578492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DECA-025C-4602-CC1E-A8E278A5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039F-F84C-2A03-0028-7A2AFE21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78E3-4E8D-EE25-4C89-AB7C2677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02C3-74B2-18A4-5991-B8481583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9E6B-AA8F-4E79-FF15-AF0F1723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FE679-A6C9-B5C6-1541-2D251ADA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89D7-71C5-3B6A-05F5-74A9BAEB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1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C736-90F3-DB5F-EC8B-4C23291B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6368-624E-871D-638E-DD2D82A3B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28415-4584-0B18-C159-0B34506E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E51D-2F66-DE89-DFFD-7CEF0451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FFAEC-88FB-C4F0-9BFC-FF1FC03A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F403-1D0D-D98E-8E03-FE4F6DC6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7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CB30-9EEF-7FCA-7B49-DE5CD89E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510AE-BDF7-87AC-C09A-0375833E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310B-0F94-CACC-4D8A-BDFA20E70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CA202-DF19-D1CC-704F-64CED4428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81B4A-6383-D29E-8931-005F93BFC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4B78D-5348-2371-A40E-5852C7FE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BE782-9A3E-7779-A928-C43CAC4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83A46-D6E9-D070-A41B-C9D0223D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A4EC-BC3D-3C09-87CC-67C40B63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0D994-0F15-453D-F08D-B9A52671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9F08A-2C86-0993-68A4-8EF4EBE9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8F8AC-DA26-968C-56F4-4E7116DD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5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4B2E7-CB50-0648-9D0A-2081C0C9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48C16-74EF-2D4E-5F87-4B132E53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FD834-8BF1-2FC5-A08E-927515F4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7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3F8B-045F-E347-F726-2A880B0B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D435-19E4-13F5-EC37-934F941FB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59386-C957-9B5E-D360-572818B4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9017E-9DF8-458F-E68F-D169F173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C721-D489-EAA4-0167-B091ECCB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16886-AFFA-EB07-3910-E038620D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1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9A2C-24F8-48F9-B525-DAF155AC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9493D-C0EB-BF0D-F338-734DE72DF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A4A32-36C1-76C7-311C-3904248C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23CF8-7119-77BB-9160-0BAD616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DA221-A642-58E7-CDBE-E43325D2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C34FE-57BF-5BE2-D2FA-EA5EC795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E0CB-E016-3910-C7F5-B579FEC7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E023D-C710-E4AC-6BB2-2FC2CA4DD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3C513-E9E1-BAF8-5868-D6EF16EC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219BF-5F12-F564-11FB-9A97FB13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047E-3BD4-EFC4-2F6E-6F48B37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8FA0D-69B7-F966-6A29-CF31863FF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815B7-5A8F-7145-B4CA-ADDAB3338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3572C-6E34-0721-FF7E-2FDC045F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F8A8C-3448-5F84-A7B8-1EA2AFA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BB38-1E1D-AFA8-D257-2601E286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3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AA142-49C0-51AB-6DF5-C621FF99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B685-C305-678D-180D-8AF39B630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B0CC-FB2F-DAC7-434D-64801EBE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2E6FB-EB88-4936-BED9-9E37159958C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3671-B9D0-2705-7DF0-2AEAC97D7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CFBF-6ABD-EF23-87F9-97A42F45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0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jjdeuce06.github.io/VulcanActivityTracker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F449D-2BD2-97B5-DCE5-EA7AA820B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 dirty="0"/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B11B0-F653-A213-DE0D-88B0308A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CMSC-4920-Senior Project 2</a:t>
            </a:r>
          </a:p>
          <a:p>
            <a:pPr algn="l"/>
            <a:r>
              <a:rPr lang="en-US" sz="2200"/>
              <a:t>Group2</a:t>
            </a:r>
          </a:p>
          <a:p>
            <a:pPr algn="l"/>
            <a:r>
              <a:rPr lang="en-US" sz="2200"/>
              <a:t>Team: Margo Bonal, John Gerega, Luke Ruffing</a:t>
            </a:r>
          </a:p>
        </p:txBody>
      </p:sp>
    </p:spTree>
    <p:extLst>
      <p:ext uri="{BB962C8B-B14F-4D97-AF65-F5344CB8AC3E}">
        <p14:creationId xmlns:p14="http://schemas.microsoft.com/office/powerpoint/2010/main" val="15621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47601-A3D5-5EAD-C1BB-4EBE5505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10063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821AA-AA04-E3EB-5027-44FA0EFD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2610007"/>
            <a:ext cx="9144000" cy="312909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The Vulcan Activity Tracker is an athletic app that allows for the tracking of all campus athletics activities. 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	In one combined platform, the Vulcan Activity Tracker aspires to meet student organization needs, social interaction, and exercise goal planning in a free accessible way!</a:t>
            </a:r>
          </a:p>
          <a:p>
            <a:pPr>
              <a:lnSpc>
                <a:spcPct val="150000"/>
              </a:lnSpc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63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320D0-A8AF-3C53-8814-C1BE50669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A4A1602-F941-BBF5-B16B-F4B5C1B17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AEFD691-5682-F499-25A1-FF7E5E906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D2F83C-6172-28F7-72EE-B7834DE6D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A28DD-1D93-45FF-9FF1-D9C602F50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GOALS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AF426B-43FF-4BB7-086D-F7F73A587A96}"/>
              </a:ext>
            </a:extLst>
          </p:cNvPr>
          <p:cNvSpPr txBox="1">
            <a:spLocks/>
          </p:cNvSpPr>
          <p:nvPr/>
        </p:nvSpPr>
        <p:spPr>
          <a:xfrm>
            <a:off x="3698387" y="405006"/>
            <a:ext cx="4795226" cy="8064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Weekly Progress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A067979-B2B3-BD33-28AB-42AF2BBE1977}"/>
              </a:ext>
            </a:extLst>
          </p:cNvPr>
          <p:cNvSpPr txBox="1">
            <a:spLocks/>
          </p:cNvSpPr>
          <p:nvPr/>
        </p:nvSpPr>
        <p:spPr>
          <a:xfrm>
            <a:off x="1903615" y="2544041"/>
            <a:ext cx="8101135" cy="34220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Begin Team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 Password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Begin Challenges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Minor frontend fixes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Complete Friends feature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Display Clubs on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Fix Storing Private Activity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Limit viewing activities on dashboard: User and Friend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74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26584-AF93-5713-29E6-E38CD729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38C1FFB-2F68-F1DE-BE53-6D163C3DB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ECB51-FD65-F82B-00AA-12E8DE1F4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F6D357-569B-76AE-AA15-8449A41E0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5B4AA4-CE4A-E618-AD73-E165703D2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ED9EE4-56A8-6AFD-BE9A-A35D2ABC5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822" y="2361465"/>
            <a:ext cx="5170705" cy="337763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All activities stored as public, not registering private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Profile Like and Activity Like crossover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Email password recovery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Viewing Activities list too long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40DC201-0466-5D58-2422-48A1842C6A76}"/>
              </a:ext>
            </a:extLst>
          </p:cNvPr>
          <p:cNvSpPr txBox="1">
            <a:spLocks/>
          </p:cNvSpPr>
          <p:nvPr/>
        </p:nvSpPr>
        <p:spPr>
          <a:xfrm>
            <a:off x="6096000" y="2267458"/>
            <a:ext cx="5499536" cy="3471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AA2B82-D640-63C8-0949-8D61BA435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273" y="936048"/>
            <a:ext cx="3829235" cy="10673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DB2568-1D7A-1154-06D4-C4FEF3D291A5}"/>
              </a:ext>
            </a:extLst>
          </p:cNvPr>
          <p:cNvSpPr txBox="1">
            <a:spLocks/>
          </p:cNvSpPr>
          <p:nvPr/>
        </p:nvSpPr>
        <p:spPr>
          <a:xfrm>
            <a:off x="6746378" y="936048"/>
            <a:ext cx="3829235" cy="10673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Solutions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B4EC798-8386-CB36-1C33-949CA6568550}"/>
              </a:ext>
            </a:extLst>
          </p:cNvPr>
          <p:cNvSpPr txBox="1">
            <a:spLocks/>
          </p:cNvSpPr>
          <p:nvPr/>
        </p:nvSpPr>
        <p:spPr>
          <a:xfrm>
            <a:off x="5987006" y="2314461"/>
            <a:ext cx="5170705" cy="337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Radio buttons were not ever connected on frontend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 New Database table for activity likes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Need more research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Limit Top 10 activities by sorting top newest dates entered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335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3">
            <a:extLst>
              <a:ext uri="{FF2B5EF4-FFF2-40B4-BE49-F238E27FC236}">
                <a16:creationId xmlns:a16="http://schemas.microsoft.com/office/drawing/2014/main" id="{FC544CC5-203D-7012-0096-763F5234B0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5910394"/>
              </p:ext>
            </p:extLst>
          </p:nvPr>
        </p:nvGraphicFramePr>
        <p:xfrm>
          <a:off x="514580" y="2109962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1BFE9597-EE45-D183-9C43-FB508195B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536" y="777555"/>
            <a:ext cx="3183892" cy="98742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Progress </a:t>
            </a:r>
          </a:p>
        </p:txBody>
      </p:sp>
    </p:spTree>
    <p:extLst>
      <p:ext uri="{BB962C8B-B14F-4D97-AF65-F5344CB8AC3E}">
        <p14:creationId xmlns:p14="http://schemas.microsoft.com/office/powerpoint/2010/main" val="2065992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D03CEA-C103-137A-6541-3C7919AF09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59" r="-1" b="-1"/>
          <a:stretch>
            <a:fillRect/>
          </a:stretch>
        </p:blipFill>
        <p:spPr>
          <a:xfrm>
            <a:off x="4038610" y="7"/>
            <a:ext cx="4039673" cy="6875812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2FD26B0-16CE-4AD4-9CE4-A63EBF330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0954DF-016C-D845-8992-C5BD91CB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5100" y="2945176"/>
            <a:ext cx="4278390" cy="27579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Password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Requirements 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76D878-3A30-FB4D-7FBB-E2CAABFAC6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954" b="5013"/>
          <a:stretch>
            <a:fillRect/>
          </a:stretch>
        </p:blipFill>
        <p:spPr>
          <a:xfrm>
            <a:off x="8068007" y="-7"/>
            <a:ext cx="4123986" cy="687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650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05808F-7D44-6A85-D501-49B998EF5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Private  Activities Now Stored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70A30-2658-29DF-258E-C75A7497E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030" y="1623025"/>
            <a:ext cx="9451983" cy="484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30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8A9E05-3407-06AF-8E14-D1D555C89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Friend View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F6FE6-43B8-3F8D-BF8E-18511233E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394124"/>
            <a:ext cx="11327549" cy="359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54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F0D26-C404-6E35-D4F7-10155F5D3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Clubs and Likes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1547A-003F-2DA0-1CB8-4E92D18977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97"/>
          <a:stretch>
            <a:fillRect/>
          </a:stretch>
        </p:blipFill>
        <p:spPr>
          <a:xfrm>
            <a:off x="1643839" y="1966293"/>
            <a:ext cx="890432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86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59E99-1540-4E00-8F36-42C40C776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4269C0-20F9-7693-DE21-7956EEDA9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69485-AC97-A6B4-086A-B79C72712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E9DE37-F357-80AF-4FD3-D2CCC7679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4D55B0-66D9-A20D-3B00-9AF989D72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9C8DA2-EE26-0E2B-26FD-FFC5E5041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Emails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D76B3-5D08-6433-E618-7FFBAB0D0C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33" r="36324"/>
          <a:stretch>
            <a:fillRect/>
          </a:stretch>
        </p:blipFill>
        <p:spPr>
          <a:xfrm>
            <a:off x="2104181" y="1822348"/>
            <a:ext cx="2824106" cy="4515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FD8A7A-3090-ED8B-67D3-000C50B08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000" y="2849076"/>
            <a:ext cx="6178813" cy="210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91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38CFD-A501-8AEC-C666-BED84511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56F68EF-088F-20DD-B4B1-6BCF0A8C9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F082FE-D96F-0D2A-34AA-F987D0796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E13FF0-F6F1-375E-D271-70DAE72E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A7F67B2-22A5-7F2D-13EB-E06229F5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D6D36DC8-D9BF-8C26-69EA-ED89E34DB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559" y="768350"/>
            <a:ext cx="4162181" cy="920920"/>
          </a:xfrm>
        </p:spPr>
        <p:txBody>
          <a:bodyPr/>
          <a:lstStyle/>
          <a:p>
            <a:r>
              <a:rPr lang="en-US" dirty="0"/>
              <a:t>Week 7 Plan</a:t>
            </a:r>
          </a:p>
        </p:txBody>
      </p:sp>
      <p:graphicFrame>
        <p:nvGraphicFramePr>
          <p:cNvPr id="27" name="Text Placeholder 2">
            <a:extLst>
              <a:ext uri="{FF2B5EF4-FFF2-40B4-BE49-F238E27FC236}">
                <a16:creationId xmlns:a16="http://schemas.microsoft.com/office/drawing/2014/main" id="{D6B93F0B-FEB0-EDAB-CFE1-A57DEFE97F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9681303"/>
              </p:ext>
            </p:extLst>
          </p:nvPr>
        </p:nvGraphicFramePr>
        <p:xfrm>
          <a:off x="838199" y="2688113"/>
          <a:ext cx="10515600" cy="3050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402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3CF74-09B7-84B3-F859-D7073DC1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Planning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E30C-3490-D1E3-740D-40AD5E393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Gant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9BB01-16EE-371C-49E8-833A93D9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14"/>
          <a:stretch>
            <a:fillRect/>
          </a:stretch>
        </p:blipFill>
        <p:spPr>
          <a:xfrm>
            <a:off x="0" y="2219602"/>
            <a:ext cx="12191999" cy="4608716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713997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AD6B9-1CEE-7976-0BB7-22F5E953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180494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Website: </a:t>
            </a:r>
            <a:r>
              <a:rPr lang="en-US" sz="3500" kern="1200" dirty="0">
                <a:solidFill>
                  <a:srgbClr val="0070C0"/>
                </a:solidFill>
                <a:latin typeface="+mj-lt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https://jjdeuce06.github.io/VulcanActivityTracker/</a:t>
            </a:r>
            <a:endParaRPr lang="en-US" sz="3500" kern="12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98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B2D1F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205</Words>
  <Application>Microsoft Office PowerPoint</Application>
  <PresentationFormat>Widescreen</PresentationFormat>
  <Paragraphs>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Vulcan Activity Tracker</vt:lpstr>
      <vt:lpstr>Project Description</vt:lpstr>
      <vt:lpstr>PowerPoint Presentation</vt:lpstr>
      <vt:lpstr>Challenges </vt:lpstr>
      <vt:lpstr> Progress </vt:lpstr>
      <vt:lpstr>Password Requirements  </vt:lpstr>
      <vt:lpstr>Private  Activities Now Stored</vt:lpstr>
      <vt:lpstr>Friend View </vt:lpstr>
      <vt:lpstr>Clubs and Likes</vt:lpstr>
      <vt:lpstr>Emails</vt:lpstr>
      <vt:lpstr>Week 7 Plan</vt:lpstr>
      <vt:lpstr>Planning</vt:lpstr>
      <vt:lpstr>Website: https://jjdeuce06.github.io/VulcanActivityTracker/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Margo Bonal</dc:creator>
  <cp:lastModifiedBy>John Gerega</cp:lastModifiedBy>
  <cp:revision>2</cp:revision>
  <dcterms:created xsi:type="dcterms:W3CDTF">2026-01-22T18:57:02Z</dcterms:created>
  <dcterms:modified xsi:type="dcterms:W3CDTF">2026-02-21T22:48:44Z</dcterms:modified>
</cp:coreProperties>
</file>