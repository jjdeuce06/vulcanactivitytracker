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5" r:id="rId4"/>
    <p:sldId id="267" r:id="rId5"/>
    <p:sldId id="268" r:id="rId6"/>
    <p:sldId id="266" r:id="rId7"/>
    <p:sldId id="258" r:id="rId8"/>
    <p:sldId id="270" r:id="rId9"/>
    <p:sldId id="269" r:id="rId10"/>
    <p:sldId id="264" r:id="rId11"/>
    <p:sldId id="259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9AF7A-92BB-46C1-950F-B886EA717ED2}" v="7" dt="2026-02-27T16:47:07.449"/>
    <p1510:client id="{C1454521-8528-4C87-970D-7EAD129946EE}" v="3" dt="2026-02-28T15:48:31.721"/>
    <p1510:client id="{D9D41E03-52DD-4057-9108-ECDA6CA8D6DC}" v="61" dt="2026-02-28T12:25:26.1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 sldOrd">
      <pc:chgData name="John Gerega" userId="bd3e1e46fb6a714b" providerId="LiveId" clId="{45F0C402-C550-4C82-B31D-5B32217A5E94}" dt="2026-02-28T16:05:43.151" v="594" actId="20577"/>
      <pc:docMkLst>
        <pc:docMk/>
      </pc:docMkLst>
      <pc:sldChg chg="modSp mod">
        <pc:chgData name="John Gerega" userId="bd3e1e46fb6a714b" providerId="LiveId" clId="{45F0C402-C550-4C82-B31D-5B32217A5E94}" dt="2026-02-28T16:05:43.151" v="594" actId="20577"/>
        <pc:sldMkLst>
          <pc:docMk/>
          <pc:sldMk cId="2561402868" sldId="264"/>
        </pc:sldMkLst>
        <pc:graphicFrameChg chg="mod modGraphic">
          <ac:chgData name="John Gerega" userId="bd3e1e46fb6a714b" providerId="LiveId" clId="{45F0C402-C550-4C82-B31D-5B32217A5E94}" dt="2026-02-28T16:05:43.151" v="594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John Gerega" userId="bd3e1e46fb6a714b" providerId="LiveId" clId="{45F0C402-C550-4C82-B31D-5B32217A5E94}" dt="2026-02-28T15:53:13.859" v="58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28T15:53:13.859" v="585" actId="20577"/>
          <ac:spMkLst>
            <pc:docMk/>
            <pc:sldMk cId="2428741132" sldId="265"/>
            <ac:spMk id="2" creationId="{726ED135-95C1-5462-0C4A-3CB641B9D068}"/>
          </ac:spMkLst>
        </pc:spChg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John Gerega" userId="bd3e1e46fb6a714b" providerId="LiveId" clId="{45F0C402-C550-4C82-B31D-5B32217A5E94}" dt="2026-02-28T15:14:33.765" v="230" actId="20577"/>
        <pc:sldMkLst>
          <pc:docMk/>
          <pc:sldMk cId="3526335932" sldId="266"/>
        </pc:sldMkLst>
        <pc:spChg chg="mod">
          <ac:chgData name="John Gerega" userId="bd3e1e46fb6a714b" providerId="LiveId" clId="{45F0C402-C550-4C82-B31D-5B32217A5E94}" dt="2026-02-28T15:14:33.765" v="23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2-28T15:14:22.230" v="200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new del">
        <pc:chgData name="John Gerega" userId="bd3e1e46fb6a714b" providerId="LiveId" clId="{45F0C402-C550-4C82-B31D-5B32217A5E94}" dt="2026-02-28T15:08:57.999" v="114" actId="2696"/>
        <pc:sldMkLst>
          <pc:docMk/>
          <pc:sldMk cId="783062036" sldId="269"/>
        </pc:sldMkLst>
      </pc:sldChg>
      <pc:sldChg chg="addSp delSp modSp new mod setBg">
        <pc:chgData name="John Gerega" userId="bd3e1e46fb6a714b" providerId="LiveId" clId="{45F0C402-C550-4C82-B31D-5B32217A5E94}" dt="2026-02-28T15:09:34.297" v="146" actId="26606"/>
        <pc:sldMkLst>
          <pc:docMk/>
          <pc:sldMk cId="3967077253" sldId="269"/>
        </pc:sldMkLst>
        <pc:spChg chg="mo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" creationId="{287294F0-C177-B508-EF76-D3B280BC1128}"/>
          </ac:spMkLst>
        </pc:spChg>
        <pc:spChg chg="del">
          <ac:chgData name="John Gerega" userId="bd3e1e46fb6a714b" providerId="LiveId" clId="{45F0C402-C550-4C82-B31D-5B32217A5E94}" dt="2026-02-28T15:09:08.919" v="117" actId="26606"/>
          <ac:spMkLst>
            <pc:docMk/>
            <pc:sldMk cId="3967077253" sldId="269"/>
            <ac:spMk id="3" creationId="{105073B6-A36B-BBE0-4293-28894131F80F}"/>
          </ac:spMkLst>
        </pc:spChg>
        <pc:spChg chg="add mod">
          <ac:chgData name="John Gerega" userId="bd3e1e46fb6a714b" providerId="LiveId" clId="{45F0C402-C550-4C82-B31D-5B32217A5E94}" dt="2026-02-28T15:09:32.025" v="144" actId="478"/>
          <ac:spMkLst>
            <pc:docMk/>
            <pc:sldMk cId="3967077253" sldId="269"/>
            <ac:spMk id="7" creationId="{A5BFE5BE-5B8F-489E-995E-26D694F03CD0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0" creationId="{A8384FB5-9ADC-4DDC-881B-597D56F5B15D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2" creationId="{91E5A9A7-95C6-4F4F-B00E-C82E07FE62EF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4" creationId="{D07DD2DE-F619-49DD-B5E7-03A290FF4ED1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6" creationId="{85149191-5F60-4A28-AAFF-039F96B0F3EC}"/>
          </ac:spMkLst>
        </pc:spChg>
        <pc:spChg chg="add del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18" creationId="{F8260ED5-17F7-4158-B241-D51DD4CF1B7E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3" creationId="{A8384FB5-9ADC-4DDC-881B-597D56F5B15D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5" creationId="{91E5A9A7-95C6-4F4F-B00E-C82E07FE62EF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7" creationId="{D07DD2DE-F619-49DD-B5E7-03A290FF4ED1}"/>
          </ac:spMkLst>
        </pc:spChg>
        <pc:spChg chg="add">
          <ac:chgData name="John Gerega" userId="bd3e1e46fb6a714b" providerId="LiveId" clId="{45F0C402-C550-4C82-B31D-5B32217A5E94}" dt="2026-02-28T15:09:34.297" v="146" actId="26606"/>
          <ac:spMkLst>
            <pc:docMk/>
            <pc:sldMk cId="3967077253" sldId="269"/>
            <ac:spMk id="29" creationId="{85149191-5F60-4A28-AAFF-039F96B0F3EC}"/>
          </ac:spMkLst>
        </pc:spChg>
        <pc:picChg chg="add del mod">
          <ac:chgData name="John Gerega" userId="bd3e1e46fb6a714b" providerId="LiveId" clId="{45F0C402-C550-4C82-B31D-5B32217A5E94}" dt="2026-02-28T15:09:32.025" v="144" actId="478"/>
          <ac:picMkLst>
            <pc:docMk/>
            <pc:sldMk cId="3967077253" sldId="269"/>
            <ac:picMk id="5" creationId="{A5CA5E0F-E884-11F8-660B-6508D5656633}"/>
          </ac:picMkLst>
        </pc:picChg>
        <pc:picChg chg="add">
          <ac:chgData name="John Gerega" userId="bd3e1e46fb6a714b" providerId="LiveId" clId="{45F0C402-C550-4C82-B31D-5B32217A5E94}" dt="2026-02-28T15:09:32.453" v="145" actId="22"/>
          <ac:picMkLst>
            <pc:docMk/>
            <pc:sldMk cId="3967077253" sldId="269"/>
            <ac:picMk id="9" creationId="{D59BCB45-73D7-766D-FD59-D8B09BE25C52}"/>
          </ac:picMkLst>
        </pc:picChg>
      </pc:sldChg>
      <pc:sldChg chg="addSp delSp modSp add mod ord">
        <pc:chgData name="John Gerega" userId="bd3e1e46fb6a714b" providerId="LiveId" clId="{45F0C402-C550-4C82-B31D-5B32217A5E94}" dt="2026-02-28T15:16:08.421" v="272" actId="1076"/>
        <pc:sldMkLst>
          <pc:docMk/>
          <pc:sldMk cId="1279643669" sldId="270"/>
        </pc:sldMkLst>
        <pc:spChg chg="mod">
          <ac:chgData name="John Gerega" userId="bd3e1e46fb6a714b" providerId="LiveId" clId="{45F0C402-C550-4C82-B31D-5B32217A5E94}" dt="2026-02-28T15:15:09.057" v="261" actId="20577"/>
          <ac:spMkLst>
            <pc:docMk/>
            <pc:sldMk cId="1279643669" sldId="270"/>
            <ac:spMk id="2" creationId="{E7ADF079-FAEB-82AB-5AAA-BCCDB807CC00}"/>
          </ac:spMkLst>
        </pc:spChg>
        <pc:spChg chg="add del mod">
          <ac:chgData name="John Gerega" userId="bd3e1e46fb6a714b" providerId="LiveId" clId="{45F0C402-C550-4C82-B31D-5B32217A5E94}" dt="2026-02-28T15:16:02.765" v="270" actId="478"/>
          <ac:spMkLst>
            <pc:docMk/>
            <pc:sldMk cId="1279643669" sldId="270"/>
            <ac:spMk id="4" creationId="{02A6D634-AA40-EA7F-5633-86EB03E79233}"/>
          </ac:spMkLst>
        </pc:spChg>
        <pc:picChg chg="add mod">
          <ac:chgData name="John Gerega" userId="bd3e1e46fb6a714b" providerId="LiveId" clId="{45F0C402-C550-4C82-B31D-5B32217A5E94}" dt="2026-02-28T15:16:05.886" v="271" actId="1076"/>
          <ac:picMkLst>
            <pc:docMk/>
            <pc:sldMk cId="1279643669" sldId="270"/>
            <ac:picMk id="6" creationId="{6BE273B2-F117-7B45-075E-81A1E11AEF51}"/>
          </ac:picMkLst>
        </pc:picChg>
        <pc:picChg chg="add mod">
          <ac:chgData name="John Gerega" userId="bd3e1e46fb6a714b" providerId="LiveId" clId="{45F0C402-C550-4C82-B31D-5B32217A5E94}" dt="2026-02-28T15:16:08.421" v="272" actId="1076"/>
          <ac:picMkLst>
            <pc:docMk/>
            <pc:sldMk cId="1279643669" sldId="270"/>
            <ac:picMk id="8" creationId="{A9A65ADA-C7D0-4668-D0C0-B864E947F509}"/>
          </ac:picMkLst>
        </pc:picChg>
        <pc:picChg chg="del">
          <ac:chgData name="John Gerega" userId="bd3e1e46fb6a714b" providerId="LiveId" clId="{45F0C402-C550-4C82-B31D-5B32217A5E94}" dt="2026-02-28T15:15:11.239" v="262" actId="478"/>
          <ac:picMkLst>
            <pc:docMk/>
            <pc:sldMk cId="1279643669" sldId="270"/>
            <ac:picMk id="9" creationId="{298B8233-C201-16C0-9230-E1276A7195E7}"/>
          </ac:picMkLst>
        </pc:picChg>
      </pc:sldChg>
      <pc:sldChg chg="addSp delSp add del setBg delDesignElem">
        <pc:chgData name="John Gerega" userId="bd3e1e46fb6a714b" providerId="LiveId" clId="{45F0C402-C550-4C82-B31D-5B32217A5E94}" dt="2026-02-28T15:14:55.297" v="233"/>
        <pc:sldMkLst>
          <pc:docMk/>
          <pc:sldMk cId="2437964280" sldId="270"/>
        </pc:sldMkLst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3" creationId="{55D4403E-316A-B2F8-3440-27AF87E6C0AA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5" creationId="{2B692B7E-A234-07BD-1260-9CB37235924F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7" creationId="{CA81E4F4-3BE1-6D09-222B-4C92CA62E8DD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29" creationId="{6C201988-A86B-65A2-F372-DD960F35AD20}"/>
          </ac:spMkLst>
        </pc:spChg>
        <pc:spChg chg="add del">
          <ac:chgData name="John Gerega" userId="bd3e1e46fb6a714b" providerId="LiveId" clId="{45F0C402-C550-4C82-B31D-5B32217A5E94}" dt="2026-02-28T15:14:55.297" v="233"/>
          <ac:spMkLst>
            <pc:docMk/>
            <pc:sldMk cId="2437964280" sldId="270"/>
            <ac:spMk id="31" creationId="{B43BB295-49A6-F775-A17E-705AFBDDA127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2-28T12:26:48.498" v="3198" actId="1076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2-21T21:31:11.749" v="1042" actId="1076"/>
        <pc:sldMkLst>
          <pc:docMk/>
          <pc:sldMk cId="2065992260" sldId="258"/>
        </pc:sldMkLst>
        <pc:spChg chg="mod">
          <ac:chgData name="Margo Bonal" userId="18c9fa0f-b53d-478b-9dc0-6ad88786c19f" providerId="ADAL" clId="{93D479E5-F67F-4B8A-A78F-A0B574A116B6}" dt="2026-02-21T21:31:11.749" v="1042" actId="1076"/>
          <ac:spMkLst>
            <pc:docMk/>
            <pc:sldMk cId="2065992260" sldId="258"/>
            <ac:spMk id="16" creationId="{1BFE9597-EE45-D183-9C43-FB508195BFBC}"/>
          </ac:spMkLst>
        </pc:spChg>
      </pc:sldChg>
      <pc:sldChg chg="modSp mod">
        <pc:chgData name="Margo Bonal" userId="18c9fa0f-b53d-478b-9dc0-6ad88786c19f" providerId="ADAL" clId="{93D479E5-F67F-4B8A-A78F-A0B574A116B6}" dt="2026-02-22T13:30:29.735" v="2182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2-22T13:30:29.735" v="2182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modSp mod">
        <pc:chgData name="Margo Bonal" userId="18c9fa0f-b53d-478b-9dc0-6ad88786c19f" providerId="ADAL" clId="{93D479E5-F67F-4B8A-A78F-A0B574A116B6}" dt="2026-02-28T12:23:38.929" v="3113" actId="20577"/>
        <pc:sldMkLst>
          <pc:docMk/>
          <pc:sldMk cId="2428741132" sldId="265"/>
        </pc:sldMkLst>
        <pc:spChg chg="add mod">
          <ac:chgData name="Margo Bonal" userId="18c9fa0f-b53d-478b-9dc0-6ad88786c19f" providerId="ADAL" clId="{93D479E5-F67F-4B8A-A78F-A0B574A116B6}" dt="2026-02-28T12:23:38.929" v="3113" actId="20577"/>
          <ac:spMkLst>
            <pc:docMk/>
            <pc:sldMk cId="2428741132" sldId="265"/>
            <ac:spMk id="2" creationId="{726ED135-95C1-5462-0C4A-3CB641B9D068}"/>
          </ac:spMkLst>
        </pc:spChg>
        <pc:spChg chg="mod">
          <ac:chgData name="Margo Bonal" userId="18c9fa0f-b53d-478b-9dc0-6ad88786c19f" providerId="ADAL" clId="{93D479E5-F67F-4B8A-A78F-A0B574A116B6}" dt="2026-02-21T21:42:54.604" v="146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mod">
        <pc:chgData name="Margo Bonal" userId="18c9fa0f-b53d-478b-9dc0-6ad88786c19f" providerId="ADAL" clId="{93D479E5-F67F-4B8A-A78F-A0B574A116B6}" dt="2026-02-28T12:22:35.190" v="3052" actId="20577"/>
        <pc:sldMkLst>
          <pc:docMk/>
          <pc:sldMk cId="3526335932" sldId="266"/>
        </pc:sldMkLst>
        <pc:spChg chg="add del mod">
          <ac:chgData name="Margo Bonal" userId="18c9fa0f-b53d-478b-9dc0-6ad88786c19f" providerId="ADAL" clId="{93D479E5-F67F-4B8A-A78F-A0B574A116B6}" dt="2026-02-28T12:19:21.486" v="2796" actId="478"/>
          <ac:spMkLst>
            <pc:docMk/>
            <pc:sldMk cId="3526335932" sldId="266"/>
            <ac:spMk id="2" creationId="{FB4EC798-8386-CB36-1C33-949CA6568550}"/>
          </ac:spMkLst>
        </pc:spChg>
        <pc:spChg chg="add mod">
          <ac:chgData name="Margo Bonal" userId="18c9fa0f-b53d-478b-9dc0-6ad88786c19f" providerId="ADAL" clId="{93D479E5-F67F-4B8A-A78F-A0B574A116B6}" dt="2026-02-28T12:22:19.720" v="3017" actId="255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2-28T12:22:35.190" v="3052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mod">
        <pc:chgData name="Margo Bonal" userId="18c9fa0f-b53d-478b-9dc0-6ad88786c19f" providerId="ADAL" clId="{93D479E5-F67F-4B8A-A78F-A0B574A116B6}" dt="2026-02-28T12:03:09.425" v="2383" actId="26606"/>
        <pc:sldMkLst>
          <pc:docMk/>
          <pc:sldMk cId="466827126" sldId="267"/>
        </pc:sldMkLst>
        <pc:spChg chg="add del">
          <ac:chgData name="Margo Bonal" userId="18c9fa0f-b53d-478b-9dc0-6ad88786c19f" providerId="ADAL" clId="{93D479E5-F67F-4B8A-A78F-A0B574A116B6}" dt="2026-02-28T12:03:09.425" v="2383" actId="26606"/>
          <ac:spMkLst>
            <pc:docMk/>
            <pc:sldMk cId="466827126" sldId="267"/>
            <ac:spMk id="3" creationId="{ED251D10-213C-75FF-8717-7ADF2D6C82F3}"/>
          </ac:spMkLst>
        </pc:spChg>
        <pc:graphicFrameChg chg="add del">
          <ac:chgData name="Margo Bonal" userId="18c9fa0f-b53d-478b-9dc0-6ad88786c19f" providerId="ADAL" clId="{93D479E5-F67F-4B8A-A78F-A0B574A116B6}" dt="2026-02-28T12:02:16.075" v="2376" actId="26606"/>
          <ac:graphicFrameMkLst>
            <pc:docMk/>
            <pc:sldMk cId="466827126" sldId="267"/>
            <ac:graphicFrameMk id="26" creationId="{EA78882D-FC5E-C726-38F8-4EB00491C692}"/>
          </ac:graphicFrameMkLst>
        </pc:graphicFrameChg>
        <pc:graphicFrameChg chg="add del">
          <ac:chgData name="Margo Bonal" userId="18c9fa0f-b53d-478b-9dc0-6ad88786c19f" providerId="ADAL" clId="{93D479E5-F67F-4B8A-A78F-A0B574A116B6}" dt="2026-02-28T12:02:19.470" v="2378" actId="26606"/>
          <ac:graphicFrameMkLst>
            <pc:docMk/>
            <pc:sldMk cId="466827126" sldId="267"/>
            <ac:graphicFrameMk id="28" creationId="{7542026F-62FC-4859-E398-79F501E62E5B}"/>
          </ac:graphicFrameMkLst>
        </pc:graphicFrameChg>
        <pc:graphicFrameChg chg="add del mod modGraphic">
          <ac:chgData name="Margo Bonal" userId="18c9fa0f-b53d-478b-9dc0-6ad88786c19f" providerId="ADAL" clId="{93D479E5-F67F-4B8A-A78F-A0B574A116B6}" dt="2026-02-28T12:03:09.425" v="2383" actId="26606"/>
          <ac:graphicFrameMkLst>
            <pc:docMk/>
            <pc:sldMk cId="466827126" sldId="267"/>
            <ac:graphicFrameMk id="30" creationId="{EA78882D-FC5E-C726-38F8-4EB00491C692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2-28T12:26:48.498" v="3198" actId="1076"/>
        <pc:sldMkLst>
          <pc:docMk/>
          <pc:sldMk cId="4219413297" sldId="268"/>
        </pc:sldMkLst>
        <pc:spChg chg="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2" creationId="{D0159786-1CB9-CF42-5F8B-07BFBD054CB1}"/>
          </ac:spMkLst>
        </pc:spChg>
        <pc:spChg chg="add del mod">
          <ac:chgData name="Margo Bonal" userId="18c9fa0f-b53d-478b-9dc0-6ad88786c19f" providerId="ADAL" clId="{93D479E5-F67F-4B8A-A78F-A0B574A116B6}" dt="2026-02-28T11:56:10.775" v="2209"/>
          <ac:spMkLst>
            <pc:docMk/>
            <pc:sldMk cId="4219413297" sldId="268"/>
            <ac:spMk id="3" creationId="{7E6AA633-D124-6BFD-932C-FCCD4316EC42}"/>
          </ac:spMkLst>
        </pc:spChg>
        <pc:spChg chg="add mod">
          <ac:chgData name="Margo Bonal" userId="18c9fa0f-b53d-478b-9dc0-6ad88786c19f" providerId="ADAL" clId="{93D479E5-F67F-4B8A-A78F-A0B574A116B6}" dt="2026-02-28T11:56:08.785" v="2208"/>
          <ac:spMkLst>
            <pc:docMk/>
            <pc:sldMk cId="4219413297" sldId="268"/>
            <ac:spMk id="4" creationId="{7FFAB0A8-C50E-2BD1-468C-8DEB05300F89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5" creationId="{5A2C9213-F134-BC5B-CC76-C9CE4606D759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6" creationId="{7FF7733F-EFF0-3D33-28E5-ED6826E06EF7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7" creationId="{0726E6D1-BE52-7A2D-7789-3391BE7FDCEC}"/>
          </ac:spMkLst>
        </pc:spChg>
        <pc:spChg chg="add del mod">
          <ac:chgData name="Margo Bonal" userId="18c9fa0f-b53d-478b-9dc0-6ad88786c19f" providerId="ADAL" clId="{93D479E5-F67F-4B8A-A78F-A0B574A116B6}" dt="2026-02-28T11:58:02.271" v="2290"/>
          <ac:spMkLst>
            <pc:docMk/>
            <pc:sldMk cId="4219413297" sldId="268"/>
            <ac:spMk id="8" creationId="{A72D7248-D06F-00F8-17F4-5C82DFB18D0F}"/>
          </ac:spMkLst>
        </pc:spChg>
        <pc:spChg chg="add del mod">
          <ac:chgData name="Margo Bonal" userId="18c9fa0f-b53d-478b-9dc0-6ad88786c19f" providerId="ADAL" clId="{93D479E5-F67F-4B8A-A78F-A0B574A116B6}" dt="2026-02-28T12:10:08.851" v="2462" actId="478"/>
          <ac:spMkLst>
            <pc:docMk/>
            <pc:sldMk cId="4219413297" sldId="268"/>
            <ac:spMk id="9" creationId="{ADD9915B-6622-E290-B94C-1A2ED77E785F}"/>
          </ac:spMkLst>
        </pc:spChg>
        <pc:spChg chg="add mod">
          <ac:chgData name="Margo Bonal" userId="18c9fa0f-b53d-478b-9dc0-6ad88786c19f" providerId="ADAL" clId="{93D479E5-F67F-4B8A-A78F-A0B574A116B6}" dt="2026-02-28T12:00:08.196" v="2332" actId="20577"/>
          <ac:spMkLst>
            <pc:docMk/>
            <pc:sldMk cId="4219413297" sldId="268"/>
            <ac:spMk id="10" creationId="{BE354AA7-38E8-ED63-FAB8-CDBD10525986}"/>
          </ac:spMkLst>
        </pc:spChg>
        <pc:spChg chg="add">
          <ac:chgData name="Margo Bonal" userId="18c9fa0f-b53d-478b-9dc0-6ad88786c19f" providerId="ADAL" clId="{93D479E5-F67F-4B8A-A78F-A0B574A116B6}" dt="2026-02-28T12:01:03.186" v="2366"/>
          <ac:spMkLst>
            <pc:docMk/>
            <pc:sldMk cId="4219413297" sldId="268"/>
            <ac:spMk id="11" creationId="{0BE82091-74FC-648D-005D-059C30513381}"/>
          </ac:spMkLst>
        </pc:spChg>
        <pc:spChg chg="add del mod">
          <ac:chgData name="Margo Bonal" userId="18c9fa0f-b53d-478b-9dc0-6ad88786c19f" providerId="ADAL" clId="{93D479E5-F67F-4B8A-A78F-A0B574A116B6}" dt="2026-02-28T12:10:49.162" v="2467" actId="478"/>
          <ac:spMkLst>
            <pc:docMk/>
            <pc:sldMk cId="4219413297" sldId="268"/>
            <ac:spMk id="13" creationId="{46480A66-009C-CBDC-0D49-B2C08020754A}"/>
          </ac:spMkLst>
        </pc:spChg>
        <pc:spChg chg="add del mod">
          <ac:chgData name="Margo Bonal" userId="18c9fa0f-b53d-478b-9dc0-6ad88786c19f" providerId="ADAL" clId="{93D479E5-F67F-4B8A-A78F-A0B574A116B6}" dt="2026-02-28T12:10:47.705" v="2466" actId="478"/>
          <ac:spMkLst>
            <pc:docMk/>
            <pc:sldMk cId="4219413297" sldId="268"/>
            <ac:spMk id="14" creationId="{ABC30B39-865D-03F4-8399-21BE1B4D9C41}"/>
          </ac:spMkLst>
        </pc:spChg>
        <pc:spChg chg="add mod">
          <ac:chgData name="Margo Bonal" userId="18c9fa0f-b53d-478b-9dc0-6ad88786c19f" providerId="ADAL" clId="{93D479E5-F67F-4B8A-A78F-A0B574A116B6}" dt="2026-02-28T12:26:48.498" v="3198" actId="1076"/>
          <ac:spMkLst>
            <pc:docMk/>
            <pc:sldMk cId="4219413297" sldId="268"/>
            <ac:spMk id="15" creationId="{9DA9A664-A267-EB97-868E-C19A10CD5877}"/>
          </ac:spMkLst>
        </pc:spChg>
        <pc:spChg chg="add mod">
          <ac:chgData name="Margo Bonal" userId="18c9fa0f-b53d-478b-9dc0-6ad88786c19f" providerId="ADAL" clId="{93D479E5-F67F-4B8A-A78F-A0B574A116B6}" dt="2026-02-28T12:15:25.422" v="2513" actId="2711"/>
          <ac:spMkLst>
            <pc:docMk/>
            <pc:sldMk cId="4219413297" sldId="268"/>
            <ac:spMk id="16" creationId="{93A8E2B9-D4F6-3791-1230-411E65957120}"/>
          </ac:spMkLst>
        </pc:spChg>
        <pc:spChg chg="add mod">
          <ac:chgData name="Margo Bonal" userId="18c9fa0f-b53d-478b-9dc0-6ad88786c19f" providerId="ADAL" clId="{93D479E5-F67F-4B8A-A78F-A0B574A116B6}" dt="2026-02-28T12:11:50.736" v="2491" actId="14100"/>
          <ac:spMkLst>
            <pc:docMk/>
            <pc:sldMk cId="4219413297" sldId="268"/>
            <ac:spMk id="17" creationId="{608D539C-0FAA-4AF0-8032-7488D9480E72}"/>
          </ac:spMkLst>
        </pc:spChg>
        <pc:spChg chg="add mod">
          <ac:chgData name="Margo Bonal" userId="18c9fa0f-b53d-478b-9dc0-6ad88786c19f" providerId="ADAL" clId="{93D479E5-F67F-4B8A-A78F-A0B574A116B6}" dt="2026-02-28T12:11:17.926" v="2478" actId="14100"/>
          <ac:spMkLst>
            <pc:docMk/>
            <pc:sldMk cId="4219413297" sldId="268"/>
            <ac:spMk id="18" creationId="{2691CABF-B09E-C0C1-221E-9EFAED73D970}"/>
          </ac:spMkLst>
        </pc:spChg>
        <pc:spChg chg="add del">
          <ac:chgData name="Margo Bonal" userId="18c9fa0f-b53d-478b-9dc0-6ad88786c19f" providerId="ADAL" clId="{93D479E5-F67F-4B8A-A78F-A0B574A116B6}" dt="2026-02-28T12:10:30.714" v="2464" actId="26606"/>
          <ac:spMkLst>
            <pc:docMk/>
            <pc:sldMk cId="4219413297" sldId="268"/>
            <ac:spMk id="19" creationId="{D5B339F4-93B9-4E04-9721-143AD6782EA9}"/>
          </ac:spMkLst>
        </pc:spChg>
        <pc:spChg chg="add mod">
          <ac:chgData name="Margo Bonal" userId="18c9fa0f-b53d-478b-9dc0-6ad88786c19f" providerId="ADAL" clId="{93D479E5-F67F-4B8A-A78F-A0B574A116B6}" dt="2026-02-28T12:16:42.336" v="2582" actId="113"/>
          <ac:spMkLst>
            <pc:docMk/>
            <pc:sldMk cId="4219413297" sldId="268"/>
            <ac:spMk id="20" creationId="{6368A44F-08DC-BC2B-12BC-BDE3D552E763}"/>
          </ac:spMkLst>
        </pc:spChg>
        <pc:spChg chg="add mod">
          <ac:chgData name="Margo Bonal" userId="18c9fa0f-b53d-478b-9dc0-6ad88786c19f" providerId="ADAL" clId="{93D479E5-F67F-4B8A-A78F-A0B574A116B6}" dt="2026-02-28T12:25:18.909" v="3162" actId="11530"/>
          <ac:spMkLst>
            <pc:docMk/>
            <pc:sldMk cId="4219413297" sldId="268"/>
            <ac:spMk id="24" creationId="{A720C932-E1A0-9137-C906-ABA9F8B2648A}"/>
          </ac:spMkLst>
        </pc:spChg>
        <pc:spChg chg="add del">
          <ac:chgData name="Margo Bonal" userId="18c9fa0f-b53d-478b-9dc0-6ad88786c19f" providerId="ADAL" clId="{93D479E5-F67F-4B8A-A78F-A0B574A116B6}" dt="2026-02-28T12:10:30.714" v="2464" actId="26606"/>
          <ac:spMkLst>
            <pc:docMk/>
            <pc:sldMk cId="4219413297" sldId="268"/>
            <ac:spMk id="25" creationId="{871AEA07-1E14-44B4-8E55-64EF049CD66F}"/>
          </ac:spMkLst>
        </pc:spChg>
        <pc:spChg chg="add mod">
          <ac:chgData name="Margo Bonal" userId="18c9fa0f-b53d-478b-9dc0-6ad88786c19f" providerId="ADAL" clId="{93D479E5-F67F-4B8A-A78F-A0B574A116B6}" dt="2026-02-28T12:26:33.793" v="3197" actId="207"/>
          <ac:spMkLst>
            <pc:docMk/>
            <pc:sldMk cId="4219413297" sldId="268"/>
            <ac:spMk id="26" creationId="{5F31E57D-05C7-2381-D139-91E75C817E8D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27" creationId="{B0EE8A42-107A-4D4C-8D56-BBAE95C7FC0D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28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29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30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2-28T12:10:30.718" v="2465" actId="26606"/>
          <ac:spMkLst>
            <pc:docMk/>
            <pc:sldMk cId="4219413297" sldId="268"/>
            <ac:spMk id="31" creationId="{F10BCCF5-D685-47FF-B675-647EAEB72C8E}"/>
          </ac:spMkLst>
        </pc:spChg>
        <pc:grpChg chg="add del">
          <ac:chgData name="Margo Bonal" userId="18c9fa0f-b53d-478b-9dc0-6ad88786c19f" providerId="ADAL" clId="{93D479E5-F67F-4B8A-A78F-A0B574A116B6}" dt="2026-02-28T12:10:30.714" v="2464" actId="26606"/>
          <ac:grpSpMkLst>
            <pc:docMk/>
            <pc:sldMk cId="4219413297" sldId="268"/>
            <ac:grpSpMk id="21" creationId="{8734DDD3-F723-4DD3-8ABE-EC0B2AC87D74}"/>
          </ac:grpSpMkLst>
        </pc:grpChg>
        <pc:graphicFrameChg chg="add del mod">
          <ac:chgData name="Margo Bonal" userId="18c9fa0f-b53d-478b-9dc0-6ad88786c19f" providerId="ADAL" clId="{93D479E5-F67F-4B8A-A78F-A0B574A116B6}" dt="2026-02-28T12:04:44.769" v="2386" actId="26606"/>
          <ac:graphicFrameMkLst>
            <pc:docMk/>
            <pc:sldMk cId="4219413297" sldId="268"/>
            <ac:graphicFrameMk id="12" creationId="{B9665DE6-4866-E56A-8C19-495E5FB3DB4B}"/>
          </ac:graphicFrameMkLst>
        </pc:graphicFrameChg>
      </pc:sldChg>
      <pc:sldChg chg="addSp delSp modSp new del mod setBg">
        <pc:chgData name="Margo Bonal" userId="18c9fa0f-b53d-478b-9dc0-6ad88786c19f" providerId="ADAL" clId="{93D479E5-F67F-4B8A-A78F-A0B574A116B6}" dt="2026-02-28T12:13:50.323" v="2503" actId="2696"/>
        <pc:sldMkLst>
          <pc:docMk/>
          <pc:sldMk cId="677972112" sldId="269"/>
        </pc:sldMkLst>
        <pc:spChg chg="del mod">
          <ac:chgData name="Margo Bonal" userId="18c9fa0f-b53d-478b-9dc0-6ad88786c19f" providerId="ADAL" clId="{93D479E5-F67F-4B8A-A78F-A0B574A116B6}" dt="2026-02-28T12:08:06" v="2453" actId="478"/>
          <ac:spMkLst>
            <pc:docMk/>
            <pc:sldMk cId="677972112" sldId="269"/>
            <ac:spMk id="2" creationId="{308677E3-C1D7-2CB6-5CA8-9370A6745A8B}"/>
          </ac:spMkLst>
        </pc:spChg>
        <pc:spChg chg="del mod">
          <ac:chgData name="Margo Bonal" userId="18c9fa0f-b53d-478b-9dc0-6ad88786c19f" providerId="ADAL" clId="{93D479E5-F67F-4B8A-A78F-A0B574A116B6}" dt="2026-02-28T12:08:06" v="2453" actId="478"/>
          <ac:spMkLst>
            <pc:docMk/>
            <pc:sldMk cId="677972112" sldId="269"/>
            <ac:spMk id="3" creationId="{B3CD61B3-B6AC-30DF-790B-317DADC38051}"/>
          </ac:spMkLst>
        </pc:spChg>
        <pc:spChg chg="add mod">
          <ac:chgData name="Margo Bonal" userId="18c9fa0f-b53d-478b-9dc0-6ad88786c19f" providerId="ADAL" clId="{93D479E5-F67F-4B8A-A78F-A0B574A116B6}" dt="2026-02-28T12:08:27.520" v="2457" actId="1076"/>
          <ac:spMkLst>
            <pc:docMk/>
            <pc:sldMk cId="677972112" sldId="269"/>
            <ac:spMk id="4" creationId="{AA0DA36C-8D1A-D554-6638-6DFAFB96769E}"/>
          </ac:spMkLst>
        </pc:spChg>
        <pc:spChg chg="add mod">
          <ac:chgData name="Margo Bonal" userId="18c9fa0f-b53d-478b-9dc0-6ad88786c19f" providerId="ADAL" clId="{93D479E5-F67F-4B8A-A78F-A0B574A116B6}" dt="2026-02-28T12:08:35.134" v="2458" actId="1076"/>
          <ac:spMkLst>
            <pc:docMk/>
            <pc:sldMk cId="677972112" sldId="269"/>
            <ac:spMk id="5" creationId="{D615DDCF-6207-F3E9-A448-D6FF7C498F30}"/>
          </ac:spMkLst>
        </pc:spChg>
        <pc:spChg chg="add mod">
          <ac:chgData name="Margo Bonal" userId="18c9fa0f-b53d-478b-9dc0-6ad88786c19f" providerId="ADAL" clId="{93D479E5-F67F-4B8A-A78F-A0B574A116B6}" dt="2026-02-28T12:08:17.773" v="2455" actId="1076"/>
          <ac:spMkLst>
            <pc:docMk/>
            <pc:sldMk cId="677972112" sldId="269"/>
            <ac:spMk id="6" creationId="{FA8B2CB0-8EA3-B8FA-969A-B72FC085B460}"/>
          </ac:spMkLst>
        </pc:spChg>
        <pc:spChg chg="add mod">
          <ac:chgData name="Margo Bonal" userId="18c9fa0f-b53d-478b-9dc0-6ad88786c19f" providerId="ADAL" clId="{93D479E5-F67F-4B8A-A78F-A0B574A116B6}" dt="2026-02-28T12:09:07.751" v="2461" actId="1076"/>
          <ac:spMkLst>
            <pc:docMk/>
            <pc:sldMk cId="677972112" sldId="269"/>
            <ac:spMk id="7" creationId="{B0AB86BC-D14A-7E03-D951-F69B0D10FAA2}"/>
          </ac:spMkLst>
        </pc:spChg>
        <pc:spChg chg="add del">
          <ac:chgData name="Margo Bonal" userId="18c9fa0f-b53d-478b-9dc0-6ad88786c19f" providerId="ADAL" clId="{93D479E5-F67F-4B8A-A78F-A0B574A116B6}" dt="2026-02-28T12:06:18.990" v="2402" actId="26606"/>
          <ac:spMkLst>
            <pc:docMk/>
            <pc:sldMk cId="677972112" sldId="269"/>
            <ac:spMk id="8" creationId="{9095C1F4-AE7F-44E4-8693-40D3D6831140}"/>
          </ac:spMkLst>
        </pc:spChg>
        <pc:spChg chg="add mod">
          <ac:chgData name="Margo Bonal" userId="18c9fa0f-b53d-478b-9dc0-6ad88786c19f" providerId="ADAL" clId="{93D479E5-F67F-4B8A-A78F-A0B574A116B6}" dt="2026-02-28T12:08:56.175" v="2459" actId="1076"/>
          <ac:spMkLst>
            <pc:docMk/>
            <pc:sldMk cId="677972112" sldId="269"/>
            <ac:spMk id="9" creationId="{012AF27A-4CAC-30A5-00D6-5D878013F4A1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12" creationId="{B36D2DE0-0628-4A9A-A59D-7BA8B5EB3022}"/>
          </ac:spMkLst>
        </pc:spChg>
        <pc:spChg chg="add del">
          <ac:chgData name="Margo Bonal" userId="18c9fa0f-b53d-478b-9dc0-6ad88786c19f" providerId="ADAL" clId="{93D479E5-F67F-4B8A-A78F-A0B574A116B6}" dt="2026-02-28T12:06:18.990" v="2402" actId="26606"/>
          <ac:spMkLst>
            <pc:docMk/>
            <pc:sldMk cId="677972112" sldId="269"/>
            <ac:spMk id="14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6:24.163" v="2404" actId="26606"/>
          <ac:spMkLst>
            <pc:docMk/>
            <pc:sldMk cId="677972112" sldId="269"/>
            <ac:spMk id="16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6:24.163" v="2404" actId="26606"/>
          <ac:spMkLst>
            <pc:docMk/>
            <pc:sldMk cId="677972112" sldId="269"/>
            <ac:spMk id="19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1" creationId="{D278ADA9-6383-4BDD-80D2-8899A402687B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2" creationId="{484B7147-B0F6-40ED-B5A2-FF72BC8198B6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3" creationId="{48E405C9-94BE-41DA-928C-DEC9A8550E9F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4" creationId="{D2091A72-D5BB-42AC-8FD3-F7747D90861E}"/>
          </ac:spMkLst>
        </pc:spChg>
        <pc:spChg chg="add del">
          <ac:chgData name="Margo Bonal" userId="18c9fa0f-b53d-478b-9dc0-6ad88786c19f" providerId="ADAL" clId="{93D479E5-F67F-4B8A-A78F-A0B574A116B6}" dt="2026-02-28T12:06:26.301" v="2406" actId="26606"/>
          <ac:spMkLst>
            <pc:docMk/>
            <pc:sldMk cId="677972112" sldId="269"/>
            <ac:spMk id="25" creationId="{6ED12BFC-A737-46AF-8411-481112D54B0C}"/>
          </ac:spMkLst>
        </pc:spChg>
        <pc:spChg chg="add del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27" creationId="{0262E669-7774-4EAE-BBCE-F9FFE664D513}"/>
          </ac:spMkLst>
        </pc:spChg>
        <pc:spChg chg="add del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28" creationId="{0CD485ED-328F-4350-AB3E-F6EA4514990B}"/>
          </ac:spMkLst>
        </pc:spChg>
        <pc:spChg chg="add del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29" creationId="{5353D259-DA18-451D-9A95-02198BF55E20}"/>
          </ac:spMkLst>
        </pc:spChg>
        <pc:spChg chg="add del">
          <ac:chgData name="Margo Bonal" userId="18c9fa0f-b53d-478b-9dc0-6ad88786c19f" providerId="ADAL" clId="{93D479E5-F67F-4B8A-A78F-A0B574A116B6}" dt="2026-02-28T12:06:56.378" v="2431" actId="26606"/>
          <ac:spMkLst>
            <pc:docMk/>
            <pc:sldMk cId="677972112" sldId="269"/>
            <ac:spMk id="34" creationId="{54A6836E-C603-43CB-9DA7-89D8E3FA3838}"/>
          </ac:spMkLst>
        </pc:spChg>
        <pc:spChg chg="add del">
          <ac:chgData name="Margo Bonal" userId="18c9fa0f-b53d-478b-9dc0-6ad88786c19f" providerId="ADAL" clId="{93D479E5-F67F-4B8A-A78F-A0B574A116B6}" dt="2026-02-28T12:06:56.378" v="2431" actId="26606"/>
          <ac:spMkLst>
            <pc:docMk/>
            <pc:sldMk cId="677972112" sldId="269"/>
            <ac:spMk id="36" creationId="{296007DD-F9BF-4F0F-B8C6-C514B2841971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42" creationId="{D8142CC3-2B5C-48E6-9DF0-6C8ACBAF23EF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46" creationId="{46A89C79-8EF3-4AF9-B3D9-59A883F41C83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0" creationId="{D278ADA9-6383-4BDD-80D2-8899A402687B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2" creationId="{B36D2DE0-0628-4A9A-A59D-7BA8B5EB3022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3" creationId="{48E405C9-94BE-41DA-928C-DEC9A8550E9F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4" creationId="{D2091A72-D5BB-42AC-8FD3-F7747D90861E}"/>
          </ac:spMkLst>
        </pc:spChg>
        <pc:spChg chg="add del">
          <ac:chgData name="Margo Bonal" userId="18c9fa0f-b53d-478b-9dc0-6ad88786c19f" providerId="ADAL" clId="{93D479E5-F67F-4B8A-A78F-A0B574A116B6}" dt="2026-02-28T12:06:58.515" v="2433" actId="26606"/>
          <ac:spMkLst>
            <pc:docMk/>
            <pc:sldMk cId="677972112" sldId="269"/>
            <ac:spMk id="55" creationId="{6ED12BFC-A737-46AF-8411-481112D54B0C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57" creationId="{46F1F2C8-798B-4CCE-A851-94AFAF350BED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58" creationId="{755E9CD0-04B0-4A3C-B291-AD913379C713}"/>
          </ac:spMkLst>
        </pc:spChg>
        <pc:spChg chg="add del">
          <ac:chgData name="Margo Bonal" userId="18c9fa0f-b53d-478b-9dc0-6ad88786c19f" providerId="ADAL" clId="{93D479E5-F67F-4B8A-A78F-A0B574A116B6}" dt="2026-02-28T12:07:16.364" v="2435" actId="26606"/>
          <ac:spMkLst>
            <pc:docMk/>
            <pc:sldMk cId="677972112" sldId="269"/>
            <ac:spMk id="61" creationId="{72AF41FE-63D7-4695-81D2-66D2510E4486}"/>
          </ac:spMkLst>
        </pc:spChg>
        <pc:spChg chg="add del">
          <ac:chgData name="Margo Bonal" userId="18c9fa0f-b53d-478b-9dc0-6ad88786c19f" providerId="ADAL" clId="{93D479E5-F67F-4B8A-A78F-A0B574A116B6}" dt="2026-02-28T12:07:21.311" v="2437" actId="26606"/>
          <ac:spMkLst>
            <pc:docMk/>
            <pc:sldMk cId="677972112" sldId="269"/>
            <ac:spMk id="63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7:21.311" v="2437" actId="26606"/>
          <ac:spMkLst>
            <pc:docMk/>
            <pc:sldMk cId="677972112" sldId="269"/>
            <ac:spMk id="66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7:26.662" v="2439" actId="26606"/>
          <ac:spMkLst>
            <pc:docMk/>
            <pc:sldMk cId="677972112" sldId="269"/>
            <ac:spMk id="68" creationId="{0262E669-7774-4EAE-BBCE-F9FFE664D513}"/>
          </ac:spMkLst>
        </pc:spChg>
        <pc:spChg chg="add del">
          <ac:chgData name="Margo Bonal" userId="18c9fa0f-b53d-478b-9dc0-6ad88786c19f" providerId="ADAL" clId="{93D479E5-F67F-4B8A-A78F-A0B574A116B6}" dt="2026-02-28T12:07:26.662" v="2439" actId="26606"/>
          <ac:spMkLst>
            <pc:docMk/>
            <pc:sldMk cId="677972112" sldId="269"/>
            <ac:spMk id="69" creationId="{D0838CA9-6736-4868-BAC7-C020254B5B07}"/>
          </ac:spMkLst>
        </pc:spChg>
        <pc:spChg chg="add del">
          <ac:chgData name="Margo Bonal" userId="18c9fa0f-b53d-478b-9dc0-6ad88786c19f" providerId="ADAL" clId="{93D479E5-F67F-4B8A-A78F-A0B574A116B6}" dt="2026-02-28T12:07:26.662" v="2439" actId="26606"/>
          <ac:spMkLst>
            <pc:docMk/>
            <pc:sldMk cId="677972112" sldId="269"/>
            <ac:spMk id="70" creationId="{6AA9F379-605C-48FC-AA29-73D667134AED}"/>
          </ac:spMkLst>
        </pc:spChg>
        <pc:spChg chg="add del">
          <ac:chgData name="Margo Bonal" userId="18c9fa0f-b53d-478b-9dc0-6ad88786c19f" providerId="ADAL" clId="{93D479E5-F67F-4B8A-A78F-A0B574A116B6}" dt="2026-02-28T12:07:32.017" v="2441" actId="26606"/>
          <ac:spMkLst>
            <pc:docMk/>
            <pc:sldMk cId="677972112" sldId="269"/>
            <ac:spMk id="72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7:32.017" v="2441" actId="26606"/>
          <ac:spMkLst>
            <pc:docMk/>
            <pc:sldMk cId="677972112" sldId="269"/>
            <ac:spMk id="75" creationId="{871AEA07-1E14-44B4-8E55-64EF049CD66F}"/>
          </ac:spMkLst>
        </pc:spChg>
        <pc:spChg chg="add">
          <ac:chgData name="Margo Bonal" userId="18c9fa0f-b53d-478b-9dc0-6ad88786c19f" providerId="ADAL" clId="{93D479E5-F67F-4B8A-A78F-A0B574A116B6}" dt="2026-02-28T12:07:32.028" v="2442" actId="26606"/>
          <ac:spMkLst>
            <pc:docMk/>
            <pc:sldMk cId="677972112" sldId="269"/>
            <ac:spMk id="77" creationId="{59EF30C2-29AC-4A0D-BC0A-A679CF113EDD}"/>
          </ac:spMkLst>
        </pc:spChg>
        <pc:spChg chg="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78" creationId="{9C682A1A-5B2D-4111-BBD6-620165633E5B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0" creationId="{A04F1504-431A-4D86-9091-AE7E4B33376B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1" creationId="{EA804283-B929-4503-802F-4585376E2B42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3" creationId="{067AD921-1CEE-4C1B-9AA3-C66D908DDD14}"/>
          </ac:spMkLst>
        </pc:spChg>
        <pc:spChg chg="add del">
          <ac:chgData name="Margo Bonal" userId="18c9fa0f-b53d-478b-9dc0-6ad88786c19f" providerId="ADAL" clId="{93D479E5-F67F-4B8A-A78F-A0B574A116B6}" dt="2026-02-28T12:07:37.010" v="2443" actId="26606"/>
          <ac:spMkLst>
            <pc:docMk/>
            <pc:sldMk cId="677972112" sldId="269"/>
            <ac:spMk id="84" creationId="{C36A08F5-3B56-47C5-A371-9187BE56E1E5}"/>
          </ac:spMkLst>
        </pc:spChg>
        <pc:spChg chg="add del">
          <ac:chgData name="Margo Bonal" userId="18c9fa0f-b53d-478b-9dc0-6ad88786c19f" providerId="ADAL" clId="{93D479E5-F67F-4B8A-A78F-A0B574A116B6}" dt="2026-02-28T12:07:38.608" v="2445" actId="26606"/>
          <ac:spMkLst>
            <pc:docMk/>
            <pc:sldMk cId="677972112" sldId="269"/>
            <ac:spMk id="86" creationId="{9095C1F4-AE7F-44E4-8693-40D3D6831140}"/>
          </ac:spMkLst>
        </pc:spChg>
        <pc:spChg chg="add del">
          <ac:chgData name="Margo Bonal" userId="18c9fa0f-b53d-478b-9dc0-6ad88786c19f" providerId="ADAL" clId="{93D479E5-F67F-4B8A-A78F-A0B574A116B6}" dt="2026-02-28T12:07:38.608" v="2445" actId="26606"/>
          <ac:spMkLst>
            <pc:docMk/>
            <pc:sldMk cId="677972112" sldId="269"/>
            <ac:spMk id="89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7:42.048" v="2447" actId="26606"/>
          <ac:spMkLst>
            <pc:docMk/>
            <pc:sldMk cId="677972112" sldId="269"/>
            <ac:spMk id="91" creationId="{1ACA2EA0-FFD3-42EC-9406-B595015ED96E}"/>
          </ac:spMkLst>
        </pc:spChg>
        <pc:spChg chg="add del">
          <ac:chgData name="Margo Bonal" userId="18c9fa0f-b53d-478b-9dc0-6ad88786c19f" providerId="ADAL" clId="{93D479E5-F67F-4B8A-A78F-A0B574A116B6}" dt="2026-02-28T12:07:42.048" v="2447" actId="26606"/>
          <ac:spMkLst>
            <pc:docMk/>
            <pc:sldMk cId="677972112" sldId="269"/>
            <ac:spMk id="92" creationId="{D5288BCE-665C-472A-8C43-664BCFA31E43}"/>
          </ac:spMkLst>
        </pc:spChg>
        <pc:spChg chg="add del">
          <ac:chgData name="Margo Bonal" userId="18c9fa0f-b53d-478b-9dc0-6ad88786c19f" providerId="ADAL" clId="{93D479E5-F67F-4B8A-A78F-A0B574A116B6}" dt="2026-02-28T12:07:42.048" v="2447" actId="26606"/>
          <ac:spMkLst>
            <pc:docMk/>
            <pc:sldMk cId="677972112" sldId="269"/>
            <ac:spMk id="93" creationId="{46C57131-53A7-4C1A-BEA8-25F06A06AD29}"/>
          </ac:spMkLst>
        </pc:spChg>
        <pc:spChg chg="add del">
          <ac:chgData name="Margo Bonal" userId="18c9fa0f-b53d-478b-9dc0-6ad88786c19f" providerId="ADAL" clId="{93D479E5-F67F-4B8A-A78F-A0B574A116B6}" dt="2026-02-28T12:07:46.212" v="2449" actId="26606"/>
          <ac:spMkLst>
            <pc:docMk/>
            <pc:sldMk cId="677972112" sldId="269"/>
            <ac:spMk id="95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2-28T12:07:46.212" v="2449" actId="26606"/>
          <ac:spMkLst>
            <pc:docMk/>
            <pc:sldMk cId="677972112" sldId="269"/>
            <ac:spMk id="98" creationId="{871AEA07-1E14-44B4-8E55-64EF049CD66F}"/>
          </ac:spMkLst>
        </pc:spChg>
        <pc:spChg chg="add del">
          <ac:chgData name="Margo Bonal" userId="18c9fa0f-b53d-478b-9dc0-6ad88786c19f" providerId="ADAL" clId="{93D479E5-F67F-4B8A-A78F-A0B574A116B6}" dt="2026-02-28T12:07:54.028" v="2451" actId="26606"/>
          <ac:spMkLst>
            <pc:docMk/>
            <pc:sldMk cId="677972112" sldId="269"/>
            <ac:spMk id="100" creationId="{54A6836E-C603-43CB-9DA7-89D8E3FA3838}"/>
          </ac:spMkLst>
        </pc:spChg>
        <pc:spChg chg="add del">
          <ac:chgData name="Margo Bonal" userId="18c9fa0f-b53d-478b-9dc0-6ad88786c19f" providerId="ADAL" clId="{93D479E5-F67F-4B8A-A78F-A0B574A116B6}" dt="2026-02-28T12:07:54.028" v="2451" actId="26606"/>
          <ac:spMkLst>
            <pc:docMk/>
            <pc:sldMk cId="677972112" sldId="269"/>
            <ac:spMk id="101" creationId="{296007DD-F9BF-4F0F-B8C6-C514B2841971}"/>
          </ac:spMkLst>
        </pc:spChg>
        <pc:spChg chg="add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109" creationId="{0262E669-7774-4EAE-BBCE-F9FFE664D513}"/>
          </ac:spMkLst>
        </pc:spChg>
        <pc:spChg chg="add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110" creationId="{0CD485ED-328F-4350-AB3E-F6EA4514990B}"/>
          </ac:spMkLst>
        </pc:spChg>
        <pc:spChg chg="add">
          <ac:chgData name="Margo Bonal" userId="18c9fa0f-b53d-478b-9dc0-6ad88786c19f" providerId="ADAL" clId="{93D479E5-F67F-4B8A-A78F-A0B574A116B6}" dt="2026-02-28T12:07:54.034" v="2452" actId="26606"/>
          <ac:spMkLst>
            <pc:docMk/>
            <pc:sldMk cId="677972112" sldId="269"/>
            <ac:spMk id="111" creationId="{5353D259-DA18-451D-9A95-02198BF55E20}"/>
          </ac:spMkLst>
        </pc:spChg>
        <pc:grpChg chg="add del">
          <ac:chgData name="Margo Bonal" userId="18c9fa0f-b53d-478b-9dc0-6ad88786c19f" providerId="ADAL" clId="{93D479E5-F67F-4B8A-A78F-A0B574A116B6}" dt="2026-02-28T12:06:18.990" v="2402" actId="26606"/>
          <ac:grpSpMkLst>
            <pc:docMk/>
            <pc:sldMk cId="677972112" sldId="269"/>
            <ac:grpSpMk id="10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6:24.163" v="2404" actId="26606"/>
          <ac:grpSpMkLst>
            <pc:docMk/>
            <pc:sldMk cId="677972112" sldId="269"/>
            <ac:grpSpMk id="17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6:56.378" v="2431" actId="26606"/>
          <ac:grpSpMkLst>
            <pc:docMk/>
            <pc:sldMk cId="677972112" sldId="269"/>
            <ac:grpSpMk id="38" creationId="{8A0FAFCA-5C96-453B-83B7-A9AEF7F18960}"/>
          </ac:grpSpMkLst>
        </pc:grpChg>
        <pc:grpChg chg="add del">
          <ac:chgData name="Margo Bonal" userId="18c9fa0f-b53d-478b-9dc0-6ad88786c19f" providerId="ADAL" clId="{93D479E5-F67F-4B8A-A78F-A0B574A116B6}" dt="2026-02-28T12:06:56.378" v="2431" actId="26606"/>
          <ac:grpSpMkLst>
            <pc:docMk/>
            <pc:sldMk cId="677972112" sldId="269"/>
            <ac:grpSpMk id="44" creationId="{CD0398DD-AD75-4E2B-A3C6-35073082A8B4}"/>
          </ac:grpSpMkLst>
        </pc:grpChg>
        <pc:grpChg chg="add del">
          <ac:chgData name="Margo Bonal" userId="18c9fa0f-b53d-478b-9dc0-6ad88786c19f" providerId="ADAL" clId="{93D479E5-F67F-4B8A-A78F-A0B574A116B6}" dt="2026-02-28T12:07:21.311" v="2437" actId="26606"/>
          <ac:grpSpMkLst>
            <pc:docMk/>
            <pc:sldMk cId="677972112" sldId="269"/>
            <ac:grpSpMk id="64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32.017" v="2441" actId="26606"/>
          <ac:grpSpMkLst>
            <pc:docMk/>
            <pc:sldMk cId="677972112" sldId="269"/>
            <ac:grpSpMk id="73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38.608" v="2445" actId="26606"/>
          <ac:grpSpMkLst>
            <pc:docMk/>
            <pc:sldMk cId="677972112" sldId="269"/>
            <ac:grpSpMk id="87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46.212" v="2449" actId="26606"/>
          <ac:grpSpMkLst>
            <pc:docMk/>
            <pc:sldMk cId="677972112" sldId="269"/>
            <ac:grpSpMk id="96" creationId="{8734DDD3-F723-4DD3-8ABE-EC0B2AC87D74}"/>
          </ac:grpSpMkLst>
        </pc:grpChg>
        <pc:grpChg chg="add del">
          <ac:chgData name="Margo Bonal" userId="18c9fa0f-b53d-478b-9dc0-6ad88786c19f" providerId="ADAL" clId="{93D479E5-F67F-4B8A-A78F-A0B574A116B6}" dt="2026-02-28T12:07:54.028" v="2451" actId="26606"/>
          <ac:grpSpMkLst>
            <pc:docMk/>
            <pc:sldMk cId="677972112" sldId="269"/>
            <ac:grpSpMk id="102" creationId="{8A0FAFCA-5C96-453B-83B7-A9AEF7F18960}"/>
          </ac:grpSpMkLst>
        </pc:grpChg>
        <pc:grpChg chg="add del">
          <ac:chgData name="Margo Bonal" userId="18c9fa0f-b53d-478b-9dc0-6ad88786c19f" providerId="ADAL" clId="{93D479E5-F67F-4B8A-A78F-A0B574A116B6}" dt="2026-02-28T12:07:54.028" v="2451" actId="26606"/>
          <ac:grpSpMkLst>
            <pc:docMk/>
            <pc:sldMk cId="677972112" sldId="269"/>
            <ac:grpSpMk id="105" creationId="{CD0398DD-AD75-4E2B-A3C6-35073082A8B4}"/>
          </ac:grpSpMkLst>
        </pc:grpChg>
      </pc:sldChg>
      <pc:sldChg chg="new del">
        <pc:chgData name="Margo Bonal" userId="18c9fa0f-b53d-478b-9dc0-6ad88786c19f" providerId="ADAL" clId="{93D479E5-F67F-4B8A-A78F-A0B574A116B6}" dt="2026-02-28T12:16:53.835" v="2584" actId="680"/>
        <pc:sldMkLst>
          <pc:docMk/>
          <pc:sldMk cId="2177194364" sldId="269"/>
        </pc:sldMkLst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27T16:48:19.424" v="776" actId="20577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27T16:48:19.424" v="776" actId="20577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27T16:48:19.424" v="776" actId="20577"/>
          <ac:spMkLst>
            <pc:docMk/>
            <pc:sldMk cId="2561402868" sldId="264"/>
            <ac:spMk id="9" creationId="{D6D36DC8-D9BF-8C26-69EA-ED89E34DB644}"/>
          </ac:spMkLst>
        </pc:spChg>
        <pc:graphicFrameChg chg="add mod modGraphic">
          <ac:chgData name="Margo Bonal" userId="18c9fa0f-b53d-478b-9dc0-6ad88786c19f" providerId="ADAL" clId="{57E2D5E0-CA32-47BE-A2DC-7B0365E99328}" dt="2026-02-27T16:39:59.240" v="68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27T16:39:18.421" v="620" actId="27636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27T16:39:18.421" v="620" actId="27636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27T16:39:29.840" v="659" actId="12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2-27T16:39:29.840" v="659" actId="12"/>
          <ac:spMkLst>
            <pc:docMk/>
            <pc:sldMk cId="3526335932" sldId="266"/>
            <ac:spMk id="2" creationId="{FB4EC798-8386-CB36-1C33-949CA6568550}"/>
          </ac:spMkLst>
        </pc:spChg>
        <pc:spChg chg="add mod">
          <ac:chgData name="Margo Bonal" userId="18c9fa0f-b53d-478b-9dc0-6ad88786c19f" providerId="ADAL" clId="{57E2D5E0-CA32-47BE-A2DC-7B0365E99328}" dt="2026-02-27T16:39:25.479" v="657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new mod setBg">
        <pc:chgData name="Margo Bonal" userId="18c9fa0f-b53d-478b-9dc0-6ad88786c19f" providerId="ADAL" clId="{57E2D5E0-CA32-47BE-A2DC-7B0365E99328}" dt="2026-02-27T16:47:37.952" v="774" actId="20577"/>
        <pc:sldMkLst>
          <pc:docMk/>
          <pc:sldMk cId="466827126" sldId="267"/>
        </pc:sldMkLst>
        <pc:spChg chg="mod">
          <ac:chgData name="Margo Bonal" userId="18c9fa0f-b53d-478b-9dc0-6ad88786c19f" providerId="ADAL" clId="{57E2D5E0-CA32-47BE-A2DC-7B0365E99328}" dt="2026-02-27T16:40:51.518" v="711" actId="20577"/>
          <ac:spMkLst>
            <pc:docMk/>
            <pc:sldMk cId="466827126" sldId="267"/>
            <ac:spMk id="2" creationId="{E4A45707-0E58-D064-5326-14385A7EE13B}"/>
          </ac:spMkLst>
        </pc:spChg>
        <pc:spChg chg="mod">
          <ac:chgData name="Margo Bonal" userId="18c9fa0f-b53d-478b-9dc0-6ad88786c19f" providerId="ADAL" clId="{57E2D5E0-CA32-47BE-A2DC-7B0365E99328}" dt="2026-02-27T16:47:37.952" v="774" actId="20577"/>
          <ac:spMkLst>
            <pc:docMk/>
            <pc:sldMk cId="466827126" sldId="267"/>
            <ac:spMk id="3" creationId="{ED251D10-213C-75FF-8717-7ADF2D6C82F3}"/>
          </ac:spMkLst>
        </pc:spChg>
        <pc:spChg chg="add del">
          <ac:chgData name="Margo Bonal" userId="18c9fa0f-b53d-478b-9dc0-6ad88786c19f" providerId="ADAL" clId="{57E2D5E0-CA32-47BE-A2DC-7B0365E99328}" dt="2026-02-27T16:40:30.879" v="700" actId="26606"/>
          <ac:spMkLst>
            <pc:docMk/>
            <pc:sldMk cId="466827126" sldId="267"/>
            <ac:spMk id="8" creationId="{943CAA20-3569-4189-9E48-239A229A86CA}"/>
          </ac:spMkLst>
        </pc:spChg>
        <pc:spChg chg="add del">
          <ac:chgData name="Margo Bonal" userId="18c9fa0f-b53d-478b-9dc0-6ad88786c19f" providerId="ADAL" clId="{57E2D5E0-CA32-47BE-A2DC-7B0365E99328}" dt="2026-02-27T16:40:30.879" v="700" actId="26606"/>
          <ac:spMkLst>
            <pc:docMk/>
            <pc:sldMk cId="466827126" sldId="267"/>
            <ac:spMk id="10" creationId="{DA542B6D-E775-4832-91DC-2D20F857813A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2" creationId="{871AEA07-1E14-44B4-8E55-64EF049CD66F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3" creationId="{4522B21E-B2B9-4C72-9A71-C87EFD137480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5" creationId="{5EB7D2A2-F448-44D4-938C-DC84CBCB3B1E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6" creationId="{D8142CC3-2B5C-48E6-9DF0-6C8ACBAF23EF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7" creationId="{46F1F2C8-798B-4CCE-A851-94AFAF350BED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9" creationId="{755E9CD0-04B0-4A3C-B291-AD913379C713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0" creationId="{46A89C79-8EF3-4AF9-B3D9-59A883F41C83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1" creationId="{1DD8BF3B-6066-418C-8D1A-75C5E396FC04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2" creationId="{EFE5CE34-4543-42E5-B82C-1F3D12422CDD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3" creationId="{80BC66F9-7A74-4286-AD22-1174052CC22C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4" creationId="{72AF41FE-63D7-4695-81D2-66D2510E4486}"/>
          </ac:spMkLst>
        </pc:spChg>
        <pc:cxnChg chg="add del">
          <ac:chgData name="Margo Bonal" userId="18c9fa0f-b53d-478b-9dc0-6ad88786c19f" providerId="ADAL" clId="{57E2D5E0-CA32-47BE-A2DC-7B0365E99328}" dt="2026-02-27T16:40:32.665" v="702" actId="26606"/>
          <ac:cxnSpMkLst>
            <pc:docMk/>
            <pc:sldMk cId="466827126" sldId="267"/>
            <ac:cxnSpMk id="14" creationId="{F7C8EA93-3210-4C62-99E9-153C275E3A87}"/>
          </ac:cxnSpMkLst>
        </pc:cxnChg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667650440" sldId="267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2380309321" sldId="268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884354200" sldId="269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857486133" sldId="270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169300139" sldId="271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1553250187" sldId="272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338242679" sldId="273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2081720052" sldId="274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Fix Email Backend issue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User Profile Section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 dirty="0"/>
            <a:t>Continue development on other pages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5C97C9DE-9495-4428-A64F-575877D17861}">
      <dgm:prSet/>
      <dgm:spPr/>
      <dgm:t>
        <a:bodyPr/>
        <a:lstStyle/>
        <a:p>
          <a:r>
            <a:rPr lang="en-US"/>
            <a:t>Maps Page</a:t>
          </a:r>
          <a:endParaRPr lang="en-US" dirty="0"/>
        </a:p>
      </dgm:t>
    </dgm:pt>
    <dgm:pt modelId="{E1FDFEE7-F3D0-4616-BD9A-97B31F862CF5}" type="parTrans" cxnId="{0CE1AD55-6551-40EB-B176-1426812654BA}">
      <dgm:prSet/>
      <dgm:spPr/>
      <dgm:t>
        <a:bodyPr/>
        <a:lstStyle/>
        <a:p>
          <a:endParaRPr lang="en-US"/>
        </a:p>
      </dgm:t>
    </dgm:pt>
    <dgm:pt modelId="{146C9FFB-5F77-4C2A-A1E4-F65674AF3584}" type="sibTrans" cxnId="{0CE1AD55-6551-40EB-B176-1426812654BA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4"/>
      <dgm:spPr/>
    </dgm:pt>
    <dgm:pt modelId="{1183B01D-027F-4222-9A5D-26614D621D81}" type="pres">
      <dgm:prSet presAssocID="{7D77D55D-8CCB-40C4-94CB-4B06CD8B8779}" presName="text" presStyleLbl="fgAcc0" presStyleIdx="0" presStyleCnt="4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4"/>
      <dgm:spPr/>
    </dgm:pt>
    <dgm:pt modelId="{EE8EEF36-F451-494C-9D0C-6D4B4B602222}" type="pres">
      <dgm:prSet presAssocID="{9C35D664-F4ED-4924-B85E-A22D43967662}" presName="text" presStyleLbl="fgAcc0" presStyleIdx="1" presStyleCnt="4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4"/>
      <dgm:spPr/>
    </dgm:pt>
    <dgm:pt modelId="{464A5E94-15C8-483E-96F7-DE1ACC400150}" type="pres">
      <dgm:prSet presAssocID="{D164FE33-84B1-4569-B205-B8D56A463CA2}" presName="text" presStyleLbl="fgAcc0" presStyleIdx="2" presStyleCnt="4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  <dgm:pt modelId="{1A392811-0146-4262-8761-79D23D35FC2D}" type="pres">
      <dgm:prSet presAssocID="{5C97C9DE-9495-4428-A64F-575877D17861}" presName="hierRoot1" presStyleCnt="0"/>
      <dgm:spPr/>
    </dgm:pt>
    <dgm:pt modelId="{145D3C01-256A-48D0-A78E-9E6214B221ED}" type="pres">
      <dgm:prSet presAssocID="{5C97C9DE-9495-4428-A64F-575877D17861}" presName="composite" presStyleCnt="0"/>
      <dgm:spPr/>
    </dgm:pt>
    <dgm:pt modelId="{45E38DED-5226-4ACC-AAA7-64518879BBE1}" type="pres">
      <dgm:prSet presAssocID="{5C97C9DE-9495-4428-A64F-575877D17861}" presName="background" presStyleLbl="node0" presStyleIdx="3" presStyleCnt="4"/>
      <dgm:spPr/>
    </dgm:pt>
    <dgm:pt modelId="{CC3079B4-CEB8-414A-ACEE-D2B104993680}" type="pres">
      <dgm:prSet presAssocID="{5C97C9DE-9495-4428-A64F-575877D17861}" presName="text" presStyleLbl="fgAcc0" presStyleIdx="3" presStyleCnt="4">
        <dgm:presLayoutVars>
          <dgm:chPref val="3"/>
        </dgm:presLayoutVars>
      </dgm:prSet>
      <dgm:spPr/>
    </dgm:pt>
    <dgm:pt modelId="{2B9E0F56-27B1-4331-8049-934533AC2955}" type="pres">
      <dgm:prSet presAssocID="{5C97C9DE-9495-4428-A64F-575877D17861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CE1AD55-6551-40EB-B176-1426812654BA}" srcId="{875220B3-5F43-41BF-82F0-F1D5090E78B1}" destId="{5C97C9DE-9495-4428-A64F-575877D17861}" srcOrd="3" destOrd="0" parTransId="{E1FDFEE7-F3D0-4616-BD9A-97B31F862CF5}" sibTransId="{146C9FFB-5F77-4C2A-A1E4-F65674AF3584}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4A20AEC2-BD6D-409B-A94B-A9094EA1645A}" type="presOf" srcId="{5C97C9DE-9495-4428-A64F-575877D17861}" destId="{CC3079B4-CEB8-414A-ACEE-D2B104993680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1392CCF0-FC8A-4C4C-8B69-734F40574D14}" type="presOf" srcId="{D164FE33-84B1-4569-B205-B8D56A463CA2}" destId="{464A5E94-15C8-483E-96F7-DE1ACC400150}" srcOrd="0" destOrd="0" presId="urn:microsoft.com/office/officeart/2005/8/layout/hierarchy1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7F19D7A8-5BB8-4789-ABC9-C33AB90464AD}" type="presParOf" srcId="{F85EEB6F-AAF0-4C94-BC92-C847D8A79108}" destId="{5654D2F3-0BB4-4E47-B368-909288A5B2BD}" srcOrd="2" destOrd="0" presId="urn:microsoft.com/office/officeart/2005/8/layout/hierarchy1"/>
    <dgm:cxn modelId="{E3A10F56-6D77-45F9-BFCB-83E8E9B6E8B5}" type="presParOf" srcId="{5654D2F3-0BB4-4E47-B368-909288A5B2BD}" destId="{CD50A866-77B7-46A1-AFBB-CAE16E141989}" srcOrd="0" destOrd="0" presId="urn:microsoft.com/office/officeart/2005/8/layout/hierarchy1"/>
    <dgm:cxn modelId="{D226901A-2956-4DBB-A182-6E1143E273A0}" type="presParOf" srcId="{CD50A866-77B7-46A1-AFBB-CAE16E141989}" destId="{CA2C5924-FEEE-41E7-8498-90F97462AB60}" srcOrd="0" destOrd="0" presId="urn:microsoft.com/office/officeart/2005/8/layout/hierarchy1"/>
    <dgm:cxn modelId="{49EDF596-AA71-47CD-B57D-900FC8DF86FC}" type="presParOf" srcId="{CD50A866-77B7-46A1-AFBB-CAE16E141989}" destId="{464A5E94-15C8-483E-96F7-DE1ACC400150}" srcOrd="1" destOrd="0" presId="urn:microsoft.com/office/officeart/2005/8/layout/hierarchy1"/>
    <dgm:cxn modelId="{AABCF0AE-231C-46DF-B4EC-05B340161826}" type="presParOf" srcId="{5654D2F3-0BB4-4E47-B368-909288A5B2BD}" destId="{E1C6EDBD-8470-4060-92F8-D31F6A8051C0}" srcOrd="1" destOrd="0" presId="urn:microsoft.com/office/officeart/2005/8/layout/hierarchy1"/>
    <dgm:cxn modelId="{102BF11B-867E-4F23-B762-FEB33B9EF6E8}" type="presParOf" srcId="{F85EEB6F-AAF0-4C94-BC92-C847D8A79108}" destId="{1A392811-0146-4262-8761-79D23D35FC2D}" srcOrd="3" destOrd="0" presId="urn:microsoft.com/office/officeart/2005/8/layout/hierarchy1"/>
    <dgm:cxn modelId="{C15078F8-7781-412C-89A2-C7DA9340A15A}" type="presParOf" srcId="{1A392811-0146-4262-8761-79D23D35FC2D}" destId="{145D3C01-256A-48D0-A78E-9E6214B221ED}" srcOrd="0" destOrd="0" presId="urn:microsoft.com/office/officeart/2005/8/layout/hierarchy1"/>
    <dgm:cxn modelId="{15ACE16D-1A56-499D-B2E6-46BBFDDF66E1}" type="presParOf" srcId="{145D3C01-256A-48D0-A78E-9E6214B221ED}" destId="{45E38DED-5226-4ACC-AAA7-64518879BBE1}" srcOrd="0" destOrd="0" presId="urn:microsoft.com/office/officeart/2005/8/layout/hierarchy1"/>
    <dgm:cxn modelId="{28B3BB58-13B7-4A99-81D8-4542C800200E}" type="presParOf" srcId="{145D3C01-256A-48D0-A78E-9E6214B221ED}" destId="{CC3079B4-CEB8-414A-ACEE-D2B104993680}" srcOrd="1" destOrd="0" presId="urn:microsoft.com/office/officeart/2005/8/layout/hierarchy1"/>
    <dgm:cxn modelId="{1F39BC43-DF4C-471D-94F4-4890EB9D85D0}" type="presParOf" srcId="{1A392811-0146-4262-8761-79D23D35FC2D}" destId="{2B9E0F56-27B1-4331-8049-934533AC295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3080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247486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Fix Email Backend issue</a:t>
          </a:r>
        </a:p>
      </dsp:txBody>
      <dsp:txXfrm>
        <a:off x="288396" y="984108"/>
        <a:ext cx="2117829" cy="1314957"/>
      </dsp:txXfrm>
    </dsp:sp>
    <dsp:sp modelId="{FE1BC2AB-A6F4-451D-B5E4-EBBE2F580413}">
      <dsp:nvSpPr>
        <dsp:cNvPr id="0" name=""/>
        <dsp:cNvSpPr/>
      </dsp:nvSpPr>
      <dsp:spPr>
        <a:xfrm>
          <a:off x="2691541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2935947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User Profile Section</a:t>
          </a:r>
        </a:p>
      </dsp:txBody>
      <dsp:txXfrm>
        <a:off x="2976857" y="984108"/>
        <a:ext cx="2117829" cy="1314957"/>
      </dsp:txXfrm>
    </dsp:sp>
    <dsp:sp modelId="{CA2C5924-FEEE-41E7-8498-90F97462AB60}">
      <dsp:nvSpPr>
        <dsp:cNvPr id="0" name=""/>
        <dsp:cNvSpPr/>
      </dsp:nvSpPr>
      <dsp:spPr>
        <a:xfrm>
          <a:off x="5380002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5624408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Continue development on other pages</a:t>
          </a:r>
        </a:p>
      </dsp:txBody>
      <dsp:txXfrm>
        <a:off x="5665318" y="984108"/>
        <a:ext cx="2117829" cy="1314957"/>
      </dsp:txXfrm>
    </dsp:sp>
    <dsp:sp modelId="{45E38DED-5226-4ACC-AAA7-64518879BBE1}">
      <dsp:nvSpPr>
        <dsp:cNvPr id="0" name=""/>
        <dsp:cNvSpPr/>
      </dsp:nvSpPr>
      <dsp:spPr>
        <a:xfrm>
          <a:off x="8068463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3079B4-CEB8-414A-ACEE-D2B104993680}">
      <dsp:nvSpPr>
        <dsp:cNvPr id="0" name=""/>
        <dsp:cNvSpPr/>
      </dsp:nvSpPr>
      <dsp:spPr>
        <a:xfrm>
          <a:off x="8312869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Maps Page</a:t>
          </a:r>
          <a:endParaRPr lang="en-US" sz="2300" kern="1200" dirty="0"/>
        </a:p>
      </dsp:txBody>
      <dsp:txXfrm>
        <a:off x="8353779" y="984108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2045432" y="266657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6ED135-95C1-5462-0C4A-3CB641B9D068}"/>
              </a:ext>
            </a:extLst>
          </p:cNvPr>
          <p:cNvSpPr txBox="1"/>
          <p:nvPr/>
        </p:nvSpPr>
        <p:spPr>
          <a:xfrm>
            <a:off x="2240583" y="2737144"/>
            <a:ext cx="70063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Correct app rerouting error, login now required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Recovery email research – </a:t>
            </a:r>
            <a:r>
              <a:rPr lang="en-US" i="1" dirty="0"/>
              <a:t>Resend application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User testing + feedback</a:t>
            </a:r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A45707-0E58-D064-5326-14385A7EE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89" y="525857"/>
            <a:ext cx="5425781" cy="9780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User Feedback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51D10-213C-75FF-8717-7ADF2D6C8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361" y="1657677"/>
            <a:ext cx="6207319" cy="4908807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Inform the user if they already have an account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Emojis next to activity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not found on 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Change usernames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Feature to delete accounts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Confirm password feature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Save an activity without an activity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Left and right scrolling on the login screen  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Block Arc 22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27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DA9A664-A267-EB97-868E-C19A10CD5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902" y="151945"/>
            <a:ext cx="5593048" cy="945888"/>
          </a:xfrm>
          <a:prstGeom prst="roundRect">
            <a:avLst/>
          </a:prstGeom>
          <a:ln w="38100"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en-US" dirty="0"/>
              <a:t>Hosting Research </a:t>
            </a: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93A8E2B9-D4F6-3791-1230-411E659571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40296" y="1793934"/>
            <a:ext cx="4206434" cy="4206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dirty="0">
                <a:solidFill>
                  <a:schemeClr val="tx1"/>
                </a:solidFill>
              </a:rPr>
              <a:t>Pros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$100 free credit (no credit card required)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Full SQL Server support (Azure SQL)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Production-level hosting (App Service)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Custom domain + HTTPS included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solidFill>
                <a:schemeClr val="tx1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dirty="0">
                <a:solidFill>
                  <a:schemeClr val="tx1"/>
                </a:solidFill>
              </a:rPr>
              <a:t>Cons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More setup complexity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Can accidentally use paid services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Credit expires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Azure portal learning curve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8D539C-0FAA-4AF0-8032-7488D9480E72}"/>
              </a:ext>
            </a:extLst>
          </p:cNvPr>
          <p:cNvSpPr txBox="1"/>
          <p:nvPr/>
        </p:nvSpPr>
        <p:spPr>
          <a:xfrm>
            <a:off x="540296" y="1132505"/>
            <a:ext cx="3365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Azure Student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91CABF-B09E-C0C1-221E-9EFAED73D970}"/>
              </a:ext>
            </a:extLst>
          </p:cNvPr>
          <p:cNvSpPr txBox="1"/>
          <p:nvPr/>
        </p:nvSpPr>
        <p:spPr>
          <a:xfrm>
            <a:off x="7849439" y="1132505"/>
            <a:ext cx="1809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Render</a:t>
            </a:r>
            <a:endParaRPr lang="en-US" dirty="0"/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6368A44F-08DC-BC2B-12BC-BDE3D552E7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1394" y="1712710"/>
            <a:ext cx="420643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solidFill>
                  <a:schemeClr val="tx1"/>
                </a:solidFill>
              </a:rPr>
              <a:t>Pros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Very easy setup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Connect GitHub → auto deploy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Simple UI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Free tier available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800" dirty="0">
              <a:solidFill>
                <a:schemeClr val="tx1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solidFill>
                  <a:schemeClr val="tx1"/>
                </a:solidFill>
              </a:rPr>
              <a:t>Cons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Free apps sleep after inactivity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Limited resources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No native SQL Server </a:t>
            </a:r>
          </a:p>
          <a:p>
            <a:pPr marL="742950" lvl="1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accent2"/>
                </a:solidFill>
              </a:rPr>
              <a:t>(would need Postgres)</a:t>
            </a:r>
          </a:p>
          <a:p>
            <a:pPr marL="742950" lvl="1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1800" dirty="0">
              <a:solidFill>
                <a:schemeClr val="accent2"/>
              </a:solidFill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i="1" dirty="0">
                <a:solidFill>
                  <a:schemeClr val="accent2"/>
                </a:solidFill>
              </a:rPr>
              <a:t>*Out of Scope DB restructure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31E57D-05C7-2381-D139-91E75C817E8D}"/>
              </a:ext>
            </a:extLst>
          </p:cNvPr>
          <p:cNvSpPr txBox="1"/>
          <p:nvPr/>
        </p:nvSpPr>
        <p:spPr>
          <a:xfrm>
            <a:off x="737062" y="871100"/>
            <a:ext cx="245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**Current choice**</a:t>
            </a:r>
          </a:p>
        </p:txBody>
      </p:sp>
    </p:spTree>
    <p:extLst>
      <p:ext uri="{BB962C8B-B14F-4D97-AF65-F5344CB8AC3E}">
        <p14:creationId xmlns:p14="http://schemas.microsoft.com/office/powerpoint/2010/main" val="4219413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Rerouting difficult to fix since pages dynamically loaded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Use of local host insecure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Email Password Recovery - Backend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Added login required wrapper function,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 set all pages to private unless login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Clear upon logout to reset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Added session key so current user is stored upon login, removes insecure local storage logic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Still being worked on</a:t>
            </a:r>
          </a:p>
          <a:p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137CD-4CC9-5BD4-6E38-2A0F76C1E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535E14E-A87E-A51E-38D5-AF2343AED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028681-22BB-4B90-341B-0F619999E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065C57B-648A-799E-D23C-BEDE7985B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AA6206-9EE0-995C-B913-B1FF874D2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26FDD80-6D5E-1A4E-BFF1-07991F1FA5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DF079-FAEB-82AB-5AAA-BCCDB807C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700" dirty="0">
                <a:solidFill>
                  <a:srgbClr val="FFFFFF"/>
                </a:solidFill>
              </a:rPr>
              <a:t>Reset Password</a:t>
            </a:r>
            <a:br>
              <a:rPr lang="en-US" sz="3700" dirty="0">
                <a:solidFill>
                  <a:srgbClr val="FFFFFF"/>
                </a:solidFill>
              </a:rPr>
            </a:br>
            <a:r>
              <a:rPr lang="en-US" sz="3700" dirty="0">
                <a:solidFill>
                  <a:srgbClr val="FFFFFF"/>
                </a:solidFill>
              </a:rPr>
              <a:t>Recovery</a:t>
            </a:r>
            <a:endParaRPr lang="en-US" sz="37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E273B2-F117-7B45-075E-81A1E11AE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933" y="156394"/>
            <a:ext cx="3330229" cy="19127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A65ADA-C7D0-4668-D0C0-B864E947F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17" y="2225574"/>
            <a:ext cx="5997460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643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7294F0-C177-B508-EF76-D3B280BC1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User Feedback Enhancement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59BCB45-73D7-766D-FD59-D8B09BE25C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0203" y="467208"/>
            <a:ext cx="2310197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077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/>
              <a:t>Week 8 </a:t>
            </a:r>
            <a:r>
              <a:rPr lang="en-US" dirty="0"/>
              <a:t>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2966704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329</Words>
  <Application>Microsoft Office PowerPoint</Application>
  <PresentationFormat>Widescreen</PresentationFormat>
  <Paragraphs>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User Feedback </vt:lpstr>
      <vt:lpstr>Hosting Research </vt:lpstr>
      <vt:lpstr>Challenges </vt:lpstr>
      <vt:lpstr> Progress </vt:lpstr>
      <vt:lpstr>Reset Password Recovery</vt:lpstr>
      <vt:lpstr>User Feedback Enhancement</vt:lpstr>
      <vt:lpstr>Week 8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John Gerega</cp:lastModifiedBy>
  <cp:revision>3</cp:revision>
  <dcterms:created xsi:type="dcterms:W3CDTF">2026-01-22T18:57:02Z</dcterms:created>
  <dcterms:modified xsi:type="dcterms:W3CDTF">2026-02-28T16:05:52Z</dcterms:modified>
</cp:coreProperties>
</file>