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9" r:id="rId3"/>
    <p:sldId id="258" r:id="rId4"/>
    <p:sldId id="261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16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modSld">
      <pc:chgData name="Margo Bonal" userId="18c9fa0f-b53d-478b-9dc0-6ad88786c19f" providerId="ADAL" clId="{93D479E5-F67F-4B8A-A78F-A0B574A116B6}" dt="2026-02-01T23:20:15.838" v="3" actId="20577"/>
      <pc:docMkLst>
        <pc:docMk/>
      </pc:docMkLst>
      <pc:sldChg chg="modSp mod">
        <pc:chgData name="Margo Bonal" userId="18c9fa0f-b53d-478b-9dc0-6ad88786c19f" providerId="ADAL" clId="{93D479E5-F67F-4B8A-A78F-A0B574A116B6}" dt="2026-02-01T23:20:15.838" v="3" actId="20577"/>
        <pc:sldMkLst>
          <pc:docMk/>
          <pc:sldMk cId="2435356693" sldId="259"/>
        </pc:sldMkLst>
        <pc:spChg chg="mod">
          <ac:chgData name="Margo Bonal" userId="18c9fa0f-b53d-478b-9dc0-6ad88786c19f" providerId="ADAL" clId="{93D479E5-F67F-4B8A-A78F-A0B574A116B6}" dt="2026-02-01T23:20:15.838" v="3" actId="20577"/>
          <ac:spMkLst>
            <pc:docMk/>
            <pc:sldMk cId="2435356693" sldId="259"/>
            <ac:spMk id="6" creationId="{997BBA28-00C8-8F7A-94FF-B6415063757E}"/>
          </ac:spMkLst>
        </pc:spChg>
      </pc:sldChg>
    </pc:docChg>
  </pc:docChgLst>
  <pc:docChgLst>
    <pc:chgData name="John Gerega" userId="bd3e1e46fb6a714b" providerId="LiveId" clId="{45F0C402-C550-4C82-B31D-5B32217A5E94}"/>
    <pc:docChg chg="custSel addSld delSld modSld">
      <pc:chgData name="John Gerega" userId="bd3e1e46fb6a714b" providerId="LiveId" clId="{45F0C402-C550-4C82-B31D-5B32217A5E94}" dt="2026-01-29T19:30:17.690" v="506" actId="1076"/>
      <pc:docMkLst>
        <pc:docMk/>
      </pc:docMkLst>
      <pc:sldChg chg="delSp add setBg delDesignElem">
        <pc:chgData name="John Gerega" userId="bd3e1e46fb6a714b" providerId="LiveId" clId="{45F0C402-C550-4C82-B31D-5B32217A5E94}" dt="2026-01-27T20:22:39.148" v="1"/>
        <pc:sldMkLst>
          <pc:docMk/>
          <pc:sldMk cId="1562194928" sldId="257"/>
        </pc:sldMkLst>
      </pc:sldChg>
      <pc:sldChg chg="modSp new mod">
        <pc:chgData name="John Gerega" userId="bd3e1e46fb6a714b" providerId="LiveId" clId="{45F0C402-C550-4C82-B31D-5B32217A5E94}" dt="2026-01-29T19:28:29.511" v="472" actId="20577"/>
        <pc:sldMkLst>
          <pc:docMk/>
          <pc:sldMk cId="1703198578" sldId="258"/>
        </pc:sldMkLst>
        <pc:spChg chg="mod">
          <ac:chgData name="John Gerega" userId="bd3e1e46fb6a714b" providerId="LiveId" clId="{45F0C402-C550-4C82-B31D-5B32217A5E94}" dt="2026-01-29T19:25:36.974" v="281" actId="20577"/>
          <ac:spMkLst>
            <pc:docMk/>
            <pc:sldMk cId="1703198578" sldId="258"/>
            <ac:spMk id="2" creationId="{C9AC2B8C-4427-3F75-982C-5896926EF5AF}"/>
          </ac:spMkLst>
        </pc:spChg>
        <pc:spChg chg="mod">
          <ac:chgData name="John Gerega" userId="bd3e1e46fb6a714b" providerId="LiveId" clId="{45F0C402-C550-4C82-B31D-5B32217A5E94}" dt="2026-01-29T19:28:29.511" v="472" actId="20577"/>
          <ac:spMkLst>
            <pc:docMk/>
            <pc:sldMk cId="1703198578" sldId="258"/>
            <ac:spMk id="3" creationId="{180DA8A4-A147-28E8-440F-4D244C9A2F3A}"/>
          </ac:spMkLst>
        </pc:spChg>
      </pc:sldChg>
      <pc:sldChg chg="modSp new mod">
        <pc:chgData name="John Gerega" userId="bd3e1e46fb6a714b" providerId="LiveId" clId="{45F0C402-C550-4C82-B31D-5B32217A5E94}" dt="2026-01-29T19:01:05.361" v="272" actId="20577"/>
        <pc:sldMkLst>
          <pc:docMk/>
          <pc:sldMk cId="2435356693" sldId="259"/>
        </pc:sldMkLst>
        <pc:spChg chg="mod">
          <ac:chgData name="John Gerega" userId="bd3e1e46fb6a714b" providerId="LiveId" clId="{45F0C402-C550-4C82-B31D-5B32217A5E94}" dt="2026-01-27T20:25:57.296" v="191" actId="20577"/>
          <ac:spMkLst>
            <pc:docMk/>
            <pc:sldMk cId="2435356693" sldId="259"/>
            <ac:spMk id="2" creationId="{2172E248-3762-72AF-84C6-BFDA36AB50B5}"/>
          </ac:spMkLst>
        </pc:spChg>
        <pc:spChg chg="mod">
          <ac:chgData name="John Gerega" userId="bd3e1e46fb6a714b" providerId="LiveId" clId="{45F0C402-C550-4C82-B31D-5B32217A5E94}" dt="2026-01-27T20:23:42.085" v="12" actId="20577"/>
          <ac:spMkLst>
            <pc:docMk/>
            <pc:sldMk cId="2435356693" sldId="259"/>
            <ac:spMk id="3" creationId="{3F052361-71C3-7374-0BA1-D62761A1F641}"/>
          </ac:spMkLst>
        </pc:spChg>
        <pc:spChg chg="mod">
          <ac:chgData name="John Gerega" userId="bd3e1e46fb6a714b" providerId="LiveId" clId="{45F0C402-C550-4C82-B31D-5B32217A5E94}" dt="2026-01-29T19:01:05.361" v="272" actId="20577"/>
          <ac:spMkLst>
            <pc:docMk/>
            <pc:sldMk cId="2435356693" sldId="259"/>
            <ac:spMk id="4" creationId="{0B5AC0B3-0563-6025-8B48-A729B5762A02}"/>
          </ac:spMkLst>
        </pc:spChg>
        <pc:spChg chg="mod">
          <ac:chgData name="John Gerega" userId="bd3e1e46fb6a714b" providerId="LiveId" clId="{45F0C402-C550-4C82-B31D-5B32217A5E94}" dt="2026-01-27T20:23:46.160" v="22" actId="20577"/>
          <ac:spMkLst>
            <pc:docMk/>
            <pc:sldMk cId="2435356693" sldId="259"/>
            <ac:spMk id="5" creationId="{09EA52E4-E40E-FCA0-39F5-A5177156EA09}"/>
          </ac:spMkLst>
        </pc:spChg>
        <pc:spChg chg="mod">
          <ac:chgData name="John Gerega" userId="bd3e1e46fb6a714b" providerId="LiveId" clId="{45F0C402-C550-4C82-B31D-5B32217A5E94}" dt="2026-01-27T20:24:50.420" v="172" actId="20577"/>
          <ac:spMkLst>
            <pc:docMk/>
            <pc:sldMk cId="2435356693" sldId="259"/>
            <ac:spMk id="6" creationId="{997BBA28-00C8-8F7A-94FF-B6415063757E}"/>
          </ac:spMkLst>
        </pc:spChg>
      </pc:sldChg>
    </pc:docChg>
  </pc:docChgLst>
  <pc:docChgLst>
    <pc:chgData name="Margo Bonal" userId="18c9fa0f-b53d-478b-9dc0-6ad88786c19f" providerId="ADAL" clId="{57E2D5E0-CA32-47BE-A2DC-7B0365E99328}"/>
    <pc:docChg chg="undo redo custSel addSld delSld modSld">
      <pc:chgData name="Margo Bonal" userId="18c9fa0f-b53d-478b-9dc0-6ad88786c19f" providerId="ADAL" clId="{57E2D5E0-CA32-47BE-A2DC-7B0365E99328}" dt="2026-01-31T23:00:22.227" v="1200" actId="26606"/>
      <pc:docMkLst>
        <pc:docMk/>
      </pc:docMkLst>
      <pc:sldChg chg="addSp delSp modSp mod setBg">
        <pc:chgData name="Margo Bonal" userId="18c9fa0f-b53d-478b-9dc0-6ad88786c19f" providerId="ADAL" clId="{57E2D5E0-CA32-47BE-A2DC-7B0365E99328}" dt="2026-01-31T22:59:48.609" v="1196" actId="26606"/>
        <pc:sldMkLst>
          <pc:docMk/>
          <pc:sldMk cId="1562194928" sldId="257"/>
        </pc:sldMkLst>
        <pc:spChg chg="mod">
          <ac:chgData name="Margo Bonal" userId="18c9fa0f-b53d-478b-9dc0-6ad88786c19f" providerId="ADAL" clId="{57E2D5E0-CA32-47BE-A2DC-7B0365E99328}" dt="2026-01-31T22:59:48.609" v="1196" actId="26606"/>
          <ac:spMkLst>
            <pc:docMk/>
            <pc:sldMk cId="1562194928" sldId="257"/>
            <ac:spMk id="2" creationId="{7E1F449D-2BD2-97B5-DCE5-EA7AA820BE81}"/>
          </ac:spMkLst>
        </pc:spChg>
        <pc:spChg chg="mod">
          <ac:chgData name="Margo Bonal" userId="18c9fa0f-b53d-478b-9dc0-6ad88786c19f" providerId="ADAL" clId="{57E2D5E0-CA32-47BE-A2DC-7B0365E99328}" dt="2026-01-31T22:59:48.609" v="1196" actId="26606"/>
          <ac:spMkLst>
            <pc:docMk/>
            <pc:sldMk cId="1562194928" sldId="257"/>
            <ac:spMk id="3" creationId="{BFFB11B0-F653-A213-DE0D-88B0308AFCD4}"/>
          </ac:spMkLst>
        </pc:spChg>
        <pc:spChg chg="add del">
          <ac:chgData name="Margo Bonal" userId="18c9fa0f-b53d-478b-9dc0-6ad88786c19f" providerId="ADAL" clId="{57E2D5E0-CA32-47BE-A2DC-7B0365E99328}" dt="2026-01-31T22:59:33.514" v="1192" actId="26606"/>
          <ac:spMkLst>
            <pc:docMk/>
            <pc:sldMk cId="1562194928" sldId="257"/>
            <ac:spMk id="8" creationId="{C3D25154-9EF7-4C33-9AAC-7B3BE089FE0A}"/>
          </ac:spMkLst>
        </pc:spChg>
        <pc:spChg chg="add del">
          <ac:chgData name="Margo Bonal" userId="18c9fa0f-b53d-478b-9dc0-6ad88786c19f" providerId="ADAL" clId="{57E2D5E0-CA32-47BE-A2DC-7B0365E99328}" dt="2026-01-31T22:59:33.514" v="1192" actId="26606"/>
          <ac:spMkLst>
            <pc:docMk/>
            <pc:sldMk cId="1562194928" sldId="257"/>
            <ac:spMk id="10" creationId="{1604E8C0-C927-4C06-A96A-BF3323BA76D2}"/>
          </ac:spMkLst>
        </pc:spChg>
        <pc:spChg chg="add del">
          <ac:chgData name="Margo Bonal" userId="18c9fa0f-b53d-478b-9dc0-6ad88786c19f" providerId="ADAL" clId="{57E2D5E0-CA32-47BE-A2DC-7B0365E99328}" dt="2026-01-31T22:59:37.566" v="1194" actId="26606"/>
          <ac:spMkLst>
            <pc:docMk/>
            <pc:sldMk cId="1562194928" sldId="257"/>
            <ac:spMk id="19" creationId="{68C84B8E-16E8-4E54-B4AC-84CE51595508}"/>
          </ac:spMkLst>
        </pc:spChg>
        <pc:spChg chg="add del">
          <ac:chgData name="Margo Bonal" userId="18c9fa0f-b53d-478b-9dc0-6ad88786c19f" providerId="ADAL" clId="{57E2D5E0-CA32-47BE-A2DC-7B0365E99328}" dt="2026-01-31T22:59:37.566" v="1194" actId="26606"/>
          <ac:spMkLst>
            <pc:docMk/>
            <pc:sldMk cId="1562194928" sldId="257"/>
            <ac:spMk id="20" creationId="{ECE9EEEA-5DB7-4DC7-AF9F-74D1C19B7E2E}"/>
          </ac:spMkLst>
        </pc:spChg>
        <pc:spChg chg="add del">
          <ac:chgData name="Margo Bonal" userId="18c9fa0f-b53d-478b-9dc0-6ad88786c19f" providerId="ADAL" clId="{57E2D5E0-CA32-47BE-A2DC-7B0365E99328}" dt="2026-01-31T22:59:37.566" v="1194" actId="26606"/>
          <ac:spMkLst>
            <pc:docMk/>
            <pc:sldMk cId="1562194928" sldId="257"/>
            <ac:spMk id="21" creationId="{DF199147-B958-49C0-9BE2-65BDD892F2BB}"/>
          </ac:spMkLst>
        </pc:spChg>
        <pc:spChg chg="add del">
          <ac:chgData name="Margo Bonal" userId="18c9fa0f-b53d-478b-9dc0-6ad88786c19f" providerId="ADAL" clId="{57E2D5E0-CA32-47BE-A2DC-7B0365E99328}" dt="2026-01-31T22:59:37.566" v="1194" actId="26606"/>
          <ac:spMkLst>
            <pc:docMk/>
            <pc:sldMk cId="1562194928" sldId="257"/>
            <ac:spMk id="22" creationId="{EF70505D-EC2C-4D1A-86DE-2583778074ED}"/>
          </ac:spMkLst>
        </pc:spChg>
        <pc:spChg chg="add del">
          <ac:chgData name="Margo Bonal" userId="18c9fa0f-b53d-478b-9dc0-6ad88786c19f" providerId="ADAL" clId="{57E2D5E0-CA32-47BE-A2DC-7B0365E99328}" dt="2026-01-31T22:59:48.609" v="1196" actId="26606"/>
          <ac:spMkLst>
            <pc:docMk/>
            <pc:sldMk cId="1562194928" sldId="257"/>
            <ac:spMk id="24" creationId="{C3D25154-9EF7-4C33-9AAC-7B3BE089FE0A}"/>
          </ac:spMkLst>
        </pc:spChg>
        <pc:spChg chg="add del">
          <ac:chgData name="Margo Bonal" userId="18c9fa0f-b53d-478b-9dc0-6ad88786c19f" providerId="ADAL" clId="{57E2D5E0-CA32-47BE-A2DC-7B0365E99328}" dt="2026-01-31T22:59:48.609" v="1196" actId="26606"/>
          <ac:spMkLst>
            <pc:docMk/>
            <pc:sldMk cId="1562194928" sldId="257"/>
            <ac:spMk id="25" creationId="{1604E8C0-C927-4C06-A96A-BF3323BA76D2}"/>
          </ac:spMkLst>
        </pc:spChg>
        <pc:grpChg chg="add del">
          <ac:chgData name="Margo Bonal" userId="18c9fa0f-b53d-478b-9dc0-6ad88786c19f" providerId="ADAL" clId="{57E2D5E0-CA32-47BE-A2DC-7B0365E99328}" dt="2026-01-31T22:59:33.514" v="1192" actId="26606"/>
          <ac:grpSpMkLst>
            <pc:docMk/>
            <pc:sldMk cId="1562194928" sldId="257"/>
            <ac:grpSpMk id="12" creationId="{9DCECFD5-4C30-4892-9FF0-540E17955A55}"/>
          </ac:grpSpMkLst>
        </pc:grpChg>
        <pc:grpChg chg="add del">
          <ac:chgData name="Margo Bonal" userId="18c9fa0f-b53d-478b-9dc0-6ad88786c19f" providerId="ADAL" clId="{57E2D5E0-CA32-47BE-A2DC-7B0365E99328}" dt="2026-01-31T22:59:37.566" v="1194" actId="26606"/>
          <ac:grpSpMkLst>
            <pc:docMk/>
            <pc:sldMk cId="1562194928" sldId="257"/>
            <ac:grpSpMk id="16" creationId="{2DF20BDF-18D7-4E94-9BA1-9CEB40470CB6}"/>
          </ac:grpSpMkLst>
        </pc:grpChg>
        <pc:grpChg chg="add del">
          <ac:chgData name="Margo Bonal" userId="18c9fa0f-b53d-478b-9dc0-6ad88786c19f" providerId="ADAL" clId="{57E2D5E0-CA32-47BE-A2DC-7B0365E99328}" dt="2026-01-31T22:59:48.609" v="1196" actId="26606"/>
          <ac:grpSpMkLst>
            <pc:docMk/>
            <pc:sldMk cId="1562194928" sldId="257"/>
            <ac:grpSpMk id="26" creationId="{9DCECFD5-4C30-4892-9FF0-540E17955A55}"/>
          </ac:grpSpMkLst>
        </pc:grpChg>
      </pc:sldChg>
      <pc:sldChg chg="modSp mod">
        <pc:chgData name="Margo Bonal" userId="18c9fa0f-b53d-478b-9dc0-6ad88786c19f" providerId="ADAL" clId="{57E2D5E0-CA32-47BE-A2DC-7B0365E99328}" dt="2026-01-31T22:54:37.716" v="1147" actId="113"/>
        <pc:sldMkLst>
          <pc:docMk/>
          <pc:sldMk cId="1703198578" sldId="258"/>
        </pc:sldMkLst>
        <pc:spChg chg="mod">
          <ac:chgData name="Margo Bonal" userId="18c9fa0f-b53d-478b-9dc0-6ad88786c19f" providerId="ADAL" clId="{57E2D5E0-CA32-47BE-A2DC-7B0365E99328}" dt="2026-01-31T22:54:37.716" v="1147" actId="113"/>
          <ac:spMkLst>
            <pc:docMk/>
            <pc:sldMk cId="1703198578" sldId="258"/>
            <ac:spMk id="3" creationId="{180DA8A4-A147-28E8-440F-4D244C9A2F3A}"/>
          </ac:spMkLst>
        </pc:spChg>
      </pc:sldChg>
      <pc:sldChg chg="modSp mod">
        <pc:chgData name="Margo Bonal" userId="18c9fa0f-b53d-478b-9dc0-6ad88786c19f" providerId="ADAL" clId="{57E2D5E0-CA32-47BE-A2DC-7B0365E99328}" dt="2026-01-31T22:54:27.950" v="1145" actId="20577"/>
        <pc:sldMkLst>
          <pc:docMk/>
          <pc:sldMk cId="2435356693" sldId="259"/>
        </pc:sldMkLst>
        <pc:spChg chg="mod">
          <ac:chgData name="Margo Bonal" userId="18c9fa0f-b53d-478b-9dc0-6ad88786c19f" providerId="ADAL" clId="{57E2D5E0-CA32-47BE-A2DC-7B0365E99328}" dt="2026-01-31T22:53:51.214" v="1125" actId="403"/>
          <ac:spMkLst>
            <pc:docMk/>
            <pc:sldMk cId="2435356693" sldId="259"/>
            <ac:spMk id="4" creationId="{0B5AC0B3-0563-6025-8B48-A729B5762A02}"/>
          </ac:spMkLst>
        </pc:spChg>
        <pc:spChg chg="mod">
          <ac:chgData name="Margo Bonal" userId="18c9fa0f-b53d-478b-9dc0-6ad88786c19f" providerId="ADAL" clId="{57E2D5E0-CA32-47BE-A2DC-7B0365E99328}" dt="2026-01-29T23:51:49.437" v="639" actId="1076"/>
          <ac:spMkLst>
            <pc:docMk/>
            <pc:sldMk cId="2435356693" sldId="259"/>
            <ac:spMk id="5" creationId="{09EA52E4-E40E-FCA0-39F5-A5177156EA09}"/>
          </ac:spMkLst>
        </pc:spChg>
        <pc:spChg chg="mod">
          <ac:chgData name="Margo Bonal" userId="18c9fa0f-b53d-478b-9dc0-6ad88786c19f" providerId="ADAL" clId="{57E2D5E0-CA32-47BE-A2DC-7B0365E99328}" dt="2026-01-31T22:54:27.950" v="1145" actId="20577"/>
          <ac:spMkLst>
            <pc:docMk/>
            <pc:sldMk cId="2435356693" sldId="259"/>
            <ac:spMk id="6" creationId="{997BBA28-00C8-8F7A-94FF-B6415063757E}"/>
          </ac:spMkLst>
        </pc:spChg>
      </pc:sldChg>
      <pc:sldChg chg="addSp delSp modSp new mod setBg setClrOvrMap">
        <pc:chgData name="Margo Bonal" userId="18c9fa0f-b53d-478b-9dc0-6ad88786c19f" providerId="ADAL" clId="{57E2D5E0-CA32-47BE-A2DC-7B0365E99328}" dt="2026-01-31T22:56:10.416" v="1165" actId="208"/>
        <pc:sldMkLst>
          <pc:docMk/>
          <pc:sldMk cId="3708001290" sldId="261"/>
        </pc:sldMkLst>
        <pc:spChg chg="add">
          <ac:chgData name="Margo Bonal" userId="18c9fa0f-b53d-478b-9dc0-6ad88786c19f" providerId="ADAL" clId="{57E2D5E0-CA32-47BE-A2DC-7B0365E99328}" dt="2026-01-29T23:41:56.627" v="188" actId="26606"/>
          <ac:spMkLst>
            <pc:docMk/>
            <pc:sldMk cId="3708001290" sldId="261"/>
            <ac:spMk id="33" creationId="{8658BFE0-4E65-4174-9C75-687C94E88273}"/>
          </ac:spMkLst>
        </pc:spChg>
        <pc:spChg chg="add">
          <ac:chgData name="Margo Bonal" userId="18c9fa0f-b53d-478b-9dc0-6ad88786c19f" providerId="ADAL" clId="{57E2D5E0-CA32-47BE-A2DC-7B0365E99328}" dt="2026-01-29T23:41:56.627" v="188" actId="26606"/>
          <ac:spMkLst>
            <pc:docMk/>
            <pc:sldMk cId="3708001290" sldId="261"/>
            <ac:spMk id="34" creationId="{417CDA24-35F8-4540-8C52-3096D6D94949}"/>
          </ac:spMkLst>
        </pc:spChg>
        <pc:spChg chg="add">
          <ac:chgData name="Margo Bonal" userId="18c9fa0f-b53d-478b-9dc0-6ad88786c19f" providerId="ADAL" clId="{57E2D5E0-CA32-47BE-A2DC-7B0365E99328}" dt="2026-01-29T23:41:56.627" v="188" actId="26606"/>
          <ac:spMkLst>
            <pc:docMk/>
            <pc:sldMk cId="3708001290" sldId="261"/>
            <ac:spMk id="42" creationId="{FA75DFED-A0C1-4A83-BE1D-0271C1826EF6}"/>
          </ac:spMkLst>
        </pc:spChg>
        <pc:picChg chg="add mod ord modCrop">
          <ac:chgData name="Margo Bonal" userId="18c9fa0f-b53d-478b-9dc0-6ad88786c19f" providerId="ADAL" clId="{57E2D5E0-CA32-47BE-A2DC-7B0365E99328}" dt="2026-01-31T22:56:03.567" v="1160" actId="208"/>
          <ac:picMkLst>
            <pc:docMk/>
            <pc:sldMk cId="3708001290" sldId="261"/>
            <ac:picMk id="6" creationId="{1CCEA760-AC1A-80DA-A52F-AB45225E82D7}"/>
          </ac:picMkLst>
        </pc:picChg>
        <pc:picChg chg="add mod ord">
          <ac:chgData name="Margo Bonal" userId="18c9fa0f-b53d-478b-9dc0-6ad88786c19f" providerId="ADAL" clId="{57E2D5E0-CA32-47BE-A2DC-7B0365E99328}" dt="2026-01-31T22:56:10.416" v="1165" actId="208"/>
          <ac:picMkLst>
            <pc:docMk/>
            <pc:sldMk cId="3708001290" sldId="261"/>
            <ac:picMk id="9" creationId="{E1738161-29B0-7D0D-70C7-D29A9CD4DDB5}"/>
          </ac:picMkLst>
        </pc:picChg>
        <pc:picChg chg="add mod">
          <ac:chgData name="Margo Bonal" userId="18c9fa0f-b53d-478b-9dc0-6ad88786c19f" providerId="ADAL" clId="{57E2D5E0-CA32-47BE-A2DC-7B0365E99328}" dt="2026-01-31T22:56:04.806" v="1161" actId="208"/>
          <ac:picMkLst>
            <pc:docMk/>
            <pc:sldMk cId="3708001290" sldId="261"/>
            <ac:picMk id="12" creationId="{C88E6569-B4CA-163E-5EC4-BB74DEEE2E06}"/>
          </ac:picMkLst>
        </pc:picChg>
        <pc:picChg chg="add mod ord modCrop">
          <ac:chgData name="Margo Bonal" userId="18c9fa0f-b53d-478b-9dc0-6ad88786c19f" providerId="ADAL" clId="{57E2D5E0-CA32-47BE-A2DC-7B0365E99328}" dt="2026-01-31T22:56:08.647" v="1164" actId="208"/>
          <ac:picMkLst>
            <pc:docMk/>
            <pc:sldMk cId="3708001290" sldId="261"/>
            <ac:picMk id="15" creationId="{2D5A56EA-0BF7-5819-D20F-3E59D4FA5FB2}"/>
          </ac:picMkLst>
        </pc:picChg>
      </pc:sldChg>
      <pc:sldChg chg="addSp delSp modSp new mod setBg">
        <pc:chgData name="Margo Bonal" userId="18c9fa0f-b53d-478b-9dc0-6ad88786c19f" providerId="ADAL" clId="{57E2D5E0-CA32-47BE-A2DC-7B0365E99328}" dt="2026-01-31T22:55:59.473" v="1159" actId="208"/>
        <pc:sldMkLst>
          <pc:docMk/>
          <pc:sldMk cId="827058196" sldId="262"/>
        </pc:sldMkLst>
        <pc:spChg chg="mo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2" creationId="{3594D35B-E34D-531A-4357-21EE919D7179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19" creationId="{DCC0DCE3-8753-43BB-86D2-6452D91E4179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21" creationId="{D28BC7A6-65CA-4655-8641-7BDE9699BF93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23" creationId="{58755CF4-45A8-4971-A14E-D6DE02B48273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29" creationId="{B945C839-5223-449A-83FF-07A83C46BCEA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31" creationId="{7D673E84-7710-46C2-AB60-0C54F719CC93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33" creationId="{139CA32C-70F8-4CA5-AA5D-57191F4D875C}"/>
          </ac:spMkLst>
        </pc:spChg>
        <pc:spChg chg="add">
          <ac:chgData name="Margo Bonal" userId="18c9fa0f-b53d-478b-9dc0-6ad88786c19f" providerId="ADAL" clId="{57E2D5E0-CA32-47BE-A2DC-7B0365E99328}" dt="2026-01-31T22:55:04.735" v="1148" actId="26606"/>
          <ac:spMkLst>
            <pc:docMk/>
            <pc:sldMk cId="827058196" sldId="262"/>
            <ac:spMk id="35" creationId="{22A7090A-8739-4C0E-AE2B-E9574F8390E5}"/>
          </ac:spMkLst>
        </pc:spChg>
        <pc:picChg chg="add mod ord">
          <ac:chgData name="Margo Bonal" userId="18c9fa0f-b53d-478b-9dc0-6ad88786c19f" providerId="ADAL" clId="{57E2D5E0-CA32-47BE-A2DC-7B0365E99328}" dt="2026-01-31T22:55:59.473" v="1159" actId="208"/>
          <ac:picMkLst>
            <pc:docMk/>
            <pc:sldMk cId="827058196" sldId="262"/>
            <ac:picMk id="10" creationId="{3F76ABA8-33C8-2F6C-1D75-48BF572734BD}"/>
          </ac:picMkLst>
        </pc:picChg>
        <pc:picChg chg="add mod modCrop">
          <ac:chgData name="Margo Bonal" userId="18c9fa0f-b53d-478b-9dc0-6ad88786c19f" providerId="ADAL" clId="{57E2D5E0-CA32-47BE-A2DC-7B0365E99328}" dt="2026-01-31T22:55:57.572" v="1158" actId="208"/>
          <ac:picMkLst>
            <pc:docMk/>
            <pc:sldMk cId="827058196" sldId="262"/>
            <ac:picMk id="14" creationId="{7BE31776-F426-8AE6-74FC-D07693145B13}"/>
          </ac:picMkLst>
        </pc:picChg>
      </pc:sldChg>
      <pc:sldChg chg="addSp delSp modSp new mod">
        <pc:chgData name="Margo Bonal" userId="18c9fa0f-b53d-478b-9dc0-6ad88786c19f" providerId="ADAL" clId="{57E2D5E0-CA32-47BE-A2DC-7B0365E99328}" dt="2026-01-31T22:55:50.874" v="1157" actId="208"/>
        <pc:sldMkLst>
          <pc:docMk/>
          <pc:sldMk cId="244322644" sldId="263"/>
        </pc:sldMkLst>
        <pc:spChg chg="mod">
          <ac:chgData name="Margo Bonal" userId="18c9fa0f-b53d-478b-9dc0-6ad88786c19f" providerId="ADAL" clId="{57E2D5E0-CA32-47BE-A2DC-7B0365E99328}" dt="2026-01-29T23:38:52.877" v="154" actId="1076"/>
          <ac:spMkLst>
            <pc:docMk/>
            <pc:sldMk cId="244322644" sldId="263"/>
            <ac:spMk id="2" creationId="{3249A3CD-DB04-912A-5CE5-3B55E41D6AA3}"/>
          </ac:spMkLst>
        </pc:spChg>
        <pc:picChg chg="add mod">
          <ac:chgData name="Margo Bonal" userId="18c9fa0f-b53d-478b-9dc0-6ad88786c19f" providerId="ADAL" clId="{57E2D5E0-CA32-47BE-A2DC-7B0365E99328}" dt="2026-01-31T22:55:50.874" v="1157" actId="208"/>
          <ac:picMkLst>
            <pc:docMk/>
            <pc:sldMk cId="244322644" sldId="263"/>
            <ac:picMk id="4" creationId="{EA49DD04-9C91-1C72-B0A4-08F40DD42436}"/>
          </ac:picMkLst>
        </pc:picChg>
      </pc:sldChg>
      <pc:sldChg chg="addSp delSp modSp new mod setBg">
        <pc:chgData name="Margo Bonal" userId="18c9fa0f-b53d-478b-9dc0-6ad88786c19f" providerId="ADAL" clId="{57E2D5E0-CA32-47BE-A2DC-7B0365E99328}" dt="2026-01-31T22:55:46.707" v="1156" actId="208"/>
        <pc:sldMkLst>
          <pc:docMk/>
          <pc:sldMk cId="2606255758" sldId="264"/>
        </pc:sldMkLst>
        <pc:spChg chg="mod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2" creationId="{BB471BEF-397F-CD19-178F-7E172611960F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9" creationId="{E0095938-6E37-BFC7-3EAE-7921A60376D5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12" creationId="{E009DD9B-5EE2-4C0D-8B2B-351C8C102205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14" creationId="{E720DB99-7745-4E75-9D96-AAB6D55C531E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16" creationId="{D68803C4-E159-4360-B7BB-74205C8F782D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18" creationId="{504B0465-3B07-49BF-BEA7-D81476246293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20" creationId="{49B7FFA5-14CB-4A4F-9BCC-CA3AA5D9D276}"/>
          </ac:spMkLst>
        </pc:spChg>
        <pc:spChg chg="add del">
          <ac:chgData name="Margo Bonal" userId="18c9fa0f-b53d-478b-9dc0-6ad88786c19f" providerId="ADAL" clId="{57E2D5E0-CA32-47BE-A2DC-7B0365E99328}" dt="2026-01-31T21:40:36.171" v="915" actId="26606"/>
          <ac:spMkLst>
            <pc:docMk/>
            <pc:sldMk cId="2606255758" sldId="264"/>
            <ac:spMk id="22" creationId="{04E48745-7512-4EC2-9E20-9092D12150CA}"/>
          </ac:spMkLst>
        </pc:spChg>
        <pc:picChg chg="add mod ord modCrop">
          <ac:chgData name="Margo Bonal" userId="18c9fa0f-b53d-478b-9dc0-6ad88786c19f" providerId="ADAL" clId="{57E2D5E0-CA32-47BE-A2DC-7B0365E99328}" dt="2026-01-31T22:55:46.707" v="1156" actId="208"/>
          <ac:picMkLst>
            <pc:docMk/>
            <pc:sldMk cId="2606255758" sldId="264"/>
            <ac:picMk id="5" creationId="{EEF3B999-F8BA-E5CC-59FD-FC9C335D6163}"/>
          </ac:picMkLst>
        </pc:picChg>
      </pc:sldChg>
      <pc:sldChg chg="addSp delSp modSp new mod setBg">
        <pc:chgData name="Margo Bonal" userId="18c9fa0f-b53d-478b-9dc0-6ad88786c19f" providerId="ADAL" clId="{57E2D5E0-CA32-47BE-A2DC-7B0365E99328}" dt="2026-01-31T23:00:22.227" v="1200" actId="26606"/>
        <pc:sldMkLst>
          <pc:docMk/>
          <pc:sldMk cId="908531274" sldId="265"/>
        </pc:sldMkLst>
        <pc:spChg chg="mod">
          <ac:chgData name="Margo Bonal" userId="18c9fa0f-b53d-478b-9dc0-6ad88786c19f" providerId="ADAL" clId="{57E2D5E0-CA32-47BE-A2DC-7B0365E99328}" dt="2026-01-31T22:59:56.003" v="1199" actId="26606"/>
          <ac:spMkLst>
            <pc:docMk/>
            <pc:sldMk cId="908531274" sldId="265"/>
            <ac:spMk id="2" creationId="{9CD0FCC9-9B2B-2FB9-60E5-72F1827F24DF}"/>
          </ac:spMkLst>
        </pc:spChg>
        <pc:spChg chg="del mod">
          <ac:chgData name="Margo Bonal" userId="18c9fa0f-b53d-478b-9dc0-6ad88786c19f" providerId="ADAL" clId="{57E2D5E0-CA32-47BE-A2DC-7B0365E99328}" dt="2026-01-31T22:56:39.406" v="1166" actId="26606"/>
          <ac:spMkLst>
            <pc:docMk/>
            <pc:sldMk cId="908531274" sldId="265"/>
            <ac:spMk id="3" creationId="{ADEF609F-1A65-2655-042C-775681874D96}"/>
          </ac:spMkLst>
        </pc:spChg>
        <pc:spChg chg="add del">
          <ac:chgData name="Margo Bonal" userId="18c9fa0f-b53d-478b-9dc0-6ad88786c19f" providerId="ADAL" clId="{57E2D5E0-CA32-47BE-A2DC-7B0365E99328}" dt="2026-01-31T21:41:16.840" v="941" actId="26606"/>
          <ac:spMkLst>
            <pc:docMk/>
            <pc:sldMk cId="908531274" sldId="265"/>
            <ac:spMk id="8" creationId="{5118BA95-03E7-41B7-B442-0AF8C0A7FF68}"/>
          </ac:spMkLst>
        </pc:spChg>
        <pc:spChg chg="add del">
          <ac:chgData name="Margo Bonal" userId="18c9fa0f-b53d-478b-9dc0-6ad88786c19f" providerId="ADAL" clId="{57E2D5E0-CA32-47BE-A2DC-7B0365E99328}" dt="2026-01-31T21:41:31.431" v="943" actId="26606"/>
          <ac:spMkLst>
            <pc:docMk/>
            <pc:sldMk cId="908531274" sldId="265"/>
            <ac:spMk id="9" creationId="{3964958D-AF5D-4863-B5FB-83F6B8CB12A0}"/>
          </ac:spMkLst>
        </pc:spChg>
        <pc:spChg chg="add del">
          <ac:chgData name="Margo Bonal" userId="18c9fa0f-b53d-478b-9dc0-6ad88786c19f" providerId="ADAL" clId="{57E2D5E0-CA32-47BE-A2DC-7B0365E99328}" dt="2026-01-31T21:41:16.840" v="941" actId="26606"/>
          <ac:spMkLst>
            <pc:docMk/>
            <pc:sldMk cId="908531274" sldId="265"/>
            <ac:spMk id="14" creationId="{AD9B3EAD-A2B3-42C4-927C-3455E3E69EE6}"/>
          </ac:spMkLst>
        </pc:spChg>
        <pc:spChg chg="add del">
          <ac:chgData name="Margo Bonal" userId="18c9fa0f-b53d-478b-9dc0-6ad88786c19f" providerId="ADAL" clId="{57E2D5E0-CA32-47BE-A2DC-7B0365E99328}" dt="2026-01-31T22:56:39.406" v="1166" actId="26606"/>
          <ac:spMkLst>
            <pc:docMk/>
            <pc:sldMk cId="908531274" sldId="265"/>
            <ac:spMk id="19" creationId="{5118BA95-03E7-41B7-B442-0AF8C0A7FF68}"/>
          </ac:spMkLst>
        </pc:spChg>
        <pc:spChg chg="add del">
          <ac:chgData name="Margo Bonal" userId="18c9fa0f-b53d-478b-9dc0-6ad88786c19f" providerId="ADAL" clId="{57E2D5E0-CA32-47BE-A2DC-7B0365E99328}" dt="2026-01-31T22:56:39.406" v="1166" actId="26606"/>
          <ac:spMkLst>
            <pc:docMk/>
            <pc:sldMk cId="908531274" sldId="265"/>
            <ac:spMk id="21" creationId="{AD9B3EAD-A2B3-42C4-927C-3455E3E69EE6}"/>
          </ac:spMkLst>
        </pc:spChg>
        <pc:spChg chg="add del">
          <ac:chgData name="Margo Bonal" userId="18c9fa0f-b53d-478b-9dc0-6ad88786c19f" providerId="ADAL" clId="{57E2D5E0-CA32-47BE-A2DC-7B0365E99328}" dt="2026-01-31T22:59:56.003" v="1199" actId="26606"/>
          <ac:spMkLst>
            <pc:docMk/>
            <pc:sldMk cId="908531274" sldId="265"/>
            <ac:spMk id="27" creationId="{5118BA95-03E7-41B7-B442-0AF8C0A7FF68}"/>
          </ac:spMkLst>
        </pc:spChg>
        <pc:spChg chg="add del">
          <ac:chgData name="Margo Bonal" userId="18c9fa0f-b53d-478b-9dc0-6ad88786c19f" providerId="ADAL" clId="{57E2D5E0-CA32-47BE-A2DC-7B0365E99328}" dt="2026-01-31T22:59:56.003" v="1199" actId="26606"/>
          <ac:spMkLst>
            <pc:docMk/>
            <pc:sldMk cId="908531274" sldId="265"/>
            <ac:spMk id="29" creationId="{059D8741-EAD6-41B1-A882-70D70FC35821}"/>
          </ac:spMkLst>
        </pc:spChg>
        <pc:spChg chg="add del">
          <ac:chgData name="Margo Bonal" userId="18c9fa0f-b53d-478b-9dc0-6ad88786c19f" providerId="ADAL" clId="{57E2D5E0-CA32-47BE-A2DC-7B0365E99328}" dt="2026-01-31T22:59:56.003" v="1199" actId="26606"/>
          <ac:spMkLst>
            <pc:docMk/>
            <pc:sldMk cId="908531274" sldId="265"/>
            <ac:spMk id="31" creationId="{45444F36-3103-4D11-A25F-C054D4606DA4}"/>
          </ac:spMkLst>
        </pc:spChg>
        <pc:spChg chg="add del">
          <ac:chgData name="Margo Bonal" userId="18c9fa0f-b53d-478b-9dc0-6ad88786c19f" providerId="ADAL" clId="{57E2D5E0-CA32-47BE-A2DC-7B0365E99328}" dt="2026-01-31T22:59:56.003" v="1199" actId="26606"/>
          <ac:spMkLst>
            <pc:docMk/>
            <pc:sldMk cId="908531274" sldId="265"/>
            <ac:spMk id="33" creationId="{AD9B3EAD-A2B3-42C4-927C-3455E3E69EE6}"/>
          </ac:spMkLst>
        </pc:spChg>
        <pc:spChg chg="add del">
          <ac:chgData name="Margo Bonal" userId="18c9fa0f-b53d-478b-9dc0-6ad88786c19f" providerId="ADAL" clId="{57E2D5E0-CA32-47BE-A2DC-7B0365E99328}" dt="2026-01-31T23:00:22.227" v="1200" actId="26606"/>
          <ac:spMkLst>
            <pc:docMk/>
            <pc:sldMk cId="908531274" sldId="265"/>
            <ac:spMk id="38" creationId="{3FD711E9-7F79-40A9-8D9E-4AE293C154A5}"/>
          </ac:spMkLst>
        </pc:spChg>
        <pc:spChg chg="add">
          <ac:chgData name="Margo Bonal" userId="18c9fa0f-b53d-478b-9dc0-6ad88786c19f" providerId="ADAL" clId="{57E2D5E0-CA32-47BE-A2DC-7B0365E99328}" dt="2026-01-31T23:00:22.227" v="1200" actId="26606"/>
          <ac:spMkLst>
            <pc:docMk/>
            <pc:sldMk cId="908531274" sldId="265"/>
            <ac:spMk id="43" creationId="{3FD711E9-7F79-40A9-8D9E-4AE293C154A5}"/>
          </ac:spMkLst>
        </pc:spChg>
        <pc:grpChg chg="add del">
          <ac:chgData name="Margo Bonal" userId="18c9fa0f-b53d-478b-9dc0-6ad88786c19f" providerId="ADAL" clId="{57E2D5E0-CA32-47BE-A2DC-7B0365E99328}" dt="2026-01-31T21:41:16.840" v="941" actId="26606"/>
          <ac:grpSpMkLst>
            <pc:docMk/>
            <pc:sldMk cId="908531274" sldId="265"/>
            <ac:grpSpMk id="10" creationId="{E799C3D5-7D55-4046-808C-F290F456D6EF}"/>
          </ac:grpSpMkLst>
        </pc:grpChg>
        <pc:grpChg chg="add del">
          <ac:chgData name="Margo Bonal" userId="18c9fa0f-b53d-478b-9dc0-6ad88786c19f" providerId="ADAL" clId="{57E2D5E0-CA32-47BE-A2DC-7B0365E99328}" dt="2026-01-31T21:41:31.431" v="943" actId="26606"/>
          <ac:grpSpMkLst>
            <pc:docMk/>
            <pc:sldMk cId="908531274" sldId="265"/>
            <ac:grpSpMk id="16" creationId="{11002ACD-3B0C-4885-8754-8A00E926FE4B}"/>
          </ac:grpSpMkLst>
        </pc:grpChg>
        <pc:grpChg chg="add del">
          <ac:chgData name="Margo Bonal" userId="18c9fa0f-b53d-478b-9dc0-6ad88786c19f" providerId="ADAL" clId="{57E2D5E0-CA32-47BE-A2DC-7B0365E99328}" dt="2026-01-31T22:56:39.406" v="1166" actId="26606"/>
          <ac:grpSpMkLst>
            <pc:docMk/>
            <pc:sldMk cId="908531274" sldId="265"/>
            <ac:grpSpMk id="20" creationId="{E799C3D5-7D55-4046-808C-F290F456D6EF}"/>
          </ac:grpSpMkLst>
        </pc:grpChg>
        <pc:graphicFrameChg chg="add mod modGraphic">
          <ac:chgData name="Margo Bonal" userId="18c9fa0f-b53d-478b-9dc0-6ad88786c19f" providerId="ADAL" clId="{57E2D5E0-CA32-47BE-A2DC-7B0365E99328}" dt="2026-01-31T23:00:22.227" v="1200" actId="26606"/>
          <ac:graphicFrameMkLst>
            <pc:docMk/>
            <pc:sldMk cId="908531274" sldId="265"/>
            <ac:graphicFrameMk id="23" creationId="{44CD89A8-8DA1-F116-3D4F-01244121EF2F}"/>
          </ac:graphicFrameMkLst>
        </pc:graphicFrameChg>
        <pc:picChg chg="add del">
          <ac:chgData name="Margo Bonal" userId="18c9fa0f-b53d-478b-9dc0-6ad88786c19f" providerId="ADAL" clId="{57E2D5E0-CA32-47BE-A2DC-7B0365E99328}" dt="2026-01-31T21:41:31.431" v="943" actId="26606"/>
          <ac:picMkLst>
            <pc:docMk/>
            <pc:sldMk cId="908531274" sldId="265"/>
            <ac:picMk id="5" creationId="{028B6E1E-2F7D-9DC1-E94E-CFB56EC1B68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883F58-09E0-4E70-98D4-32C537E6F358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27D10A9-49C5-4A3C-90FC-50348330BADF}">
      <dgm:prSet/>
      <dgm:spPr/>
      <dgm:t>
        <a:bodyPr/>
        <a:lstStyle/>
        <a:p>
          <a:r>
            <a:rPr lang="en-US"/>
            <a:t>Dashboard progress</a:t>
          </a:r>
        </a:p>
      </dgm:t>
    </dgm:pt>
    <dgm:pt modelId="{1C058921-3D41-409F-9336-A7343AA5D9AD}" type="parTrans" cxnId="{CEFEFFB4-91C8-4A68-B0AB-B439EF0D8B39}">
      <dgm:prSet/>
      <dgm:spPr/>
      <dgm:t>
        <a:bodyPr/>
        <a:lstStyle/>
        <a:p>
          <a:endParaRPr lang="en-US"/>
        </a:p>
      </dgm:t>
    </dgm:pt>
    <dgm:pt modelId="{201F3522-E872-449D-BD79-B66F48A2B0FE}" type="sibTrans" cxnId="{CEFEFFB4-91C8-4A68-B0AB-B439EF0D8B39}">
      <dgm:prSet/>
      <dgm:spPr/>
      <dgm:t>
        <a:bodyPr/>
        <a:lstStyle/>
        <a:p>
          <a:endParaRPr lang="en-US"/>
        </a:p>
      </dgm:t>
    </dgm:pt>
    <dgm:pt modelId="{C65EF1A1-4987-4440-88B2-2E7916CF0BC5}">
      <dgm:prSet/>
      <dgm:spPr/>
      <dgm:t>
        <a:bodyPr/>
        <a:lstStyle/>
        <a:p>
          <a:r>
            <a:rPr lang="en-US" dirty="0"/>
            <a:t>Clubs Page initial design/ set up</a:t>
          </a:r>
        </a:p>
      </dgm:t>
    </dgm:pt>
    <dgm:pt modelId="{DD7D6ECE-FF12-4EA8-A8E4-5F2EAA2892FB}" type="parTrans" cxnId="{35FCEE86-B5FE-47DA-87C2-D0F72527B7F6}">
      <dgm:prSet/>
      <dgm:spPr/>
      <dgm:t>
        <a:bodyPr/>
        <a:lstStyle/>
        <a:p>
          <a:endParaRPr lang="en-US"/>
        </a:p>
      </dgm:t>
    </dgm:pt>
    <dgm:pt modelId="{FCF3654C-E3BD-47D0-A0CA-9FC07C5BE1B5}" type="sibTrans" cxnId="{35FCEE86-B5FE-47DA-87C2-D0F72527B7F6}">
      <dgm:prSet/>
      <dgm:spPr/>
      <dgm:t>
        <a:bodyPr/>
        <a:lstStyle/>
        <a:p>
          <a:endParaRPr lang="en-US"/>
        </a:p>
      </dgm:t>
    </dgm:pt>
    <dgm:pt modelId="{15948977-CE49-475A-8C00-09F7140B1E26}">
      <dgm:prSet/>
      <dgm:spPr/>
      <dgm:t>
        <a:bodyPr/>
        <a:lstStyle/>
        <a:p>
          <a:r>
            <a:rPr lang="en-US" dirty="0"/>
            <a:t>Leaderboard Page initial design/ set up</a:t>
          </a:r>
        </a:p>
      </dgm:t>
    </dgm:pt>
    <dgm:pt modelId="{AF5CA4AC-7290-46F4-9F09-27BA3833A793}" type="parTrans" cxnId="{CB495C49-2163-4D42-9BD4-61CA7AC60EC4}">
      <dgm:prSet/>
      <dgm:spPr/>
      <dgm:t>
        <a:bodyPr/>
        <a:lstStyle/>
        <a:p>
          <a:endParaRPr lang="en-US"/>
        </a:p>
      </dgm:t>
    </dgm:pt>
    <dgm:pt modelId="{B350443C-DCAB-4D7A-BD88-96E891A78EF9}" type="sibTrans" cxnId="{CB495C49-2163-4D42-9BD4-61CA7AC60EC4}">
      <dgm:prSet/>
      <dgm:spPr/>
      <dgm:t>
        <a:bodyPr/>
        <a:lstStyle/>
        <a:p>
          <a:endParaRPr lang="en-US"/>
        </a:p>
      </dgm:t>
    </dgm:pt>
    <dgm:pt modelId="{C58A601A-5BE1-411B-AFE3-B89C2799E0D3}">
      <dgm:prSet/>
      <dgm:spPr/>
      <dgm:t>
        <a:bodyPr/>
        <a:lstStyle/>
        <a:p>
          <a:r>
            <a:rPr lang="en-US"/>
            <a:t>Data filtering &amp; Validation</a:t>
          </a:r>
        </a:p>
      </dgm:t>
    </dgm:pt>
    <dgm:pt modelId="{E4947FAA-16FF-44E9-AFFE-DC6137724AE1}" type="parTrans" cxnId="{666C10AB-D6AA-4408-B5FA-B25C9BC23FFF}">
      <dgm:prSet/>
      <dgm:spPr/>
      <dgm:t>
        <a:bodyPr/>
        <a:lstStyle/>
        <a:p>
          <a:endParaRPr lang="en-US"/>
        </a:p>
      </dgm:t>
    </dgm:pt>
    <dgm:pt modelId="{6874ECFB-1C11-4356-A708-F71FC50121FD}" type="sibTrans" cxnId="{666C10AB-D6AA-4408-B5FA-B25C9BC23FFF}">
      <dgm:prSet/>
      <dgm:spPr/>
      <dgm:t>
        <a:bodyPr/>
        <a:lstStyle/>
        <a:p>
          <a:endParaRPr lang="en-US"/>
        </a:p>
      </dgm:t>
    </dgm:pt>
    <dgm:pt modelId="{A64DD46E-D598-4154-BF98-07BE31898E89}">
      <dgm:prSet/>
      <dgm:spPr/>
      <dgm:t>
        <a:bodyPr/>
        <a:lstStyle/>
        <a:p>
          <a:r>
            <a:rPr lang="en-US"/>
            <a:t>Activities Displayed on Dashboard</a:t>
          </a:r>
        </a:p>
      </dgm:t>
    </dgm:pt>
    <dgm:pt modelId="{A8605BA7-E688-4960-B5C4-3C202F60B5DA}" type="parTrans" cxnId="{11716BCD-AC1E-4543-A88E-AD14A7D3DADD}">
      <dgm:prSet/>
      <dgm:spPr/>
      <dgm:t>
        <a:bodyPr/>
        <a:lstStyle/>
        <a:p>
          <a:endParaRPr lang="en-US"/>
        </a:p>
      </dgm:t>
    </dgm:pt>
    <dgm:pt modelId="{F6EE6312-E4CF-4B30-BEBC-CC503271881E}" type="sibTrans" cxnId="{11716BCD-AC1E-4543-A88E-AD14A7D3DADD}">
      <dgm:prSet/>
      <dgm:spPr/>
      <dgm:t>
        <a:bodyPr/>
        <a:lstStyle/>
        <a:p>
          <a:endParaRPr lang="en-US"/>
        </a:p>
      </dgm:t>
    </dgm:pt>
    <dgm:pt modelId="{48BAD3F8-3D98-41DC-8713-8A46947D54BF}" type="pres">
      <dgm:prSet presAssocID="{7C883F58-09E0-4E70-98D4-32C537E6F358}" presName="vert0" presStyleCnt="0">
        <dgm:presLayoutVars>
          <dgm:dir/>
          <dgm:animOne val="branch"/>
          <dgm:animLvl val="lvl"/>
        </dgm:presLayoutVars>
      </dgm:prSet>
      <dgm:spPr/>
    </dgm:pt>
    <dgm:pt modelId="{B669660C-EFC3-4D98-A1D6-32B212E6920F}" type="pres">
      <dgm:prSet presAssocID="{627D10A9-49C5-4A3C-90FC-50348330BADF}" presName="thickLine" presStyleLbl="alignNode1" presStyleIdx="0" presStyleCnt="5"/>
      <dgm:spPr/>
    </dgm:pt>
    <dgm:pt modelId="{8A791B23-C94F-4F62-9F8D-E3C069CF61F2}" type="pres">
      <dgm:prSet presAssocID="{627D10A9-49C5-4A3C-90FC-50348330BADF}" presName="horz1" presStyleCnt="0"/>
      <dgm:spPr/>
    </dgm:pt>
    <dgm:pt modelId="{D5B2A7E3-AE59-459A-A3C3-A7E22B69E250}" type="pres">
      <dgm:prSet presAssocID="{627D10A9-49C5-4A3C-90FC-50348330BADF}" presName="tx1" presStyleLbl="revTx" presStyleIdx="0" presStyleCnt="5"/>
      <dgm:spPr/>
    </dgm:pt>
    <dgm:pt modelId="{3B9E3847-3C4F-4D5E-A5E2-38C049BF574F}" type="pres">
      <dgm:prSet presAssocID="{627D10A9-49C5-4A3C-90FC-50348330BADF}" presName="vert1" presStyleCnt="0"/>
      <dgm:spPr/>
    </dgm:pt>
    <dgm:pt modelId="{4BFEBB5B-53AD-4478-991A-3FA771EB7BA5}" type="pres">
      <dgm:prSet presAssocID="{C65EF1A1-4987-4440-88B2-2E7916CF0BC5}" presName="thickLine" presStyleLbl="alignNode1" presStyleIdx="1" presStyleCnt="5"/>
      <dgm:spPr/>
    </dgm:pt>
    <dgm:pt modelId="{1A0411B5-B465-4AB9-97B9-4D9A6BEC09B9}" type="pres">
      <dgm:prSet presAssocID="{C65EF1A1-4987-4440-88B2-2E7916CF0BC5}" presName="horz1" presStyleCnt="0"/>
      <dgm:spPr/>
    </dgm:pt>
    <dgm:pt modelId="{01D886A0-9B83-4FFA-AD54-3FE483549AF7}" type="pres">
      <dgm:prSet presAssocID="{C65EF1A1-4987-4440-88B2-2E7916CF0BC5}" presName="tx1" presStyleLbl="revTx" presStyleIdx="1" presStyleCnt="5"/>
      <dgm:spPr/>
    </dgm:pt>
    <dgm:pt modelId="{562E2210-AF74-4FC6-B64F-D45990827F55}" type="pres">
      <dgm:prSet presAssocID="{C65EF1A1-4987-4440-88B2-2E7916CF0BC5}" presName="vert1" presStyleCnt="0"/>
      <dgm:spPr/>
    </dgm:pt>
    <dgm:pt modelId="{87E9294B-E6B7-4BE5-819F-C0FF10AEE95D}" type="pres">
      <dgm:prSet presAssocID="{15948977-CE49-475A-8C00-09F7140B1E26}" presName="thickLine" presStyleLbl="alignNode1" presStyleIdx="2" presStyleCnt="5"/>
      <dgm:spPr/>
    </dgm:pt>
    <dgm:pt modelId="{469C8AEA-DEB3-4582-B787-A199FB113C67}" type="pres">
      <dgm:prSet presAssocID="{15948977-CE49-475A-8C00-09F7140B1E26}" presName="horz1" presStyleCnt="0"/>
      <dgm:spPr/>
    </dgm:pt>
    <dgm:pt modelId="{2F1FB74A-2DC6-4DA7-9121-1D14DA2793D8}" type="pres">
      <dgm:prSet presAssocID="{15948977-CE49-475A-8C00-09F7140B1E26}" presName="tx1" presStyleLbl="revTx" presStyleIdx="2" presStyleCnt="5"/>
      <dgm:spPr/>
    </dgm:pt>
    <dgm:pt modelId="{33663108-3FA4-4135-9267-4B35BCF14B9D}" type="pres">
      <dgm:prSet presAssocID="{15948977-CE49-475A-8C00-09F7140B1E26}" presName="vert1" presStyleCnt="0"/>
      <dgm:spPr/>
    </dgm:pt>
    <dgm:pt modelId="{A126C68F-BEAB-4146-9B64-1CAE9589B6EF}" type="pres">
      <dgm:prSet presAssocID="{C58A601A-5BE1-411B-AFE3-B89C2799E0D3}" presName="thickLine" presStyleLbl="alignNode1" presStyleIdx="3" presStyleCnt="5"/>
      <dgm:spPr/>
    </dgm:pt>
    <dgm:pt modelId="{73FC9A49-209A-4150-83E9-B2E481C4FC6B}" type="pres">
      <dgm:prSet presAssocID="{C58A601A-5BE1-411B-AFE3-B89C2799E0D3}" presName="horz1" presStyleCnt="0"/>
      <dgm:spPr/>
    </dgm:pt>
    <dgm:pt modelId="{14D6A231-A1B2-4944-95F1-49229C092DBA}" type="pres">
      <dgm:prSet presAssocID="{C58A601A-5BE1-411B-AFE3-B89C2799E0D3}" presName="tx1" presStyleLbl="revTx" presStyleIdx="3" presStyleCnt="5"/>
      <dgm:spPr/>
    </dgm:pt>
    <dgm:pt modelId="{0ECBD81D-293B-408C-87D6-2F98835ADD1D}" type="pres">
      <dgm:prSet presAssocID="{C58A601A-5BE1-411B-AFE3-B89C2799E0D3}" presName="vert1" presStyleCnt="0"/>
      <dgm:spPr/>
    </dgm:pt>
    <dgm:pt modelId="{372DB00B-E7F1-47D0-BADD-ABE2CB6CB86A}" type="pres">
      <dgm:prSet presAssocID="{A64DD46E-D598-4154-BF98-07BE31898E89}" presName="thickLine" presStyleLbl="alignNode1" presStyleIdx="4" presStyleCnt="5"/>
      <dgm:spPr/>
    </dgm:pt>
    <dgm:pt modelId="{624FBF43-76D7-4AE4-97B8-F4BFBCD9B7B2}" type="pres">
      <dgm:prSet presAssocID="{A64DD46E-D598-4154-BF98-07BE31898E89}" presName="horz1" presStyleCnt="0"/>
      <dgm:spPr/>
    </dgm:pt>
    <dgm:pt modelId="{6B21903C-7BAC-49C7-B39C-D9E7E01115AD}" type="pres">
      <dgm:prSet presAssocID="{A64DD46E-D598-4154-BF98-07BE31898E89}" presName="tx1" presStyleLbl="revTx" presStyleIdx="4" presStyleCnt="5"/>
      <dgm:spPr/>
    </dgm:pt>
    <dgm:pt modelId="{E6FFD71F-B0AC-47CF-B3F5-76EA894F5C3E}" type="pres">
      <dgm:prSet presAssocID="{A64DD46E-D598-4154-BF98-07BE31898E89}" presName="vert1" presStyleCnt="0"/>
      <dgm:spPr/>
    </dgm:pt>
  </dgm:ptLst>
  <dgm:cxnLst>
    <dgm:cxn modelId="{3D378C01-2A83-49D1-AF91-29606D599AEF}" type="presOf" srcId="{627D10A9-49C5-4A3C-90FC-50348330BADF}" destId="{D5B2A7E3-AE59-459A-A3C3-A7E22B69E250}" srcOrd="0" destOrd="0" presId="urn:microsoft.com/office/officeart/2008/layout/LinedList"/>
    <dgm:cxn modelId="{F8FDD45E-D9C6-4172-9AAE-BBF6200D555D}" type="presOf" srcId="{C65EF1A1-4987-4440-88B2-2E7916CF0BC5}" destId="{01D886A0-9B83-4FFA-AD54-3FE483549AF7}" srcOrd="0" destOrd="0" presId="urn:microsoft.com/office/officeart/2008/layout/LinedList"/>
    <dgm:cxn modelId="{CB495C49-2163-4D42-9BD4-61CA7AC60EC4}" srcId="{7C883F58-09E0-4E70-98D4-32C537E6F358}" destId="{15948977-CE49-475A-8C00-09F7140B1E26}" srcOrd="2" destOrd="0" parTransId="{AF5CA4AC-7290-46F4-9F09-27BA3833A793}" sibTransId="{B350443C-DCAB-4D7A-BD88-96E891A78EF9}"/>
    <dgm:cxn modelId="{FC81487A-BB02-4CA7-8C94-A8C3D305C263}" type="presOf" srcId="{A64DD46E-D598-4154-BF98-07BE31898E89}" destId="{6B21903C-7BAC-49C7-B39C-D9E7E01115AD}" srcOrd="0" destOrd="0" presId="urn:microsoft.com/office/officeart/2008/layout/LinedList"/>
    <dgm:cxn modelId="{9743EB85-C5F2-4D54-BE87-276E868988EA}" type="presOf" srcId="{15948977-CE49-475A-8C00-09F7140B1E26}" destId="{2F1FB74A-2DC6-4DA7-9121-1D14DA2793D8}" srcOrd="0" destOrd="0" presId="urn:microsoft.com/office/officeart/2008/layout/LinedList"/>
    <dgm:cxn modelId="{35FCEE86-B5FE-47DA-87C2-D0F72527B7F6}" srcId="{7C883F58-09E0-4E70-98D4-32C537E6F358}" destId="{C65EF1A1-4987-4440-88B2-2E7916CF0BC5}" srcOrd="1" destOrd="0" parTransId="{DD7D6ECE-FF12-4EA8-A8E4-5F2EAA2892FB}" sibTransId="{FCF3654C-E3BD-47D0-A0CA-9FC07C5BE1B5}"/>
    <dgm:cxn modelId="{C299E793-073D-44B4-8498-13EB8593D9B1}" type="presOf" srcId="{7C883F58-09E0-4E70-98D4-32C537E6F358}" destId="{48BAD3F8-3D98-41DC-8713-8A46947D54BF}" srcOrd="0" destOrd="0" presId="urn:microsoft.com/office/officeart/2008/layout/LinedList"/>
    <dgm:cxn modelId="{DA10FBA0-F5D5-44BB-9A13-A0DFB0CB0906}" type="presOf" srcId="{C58A601A-5BE1-411B-AFE3-B89C2799E0D3}" destId="{14D6A231-A1B2-4944-95F1-49229C092DBA}" srcOrd="0" destOrd="0" presId="urn:microsoft.com/office/officeart/2008/layout/LinedList"/>
    <dgm:cxn modelId="{666C10AB-D6AA-4408-B5FA-B25C9BC23FFF}" srcId="{7C883F58-09E0-4E70-98D4-32C537E6F358}" destId="{C58A601A-5BE1-411B-AFE3-B89C2799E0D3}" srcOrd="3" destOrd="0" parTransId="{E4947FAA-16FF-44E9-AFFE-DC6137724AE1}" sibTransId="{6874ECFB-1C11-4356-A708-F71FC50121FD}"/>
    <dgm:cxn modelId="{CEFEFFB4-91C8-4A68-B0AB-B439EF0D8B39}" srcId="{7C883F58-09E0-4E70-98D4-32C537E6F358}" destId="{627D10A9-49C5-4A3C-90FC-50348330BADF}" srcOrd="0" destOrd="0" parTransId="{1C058921-3D41-409F-9336-A7343AA5D9AD}" sibTransId="{201F3522-E872-449D-BD79-B66F48A2B0FE}"/>
    <dgm:cxn modelId="{11716BCD-AC1E-4543-A88E-AD14A7D3DADD}" srcId="{7C883F58-09E0-4E70-98D4-32C537E6F358}" destId="{A64DD46E-D598-4154-BF98-07BE31898E89}" srcOrd="4" destOrd="0" parTransId="{A8605BA7-E688-4960-B5C4-3C202F60B5DA}" sibTransId="{F6EE6312-E4CF-4B30-BEBC-CC503271881E}"/>
    <dgm:cxn modelId="{9E3E33E2-F74A-4F63-8EB4-4CBDFB3DAB60}" type="presParOf" srcId="{48BAD3F8-3D98-41DC-8713-8A46947D54BF}" destId="{B669660C-EFC3-4D98-A1D6-32B212E6920F}" srcOrd="0" destOrd="0" presId="urn:microsoft.com/office/officeart/2008/layout/LinedList"/>
    <dgm:cxn modelId="{4537F5EE-EA56-4391-87A3-4D676F41E594}" type="presParOf" srcId="{48BAD3F8-3D98-41DC-8713-8A46947D54BF}" destId="{8A791B23-C94F-4F62-9F8D-E3C069CF61F2}" srcOrd="1" destOrd="0" presId="urn:microsoft.com/office/officeart/2008/layout/LinedList"/>
    <dgm:cxn modelId="{A93E18B3-440D-4EEB-839C-4259220688AF}" type="presParOf" srcId="{8A791B23-C94F-4F62-9F8D-E3C069CF61F2}" destId="{D5B2A7E3-AE59-459A-A3C3-A7E22B69E250}" srcOrd="0" destOrd="0" presId="urn:microsoft.com/office/officeart/2008/layout/LinedList"/>
    <dgm:cxn modelId="{BD603E18-F0C2-403D-8D6C-9357FA413868}" type="presParOf" srcId="{8A791B23-C94F-4F62-9F8D-E3C069CF61F2}" destId="{3B9E3847-3C4F-4D5E-A5E2-38C049BF574F}" srcOrd="1" destOrd="0" presId="urn:microsoft.com/office/officeart/2008/layout/LinedList"/>
    <dgm:cxn modelId="{732784C8-AEAF-4D77-994A-822739813FCA}" type="presParOf" srcId="{48BAD3F8-3D98-41DC-8713-8A46947D54BF}" destId="{4BFEBB5B-53AD-4478-991A-3FA771EB7BA5}" srcOrd="2" destOrd="0" presId="urn:microsoft.com/office/officeart/2008/layout/LinedList"/>
    <dgm:cxn modelId="{973AFD39-3A9E-4951-90E9-EA9E51832CD6}" type="presParOf" srcId="{48BAD3F8-3D98-41DC-8713-8A46947D54BF}" destId="{1A0411B5-B465-4AB9-97B9-4D9A6BEC09B9}" srcOrd="3" destOrd="0" presId="urn:microsoft.com/office/officeart/2008/layout/LinedList"/>
    <dgm:cxn modelId="{21A6F230-A10F-4619-A409-3D7A314987BB}" type="presParOf" srcId="{1A0411B5-B465-4AB9-97B9-4D9A6BEC09B9}" destId="{01D886A0-9B83-4FFA-AD54-3FE483549AF7}" srcOrd="0" destOrd="0" presId="urn:microsoft.com/office/officeart/2008/layout/LinedList"/>
    <dgm:cxn modelId="{A797D92F-E08F-45E9-B472-1B75991F6457}" type="presParOf" srcId="{1A0411B5-B465-4AB9-97B9-4D9A6BEC09B9}" destId="{562E2210-AF74-4FC6-B64F-D45990827F55}" srcOrd="1" destOrd="0" presId="urn:microsoft.com/office/officeart/2008/layout/LinedList"/>
    <dgm:cxn modelId="{14696C1C-EE44-4910-9EBD-7665F27A1E23}" type="presParOf" srcId="{48BAD3F8-3D98-41DC-8713-8A46947D54BF}" destId="{87E9294B-E6B7-4BE5-819F-C0FF10AEE95D}" srcOrd="4" destOrd="0" presId="urn:microsoft.com/office/officeart/2008/layout/LinedList"/>
    <dgm:cxn modelId="{976962A2-7083-4174-947E-8316BA2786CB}" type="presParOf" srcId="{48BAD3F8-3D98-41DC-8713-8A46947D54BF}" destId="{469C8AEA-DEB3-4582-B787-A199FB113C67}" srcOrd="5" destOrd="0" presId="urn:microsoft.com/office/officeart/2008/layout/LinedList"/>
    <dgm:cxn modelId="{53E40A35-34E1-4C0E-9FD7-907C614A4726}" type="presParOf" srcId="{469C8AEA-DEB3-4582-B787-A199FB113C67}" destId="{2F1FB74A-2DC6-4DA7-9121-1D14DA2793D8}" srcOrd="0" destOrd="0" presId="urn:microsoft.com/office/officeart/2008/layout/LinedList"/>
    <dgm:cxn modelId="{906E91AB-6D78-425F-A406-DD2034D8C82C}" type="presParOf" srcId="{469C8AEA-DEB3-4582-B787-A199FB113C67}" destId="{33663108-3FA4-4135-9267-4B35BCF14B9D}" srcOrd="1" destOrd="0" presId="urn:microsoft.com/office/officeart/2008/layout/LinedList"/>
    <dgm:cxn modelId="{6271E956-8C1E-4DA4-B22E-9584F7B6F6A4}" type="presParOf" srcId="{48BAD3F8-3D98-41DC-8713-8A46947D54BF}" destId="{A126C68F-BEAB-4146-9B64-1CAE9589B6EF}" srcOrd="6" destOrd="0" presId="urn:microsoft.com/office/officeart/2008/layout/LinedList"/>
    <dgm:cxn modelId="{B4B2B312-2062-4EB1-A0F0-B3A853CC6857}" type="presParOf" srcId="{48BAD3F8-3D98-41DC-8713-8A46947D54BF}" destId="{73FC9A49-209A-4150-83E9-B2E481C4FC6B}" srcOrd="7" destOrd="0" presId="urn:microsoft.com/office/officeart/2008/layout/LinedList"/>
    <dgm:cxn modelId="{B7AF559A-07CD-480B-AEFB-B2613D089716}" type="presParOf" srcId="{73FC9A49-209A-4150-83E9-B2E481C4FC6B}" destId="{14D6A231-A1B2-4944-95F1-49229C092DBA}" srcOrd="0" destOrd="0" presId="urn:microsoft.com/office/officeart/2008/layout/LinedList"/>
    <dgm:cxn modelId="{8CA02A8B-B069-494C-AAB4-F712669B9FF6}" type="presParOf" srcId="{73FC9A49-209A-4150-83E9-B2E481C4FC6B}" destId="{0ECBD81D-293B-408C-87D6-2F98835ADD1D}" srcOrd="1" destOrd="0" presId="urn:microsoft.com/office/officeart/2008/layout/LinedList"/>
    <dgm:cxn modelId="{02F87875-9161-445A-876D-0EE064514BB1}" type="presParOf" srcId="{48BAD3F8-3D98-41DC-8713-8A46947D54BF}" destId="{372DB00B-E7F1-47D0-BADD-ABE2CB6CB86A}" srcOrd="8" destOrd="0" presId="urn:microsoft.com/office/officeart/2008/layout/LinedList"/>
    <dgm:cxn modelId="{F3815B38-30C2-4584-91AA-C52FF492F2DE}" type="presParOf" srcId="{48BAD3F8-3D98-41DC-8713-8A46947D54BF}" destId="{624FBF43-76D7-4AE4-97B8-F4BFBCD9B7B2}" srcOrd="9" destOrd="0" presId="urn:microsoft.com/office/officeart/2008/layout/LinedList"/>
    <dgm:cxn modelId="{6340FEC6-4FE9-455B-9FDE-4133F9F97898}" type="presParOf" srcId="{624FBF43-76D7-4AE4-97B8-F4BFBCD9B7B2}" destId="{6B21903C-7BAC-49C7-B39C-D9E7E01115AD}" srcOrd="0" destOrd="0" presId="urn:microsoft.com/office/officeart/2008/layout/LinedList"/>
    <dgm:cxn modelId="{C141FEBC-3232-499F-9774-7729A4F650E1}" type="presParOf" srcId="{624FBF43-76D7-4AE4-97B8-F4BFBCD9B7B2}" destId="{E6FFD71F-B0AC-47CF-B3F5-76EA894F5C3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9660C-EFC3-4D98-A1D6-32B212E6920F}">
      <dsp:nvSpPr>
        <dsp:cNvPr id="0" name=""/>
        <dsp:cNvSpPr/>
      </dsp:nvSpPr>
      <dsp:spPr>
        <a:xfrm>
          <a:off x="0" y="441"/>
          <a:ext cx="100583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2A7E3-AE59-459A-A3C3-A7E22B69E250}">
      <dsp:nvSpPr>
        <dsp:cNvPr id="0" name=""/>
        <dsp:cNvSpPr/>
      </dsp:nvSpPr>
      <dsp:spPr>
        <a:xfrm>
          <a:off x="0" y="441"/>
          <a:ext cx="10058399" cy="7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Dashboard progress</a:t>
          </a:r>
        </a:p>
      </dsp:txBody>
      <dsp:txXfrm>
        <a:off x="0" y="441"/>
        <a:ext cx="10058399" cy="723392"/>
      </dsp:txXfrm>
    </dsp:sp>
    <dsp:sp modelId="{4BFEBB5B-53AD-4478-991A-3FA771EB7BA5}">
      <dsp:nvSpPr>
        <dsp:cNvPr id="0" name=""/>
        <dsp:cNvSpPr/>
      </dsp:nvSpPr>
      <dsp:spPr>
        <a:xfrm>
          <a:off x="0" y="723833"/>
          <a:ext cx="100583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886A0-9B83-4FFA-AD54-3FE483549AF7}">
      <dsp:nvSpPr>
        <dsp:cNvPr id="0" name=""/>
        <dsp:cNvSpPr/>
      </dsp:nvSpPr>
      <dsp:spPr>
        <a:xfrm>
          <a:off x="0" y="723833"/>
          <a:ext cx="10058399" cy="7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Clubs Page initial design/ set up</a:t>
          </a:r>
        </a:p>
      </dsp:txBody>
      <dsp:txXfrm>
        <a:off x="0" y="723833"/>
        <a:ext cx="10058399" cy="723392"/>
      </dsp:txXfrm>
    </dsp:sp>
    <dsp:sp modelId="{87E9294B-E6B7-4BE5-819F-C0FF10AEE95D}">
      <dsp:nvSpPr>
        <dsp:cNvPr id="0" name=""/>
        <dsp:cNvSpPr/>
      </dsp:nvSpPr>
      <dsp:spPr>
        <a:xfrm>
          <a:off x="0" y="1447226"/>
          <a:ext cx="100583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FB74A-2DC6-4DA7-9121-1D14DA2793D8}">
      <dsp:nvSpPr>
        <dsp:cNvPr id="0" name=""/>
        <dsp:cNvSpPr/>
      </dsp:nvSpPr>
      <dsp:spPr>
        <a:xfrm>
          <a:off x="0" y="1447226"/>
          <a:ext cx="10058399" cy="7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Leaderboard Page initial design/ set up</a:t>
          </a:r>
        </a:p>
      </dsp:txBody>
      <dsp:txXfrm>
        <a:off x="0" y="1447226"/>
        <a:ext cx="10058399" cy="723392"/>
      </dsp:txXfrm>
    </dsp:sp>
    <dsp:sp modelId="{A126C68F-BEAB-4146-9B64-1CAE9589B6EF}">
      <dsp:nvSpPr>
        <dsp:cNvPr id="0" name=""/>
        <dsp:cNvSpPr/>
      </dsp:nvSpPr>
      <dsp:spPr>
        <a:xfrm>
          <a:off x="0" y="2170618"/>
          <a:ext cx="100583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6A231-A1B2-4944-95F1-49229C092DBA}">
      <dsp:nvSpPr>
        <dsp:cNvPr id="0" name=""/>
        <dsp:cNvSpPr/>
      </dsp:nvSpPr>
      <dsp:spPr>
        <a:xfrm>
          <a:off x="0" y="2170618"/>
          <a:ext cx="10058399" cy="7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Data filtering &amp; Validation</a:t>
          </a:r>
        </a:p>
      </dsp:txBody>
      <dsp:txXfrm>
        <a:off x="0" y="2170618"/>
        <a:ext cx="10058399" cy="723392"/>
      </dsp:txXfrm>
    </dsp:sp>
    <dsp:sp modelId="{372DB00B-E7F1-47D0-BADD-ABE2CB6CB86A}">
      <dsp:nvSpPr>
        <dsp:cNvPr id="0" name=""/>
        <dsp:cNvSpPr/>
      </dsp:nvSpPr>
      <dsp:spPr>
        <a:xfrm>
          <a:off x="0" y="2894011"/>
          <a:ext cx="100583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1903C-7BAC-49C7-B39C-D9E7E01115AD}">
      <dsp:nvSpPr>
        <dsp:cNvPr id="0" name=""/>
        <dsp:cNvSpPr/>
      </dsp:nvSpPr>
      <dsp:spPr>
        <a:xfrm>
          <a:off x="0" y="2894011"/>
          <a:ext cx="10058399" cy="7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Activities Displayed on Dashboard</a:t>
          </a:r>
        </a:p>
      </dsp:txBody>
      <dsp:txXfrm>
        <a:off x="0" y="2894011"/>
        <a:ext cx="10058399" cy="7233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7EA64-47A8-4745-A689-3AB1D5C136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1A755-624C-4D1F-B3BB-7FD89A2D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5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86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1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7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2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7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3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7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4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1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13DB78E-3C9A-457B-8BC6-E3BEE2B0AC0A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9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E248-3762-72AF-84C6-BFDA36AB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Progress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52361-71C3-7374-0BA1-D62761A1F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AC0B3-0563-6025-8B48-A729B5762A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Goal 1 – user-friendly activity page</a:t>
            </a:r>
          </a:p>
          <a:p>
            <a:r>
              <a:rPr lang="en-US" dirty="0"/>
              <a:t>Goal 2 – uploading activities into the database</a:t>
            </a:r>
          </a:p>
          <a:p>
            <a:r>
              <a:rPr lang="en-US" dirty="0"/>
              <a:t>Goal 3 – display uploaded activities on the activity page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A52E4-E40E-FCA0-39F5-A5177156E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224" y="1916722"/>
            <a:ext cx="4754880" cy="640080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BBA28-00C8-8F7A-94FF-B64150637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224" y="2421049"/>
            <a:ext cx="4754880" cy="395231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Too many different fields per sport to hard-code the JavaScript to look for to pull data</a:t>
            </a:r>
          </a:p>
          <a:p>
            <a:r>
              <a:rPr lang="en-US" dirty="0"/>
              <a:t>Storing specific activity data in database</a:t>
            </a:r>
          </a:p>
          <a:p>
            <a:pPr lvl="1"/>
            <a:r>
              <a:rPr lang="en-US" dirty="0"/>
              <a:t>Complex Schema per data type</a:t>
            </a:r>
          </a:p>
          <a:p>
            <a:r>
              <a:rPr lang="en-US" dirty="0"/>
              <a:t>Username Per session:</a:t>
            </a:r>
          </a:p>
          <a:p>
            <a:pPr lvl="1"/>
            <a:r>
              <a:rPr lang="en-US" dirty="0"/>
              <a:t>Personalize charts</a:t>
            </a:r>
          </a:p>
          <a:p>
            <a:pPr lvl="1"/>
            <a:r>
              <a:rPr lang="en-US" dirty="0"/>
              <a:t>Username is unique database key for cross references</a:t>
            </a:r>
          </a:p>
          <a:p>
            <a:r>
              <a:rPr lang="en-US" dirty="0"/>
              <a:t>Database Race Condition upon start-up</a:t>
            </a:r>
          </a:p>
          <a:p>
            <a:r>
              <a:rPr lang="en-US" dirty="0"/>
              <a:t>Formatting Laptop vs PC Monitor</a:t>
            </a:r>
          </a:p>
          <a:p>
            <a:r>
              <a:rPr lang="en-US"/>
              <a:t>DOM </a:t>
            </a:r>
            <a:r>
              <a:rPr lang="en-US" dirty="0"/>
              <a:t>not registering API quick enough</a:t>
            </a:r>
          </a:p>
          <a:p>
            <a:r>
              <a:rPr lang="en-US" dirty="0"/>
              <a:t>Charts not rendering upon submit data, needs fixed still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5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2B8C-4427-3F75-982C-5896926E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A8A4-A147-28E8-440F-4D244C9A2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receives data from the frontend</a:t>
            </a:r>
          </a:p>
          <a:p>
            <a:r>
              <a:rPr lang="en-US" dirty="0"/>
              <a:t>Backend gets common details first, then sports-specific information</a:t>
            </a:r>
          </a:p>
          <a:p>
            <a:pPr lvl="1"/>
            <a:r>
              <a:rPr lang="en-US" dirty="0"/>
              <a:t>Injects the data into the database</a:t>
            </a:r>
          </a:p>
          <a:p>
            <a:r>
              <a:rPr lang="en-US" dirty="0"/>
              <a:t>Implement Local Storage feature to store username for session</a:t>
            </a:r>
          </a:p>
          <a:p>
            <a:r>
              <a:rPr lang="en-US" dirty="0"/>
              <a:t>Change DOM functions to use async to wait for data</a:t>
            </a:r>
          </a:p>
          <a:p>
            <a:r>
              <a:rPr lang="en-US" dirty="0"/>
              <a:t>Store all activity data as a list -&gt; {}, then parse list for specific field</a:t>
            </a:r>
          </a:p>
          <a:p>
            <a:pPr marL="27432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98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88E6569-B4CA-163E-5EC4-BB74DEEE2E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09" b="1"/>
          <a:stretch>
            <a:fillRect/>
          </a:stretch>
        </p:blipFill>
        <p:spPr>
          <a:xfrm>
            <a:off x="6297924" y="198232"/>
            <a:ext cx="5348513" cy="30115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E1738161-29B0-7D0D-70C7-D29A9CD4DD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36" r="4775" b="-1"/>
          <a:stretch>
            <a:fillRect/>
          </a:stretch>
        </p:blipFill>
        <p:spPr>
          <a:xfrm>
            <a:off x="6430336" y="3610566"/>
            <a:ext cx="5307541" cy="29825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5A56EA-0BF7-5819-D20F-3E59D4FA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61" t="-620" r="8165" b="618"/>
          <a:stretch>
            <a:fillRect/>
          </a:stretch>
        </p:blipFill>
        <p:spPr>
          <a:xfrm>
            <a:off x="48246" y="3704409"/>
            <a:ext cx="5953789" cy="2760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CEA760-AC1A-80DA-A52F-AB45225E82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61" t="1" r="16028" b="-2"/>
          <a:stretch>
            <a:fillRect/>
          </a:stretch>
        </p:blipFill>
        <p:spPr>
          <a:xfrm>
            <a:off x="224791" y="198232"/>
            <a:ext cx="5488628" cy="3011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800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945C839-5223-449A-83FF-07A83C46B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673E84-7710-46C2-AB60-0C54F719C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9087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4D35B-E34D-531A-4357-21EE919D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719" y="1432223"/>
            <a:ext cx="2897826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 kern="1200" cap="all" baseline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User Account Portal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9CA32C-70F8-4CA5-AA5D-57191F4D8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033" y="928117"/>
            <a:ext cx="338328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E31776-F426-8AE6-74FC-D07693145B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686"/>
          <a:stretch>
            <a:fillRect/>
          </a:stretch>
        </p:blipFill>
        <p:spPr>
          <a:xfrm>
            <a:off x="4598243" y="1008800"/>
            <a:ext cx="3460727" cy="4431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76ABA8-33C8-2F6C-1D75-48BF57273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770" y="1008800"/>
            <a:ext cx="3567180" cy="4431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2A7090A-8739-4C0E-AE2B-E9574F839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033" y="5782820"/>
            <a:ext cx="338328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74DD241-70FF-4D92-99B7-2E3262D34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7C4DBDA-CE47-4C85-9D28-009A33B03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402800A-EB0F-495B-AD52-CBAF6B3FF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705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1BEF-397F-CD19-178F-7E172611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080" y="201168"/>
            <a:ext cx="3291840" cy="1609344"/>
          </a:xfrm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Dashboard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F3B999-F8BA-E5CC-59FD-FC9C335D6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996" y="1411605"/>
            <a:ext cx="8148008" cy="46725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625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A3CD-DB04-912A-5CE5-3B55E41D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419" y="256286"/>
            <a:ext cx="3642360" cy="1609344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Activity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49DD04-9C91-1C72-B0A4-08F40DD42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977" y="1453896"/>
            <a:ext cx="7932045" cy="47899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32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FCC9-9B2B-2FB9-60E5-72F1827F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/>
              <a:t>Team Week 3 Schedule: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4CD89A8-8DA1-F116-3D4F-01244121E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256366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08531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333</TotalTime>
  <Words>203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Calibri</vt:lpstr>
      <vt:lpstr>Rockwell</vt:lpstr>
      <vt:lpstr>Rockwell Condensed</vt:lpstr>
      <vt:lpstr>Rockwell Extra Bold</vt:lpstr>
      <vt:lpstr>Wingdings</vt:lpstr>
      <vt:lpstr>Wood Type</vt:lpstr>
      <vt:lpstr>Vulcan Activity Tracker</vt:lpstr>
      <vt:lpstr>Weekly Progress</vt:lpstr>
      <vt:lpstr>Solutions</vt:lpstr>
      <vt:lpstr>PowerPoint Presentation</vt:lpstr>
      <vt:lpstr>User Account Portal</vt:lpstr>
      <vt:lpstr>Dashboard</vt:lpstr>
      <vt:lpstr>Activity Page</vt:lpstr>
      <vt:lpstr>Team Week 3 Schedule: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Gerega</dc:creator>
  <cp:lastModifiedBy>Luke ruffing</cp:lastModifiedBy>
  <cp:revision>1</cp:revision>
  <dcterms:created xsi:type="dcterms:W3CDTF">2026-01-27T20:21:46Z</dcterms:created>
  <dcterms:modified xsi:type="dcterms:W3CDTF">2026-02-08T02:55:00Z</dcterms:modified>
</cp:coreProperties>
</file>