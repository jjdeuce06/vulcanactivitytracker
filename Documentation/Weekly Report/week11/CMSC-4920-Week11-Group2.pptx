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5" r:id="rId4"/>
    <p:sldId id="266" r:id="rId5"/>
    <p:sldId id="258" r:id="rId6"/>
    <p:sldId id="268" r:id="rId7"/>
    <p:sldId id="269" r:id="rId8"/>
    <p:sldId id="267" r:id="rId9"/>
    <p:sldId id="270" r:id="rId10"/>
    <p:sldId id="271" r:id="rId11"/>
    <p:sldId id="272" r:id="rId12"/>
    <p:sldId id="264" r:id="rId13"/>
    <p:sldId id="259"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411FC2-7443-4BF5-B8F4-5EEEE928CA1B}" v="1" dt="2026-03-29T13:00:01.797"/>
    <p1510:client id="{77306D07-9C8A-416F-9B20-89AAB5815DA9}" v="2" dt="2026-03-30T01:09:55.8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9" d="100"/>
          <a:sy n="79" d="100"/>
        </p:scale>
        <p:origin x="648"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Gerega" userId="bd3e1e46fb6a714b" providerId="LiveId" clId="{45F0C402-C550-4C82-B31D-5B32217A5E94}"/>
    <pc:docChg chg="undo custSel addSld delSld modSld">
      <pc:chgData name="John Gerega" userId="bd3e1e46fb6a714b" providerId="LiveId" clId="{45F0C402-C550-4C82-B31D-5B32217A5E94}" dt="2026-03-29T13:00:56.525" v="2636" actId="20577"/>
      <pc:docMkLst>
        <pc:docMk/>
      </pc:docMkLst>
      <pc:sldChg chg="modSp mod">
        <pc:chgData name="John Gerega" userId="bd3e1e46fb6a714b" providerId="LiveId" clId="{45F0C402-C550-4C82-B31D-5B32217A5E94}" dt="2026-03-29T13:00:56.525" v="2636" actId="20577"/>
        <pc:sldMkLst>
          <pc:docMk/>
          <pc:sldMk cId="2561402868" sldId="264"/>
        </pc:sldMkLst>
        <pc:spChg chg="mod">
          <ac:chgData name="John Gerega" userId="bd3e1e46fb6a714b" providerId="LiveId" clId="{45F0C402-C550-4C82-B31D-5B32217A5E94}" dt="2026-03-09T00:42:55.862" v="1001" actId="20577"/>
          <ac:spMkLst>
            <pc:docMk/>
            <pc:sldMk cId="2561402868" sldId="264"/>
            <ac:spMk id="9" creationId="{D6D36DC8-D9BF-8C26-69EA-ED89E34DB644}"/>
          </ac:spMkLst>
        </pc:spChg>
        <pc:graphicFrameChg chg="mod modGraphic">
          <ac:chgData name="John Gerega" userId="bd3e1e46fb6a714b" providerId="LiveId" clId="{45F0C402-C550-4C82-B31D-5B32217A5E94}" dt="2026-03-29T13:00:56.525" v="2636" actId="20577"/>
          <ac:graphicFrameMkLst>
            <pc:docMk/>
            <pc:sldMk cId="2561402868" sldId="264"/>
            <ac:graphicFrameMk id="27" creationId="{D6B93F0B-FEB0-EDAB-CFE1-A57DEFE97FCD}"/>
          </ac:graphicFrameMkLst>
        </pc:graphicFrameChg>
      </pc:sldChg>
      <pc:sldChg chg="addSp delSp modSp mod">
        <pc:chgData name="John Gerega" userId="bd3e1e46fb6a714b" providerId="LiveId" clId="{45F0C402-C550-4C82-B31D-5B32217A5E94}" dt="2026-03-29T12:59:14.493" v="2160" actId="20577"/>
        <pc:sldMkLst>
          <pc:docMk/>
          <pc:sldMk cId="2428741132" sldId="265"/>
        </pc:sldMkLst>
        <pc:spChg chg="mod">
          <ac:chgData name="John Gerega" userId="bd3e1e46fb6a714b" providerId="LiveId" clId="{45F0C402-C550-4C82-B31D-5B32217A5E94}" dt="2026-03-29T12:59:14.493" v="2160" actId="20577"/>
          <ac:spMkLst>
            <pc:docMk/>
            <pc:sldMk cId="2428741132" sldId="265"/>
            <ac:spMk id="8" creationId="{7A067979-B2B3-BD33-28AB-42AF2BBE1977}"/>
          </ac:spMkLst>
        </pc:spChg>
      </pc:sldChg>
      <pc:sldChg chg="addSp modSp mod">
        <pc:chgData name="John Gerega" userId="bd3e1e46fb6a714b" providerId="LiveId" clId="{45F0C402-C550-4C82-B31D-5B32217A5E94}" dt="2026-03-29T13:00:43.047" v="2618" actId="20577"/>
        <pc:sldMkLst>
          <pc:docMk/>
          <pc:sldMk cId="3526335932" sldId="266"/>
        </pc:sldMkLst>
        <pc:spChg chg="add mod">
          <ac:chgData name="John Gerega" userId="bd3e1e46fb6a714b" providerId="LiveId" clId="{45F0C402-C550-4C82-B31D-5B32217A5E94}" dt="2026-03-22T16:14:00.248" v="2133" actId="20577"/>
          <ac:spMkLst>
            <pc:docMk/>
            <pc:sldMk cId="3526335932" sldId="266"/>
            <ac:spMk id="2" creationId="{B95521BC-C5E6-AB41-0BC9-A706E6412C75}"/>
          </ac:spMkLst>
        </pc:spChg>
        <pc:spChg chg="mod">
          <ac:chgData name="John Gerega" userId="bd3e1e46fb6a714b" providerId="LiveId" clId="{45F0C402-C550-4C82-B31D-5B32217A5E94}" dt="2026-03-09T00:42:40.261" v="1000" actId="20577"/>
          <ac:spMkLst>
            <pc:docMk/>
            <pc:sldMk cId="3526335932" sldId="266"/>
            <ac:spMk id="3" creationId="{CCDEAB36-867D-95B6-8834-F42C5B9259D0}"/>
          </ac:spMkLst>
        </pc:spChg>
        <pc:spChg chg="mod">
          <ac:chgData name="John Gerega" userId="bd3e1e46fb6a714b" providerId="LiveId" clId="{45F0C402-C550-4C82-B31D-5B32217A5E94}" dt="2026-03-29T12:59:43.711" v="2344" actId="20577"/>
          <ac:spMkLst>
            <pc:docMk/>
            <pc:sldMk cId="3526335932" sldId="266"/>
            <ac:spMk id="4" creationId="{86ED9EE4-56A8-6AFD-BE9A-A35D2ABC59A0}"/>
          </ac:spMkLst>
        </pc:spChg>
        <pc:spChg chg="add mod">
          <ac:chgData name="John Gerega" userId="bd3e1e46fb6a714b" providerId="LiveId" clId="{45F0C402-C550-4C82-B31D-5B32217A5E94}" dt="2026-03-29T13:00:43.047" v="2618" actId="20577"/>
          <ac:spMkLst>
            <pc:docMk/>
            <pc:sldMk cId="3526335932" sldId="266"/>
            <ac:spMk id="6" creationId="{3B13CF04-9C06-053E-69E2-58CD31C3D276}"/>
          </ac:spMkLst>
        </pc:spChg>
      </pc:sldChg>
    </pc:docChg>
  </pc:docChgLst>
  <pc:docChgLst>
    <pc:chgData name="Margo Bonal" userId="18c9fa0f-b53d-478b-9dc0-6ad88786c19f" providerId="ADAL" clId="{93D479E5-F67F-4B8A-A78F-A0B574A116B6}"/>
    <pc:docChg chg="undo custSel addSld delSld modSld">
      <pc:chgData name="Margo Bonal" userId="18c9fa0f-b53d-478b-9dc0-6ad88786c19f" providerId="ADAL" clId="{93D479E5-F67F-4B8A-A78F-A0B574A116B6}" dt="2026-03-30T01:10:14.587" v="969" actId="14100"/>
      <pc:docMkLst>
        <pc:docMk/>
      </pc:docMkLst>
      <pc:sldChg chg="modSp mod">
        <pc:chgData name="Margo Bonal" userId="18c9fa0f-b53d-478b-9dc0-6ad88786c19f" providerId="ADAL" clId="{93D479E5-F67F-4B8A-A78F-A0B574A116B6}" dt="2026-03-21T14:21:56.751" v="935" actId="27636"/>
        <pc:sldMkLst>
          <pc:docMk/>
          <pc:sldMk cId="2561402868" sldId="264"/>
        </pc:sldMkLst>
        <pc:spChg chg="mod">
          <ac:chgData name="Margo Bonal" userId="18c9fa0f-b53d-478b-9dc0-6ad88786c19f" providerId="ADAL" clId="{93D479E5-F67F-4B8A-A78F-A0B574A116B6}" dt="2026-03-21T14:21:56.751" v="935" actId="27636"/>
          <ac:spMkLst>
            <pc:docMk/>
            <pc:sldMk cId="2561402868" sldId="264"/>
            <ac:spMk id="9" creationId="{D6D36DC8-D9BF-8C26-69EA-ED89E34DB644}"/>
          </ac:spMkLst>
        </pc:spChg>
        <pc:graphicFrameChg chg="mod modGraphic">
          <ac:chgData name="Margo Bonal" userId="18c9fa0f-b53d-478b-9dc0-6ad88786c19f" providerId="ADAL" clId="{93D479E5-F67F-4B8A-A78F-A0B574A116B6}" dt="2026-03-21T14:21:54.477" v="931" actId="20577"/>
          <ac:graphicFrameMkLst>
            <pc:docMk/>
            <pc:sldMk cId="2561402868" sldId="264"/>
            <ac:graphicFrameMk id="27" creationId="{D6B93F0B-FEB0-EDAB-CFE1-A57DEFE97FCD}"/>
          </ac:graphicFrameMkLst>
        </pc:graphicFrameChg>
      </pc:sldChg>
      <pc:sldChg chg="delSp modSp mod">
        <pc:chgData name="Margo Bonal" userId="18c9fa0f-b53d-478b-9dc0-6ad88786c19f" providerId="ADAL" clId="{93D479E5-F67F-4B8A-A78F-A0B574A116B6}" dt="2026-03-30T01:10:14.587" v="969" actId="14100"/>
        <pc:sldMkLst>
          <pc:docMk/>
          <pc:sldMk cId="2428741132" sldId="265"/>
        </pc:sldMkLst>
        <pc:spChg chg="mod">
          <ac:chgData name="Margo Bonal" userId="18c9fa0f-b53d-478b-9dc0-6ad88786c19f" providerId="ADAL" clId="{93D479E5-F67F-4B8A-A78F-A0B574A116B6}" dt="2026-03-30T01:10:14.587" v="969" actId="14100"/>
          <ac:spMkLst>
            <pc:docMk/>
            <pc:sldMk cId="2428741132" sldId="265"/>
            <ac:spMk id="8" creationId="{7A067979-B2B3-BD33-28AB-42AF2BBE1977}"/>
          </ac:spMkLst>
        </pc:spChg>
      </pc:sldChg>
      <pc:sldChg chg="modSp mod">
        <pc:chgData name="Margo Bonal" userId="18c9fa0f-b53d-478b-9dc0-6ad88786c19f" providerId="ADAL" clId="{93D479E5-F67F-4B8A-A78F-A0B574A116B6}" dt="2026-03-21T14:09:48.188" v="518" actId="20577"/>
        <pc:sldMkLst>
          <pc:docMk/>
          <pc:sldMk cId="3526335932" sldId="266"/>
        </pc:sldMkLst>
        <pc:spChg chg="mod">
          <ac:chgData name="Margo Bonal" userId="18c9fa0f-b53d-478b-9dc0-6ad88786c19f" providerId="ADAL" clId="{93D479E5-F67F-4B8A-A78F-A0B574A116B6}" dt="2026-03-21T14:09:48.188" v="518" actId="20577"/>
          <ac:spMkLst>
            <pc:docMk/>
            <pc:sldMk cId="3526335932" sldId="266"/>
            <ac:spMk id="3" creationId="{CCDEAB36-867D-95B6-8834-F42C5B9259D0}"/>
          </ac:spMkLst>
        </pc:spChg>
        <pc:spChg chg="mod">
          <ac:chgData name="Margo Bonal" userId="18c9fa0f-b53d-478b-9dc0-6ad88786c19f" providerId="ADAL" clId="{93D479E5-F67F-4B8A-A78F-A0B574A116B6}" dt="2026-03-21T14:09:45.490" v="517" actId="20577"/>
          <ac:spMkLst>
            <pc:docMk/>
            <pc:sldMk cId="3526335932" sldId="266"/>
            <ac:spMk id="4" creationId="{86ED9EE4-56A8-6AFD-BE9A-A35D2ABC59A0}"/>
          </ac:spMkLst>
        </pc:spChg>
      </pc:sldChg>
      <pc:sldChg chg="addSp delSp modSp new mod setBg modAnim">
        <pc:chgData name="Margo Bonal" userId="18c9fa0f-b53d-478b-9dc0-6ad88786c19f" providerId="ADAL" clId="{93D479E5-F67F-4B8A-A78F-A0B574A116B6}" dt="2026-03-30T01:09:55.841" v="967"/>
        <pc:sldMkLst>
          <pc:docMk/>
          <pc:sldMk cId="2282075488" sldId="272"/>
        </pc:sldMkLst>
        <pc:spChg chg="mod">
          <ac:chgData name="Margo Bonal" userId="18c9fa0f-b53d-478b-9dc0-6ad88786c19f" providerId="ADAL" clId="{93D479E5-F67F-4B8A-A78F-A0B574A116B6}" dt="2026-03-30T01:09:17.696" v="964" actId="1076"/>
          <ac:spMkLst>
            <pc:docMk/>
            <pc:sldMk cId="2282075488" sldId="272"/>
            <ac:spMk id="2" creationId="{C074B1A4-0C15-D874-CBCA-1FB85D3E881D}"/>
          </ac:spMkLst>
        </pc:spChg>
        <pc:spChg chg="del mod">
          <ac:chgData name="Margo Bonal" userId="18c9fa0f-b53d-478b-9dc0-6ad88786c19f" providerId="ADAL" clId="{93D479E5-F67F-4B8A-A78F-A0B574A116B6}" dt="2026-03-30T01:09:10.546" v="962" actId="478"/>
          <ac:spMkLst>
            <pc:docMk/>
            <pc:sldMk cId="2282075488" sldId="272"/>
            <ac:spMk id="3" creationId="{F4E85839-AE79-1611-C032-A927048C8D32}"/>
          </ac:spMkLst>
        </pc:spChg>
        <pc:spChg chg="add">
          <ac:chgData name="Margo Bonal" userId="18c9fa0f-b53d-478b-9dc0-6ad88786c19f" providerId="ADAL" clId="{93D479E5-F67F-4B8A-A78F-A0B574A116B6}" dt="2026-03-30T01:08:59.596" v="958" actId="26606"/>
          <ac:spMkLst>
            <pc:docMk/>
            <pc:sldMk cId="2282075488" sldId="272"/>
            <ac:spMk id="9" creationId="{A8384FB5-9ADC-4DDC-881B-597D56F5B15D}"/>
          </ac:spMkLst>
        </pc:spChg>
        <pc:spChg chg="add">
          <ac:chgData name="Margo Bonal" userId="18c9fa0f-b53d-478b-9dc0-6ad88786c19f" providerId="ADAL" clId="{93D479E5-F67F-4B8A-A78F-A0B574A116B6}" dt="2026-03-30T01:08:59.596" v="958" actId="26606"/>
          <ac:spMkLst>
            <pc:docMk/>
            <pc:sldMk cId="2282075488" sldId="272"/>
            <ac:spMk id="11" creationId="{1199E1B1-A8C0-4FE8-A5A8-1CB41D69F857}"/>
          </ac:spMkLst>
        </pc:spChg>
        <pc:spChg chg="add">
          <ac:chgData name="Margo Bonal" userId="18c9fa0f-b53d-478b-9dc0-6ad88786c19f" providerId="ADAL" clId="{93D479E5-F67F-4B8A-A78F-A0B574A116B6}" dt="2026-03-30T01:08:59.596" v="958" actId="26606"/>
          <ac:spMkLst>
            <pc:docMk/>
            <pc:sldMk cId="2282075488" sldId="272"/>
            <ac:spMk id="13" creationId="{84A8DE83-DE75-4B41-9DB4-A7EC0B0DEC0B}"/>
          </ac:spMkLst>
        </pc:spChg>
        <pc:spChg chg="add">
          <ac:chgData name="Margo Bonal" userId="18c9fa0f-b53d-478b-9dc0-6ad88786c19f" providerId="ADAL" clId="{93D479E5-F67F-4B8A-A78F-A0B574A116B6}" dt="2026-03-30T01:08:59.596" v="958" actId="26606"/>
          <ac:spMkLst>
            <pc:docMk/>
            <pc:sldMk cId="2282075488" sldId="272"/>
            <ac:spMk id="15" creationId="{A7009A0A-BEF5-4EAC-AF15-E4F9F002E239}"/>
          </ac:spMkLst>
        </pc:spChg>
        <pc:picChg chg="add del mod">
          <ac:chgData name="Margo Bonal" userId="18c9fa0f-b53d-478b-9dc0-6ad88786c19f" providerId="ADAL" clId="{93D479E5-F67F-4B8A-A78F-A0B574A116B6}" dt="2026-03-30T01:09:31.322" v="966" actId="478"/>
          <ac:picMkLst>
            <pc:docMk/>
            <pc:sldMk cId="2282075488" sldId="272"/>
            <ac:picMk id="4" creationId="{4F012FE5-91F7-BF57-0376-41BC4711BDEB}"/>
          </ac:picMkLst>
        </pc:picChg>
        <pc:picChg chg="add mod">
          <ac:chgData name="Margo Bonal" userId="18c9fa0f-b53d-478b-9dc0-6ad88786c19f" providerId="ADAL" clId="{93D479E5-F67F-4B8A-A78F-A0B574A116B6}" dt="2026-03-30T01:09:55.841" v="967"/>
          <ac:picMkLst>
            <pc:docMk/>
            <pc:sldMk cId="2282075488" sldId="272"/>
            <ac:picMk id="5" creationId="{AD0A49AD-572F-1BD3-B96A-4F6CEBD54DC1}"/>
          </ac:picMkLst>
        </pc:picChg>
      </pc:sldChg>
    </pc:docChg>
  </pc:docChgLst>
  <pc:docChgLst>
    <pc:chgData name="Margo Bonal" userId="18c9fa0f-b53d-478b-9dc0-6ad88786c19f" providerId="ADAL" clId="{57E2D5E0-CA32-47BE-A2DC-7B0365E99328}"/>
    <pc:docChg chg="undo custSel addSld delSld modSld sldOrd">
      <pc:chgData name="Margo Bonal" userId="18c9fa0f-b53d-478b-9dc0-6ad88786c19f" providerId="ADAL" clId="{57E2D5E0-CA32-47BE-A2DC-7B0365E99328}" dt="2026-03-28T15:16:48.747" v="374" actId="9405"/>
      <pc:docMkLst>
        <pc:docMk/>
      </pc:docMkLst>
      <pc:sldChg chg="modSp mod">
        <pc:chgData name="Margo Bonal" userId="18c9fa0f-b53d-478b-9dc0-6ad88786c19f" providerId="ADAL" clId="{57E2D5E0-CA32-47BE-A2DC-7B0365E99328}" dt="2026-03-28T15:09:10.496" v="233" actId="20577"/>
        <pc:sldMkLst>
          <pc:docMk/>
          <pc:sldMk cId="2561402868" sldId="264"/>
        </pc:sldMkLst>
        <pc:spChg chg="mod">
          <ac:chgData name="Margo Bonal" userId="18c9fa0f-b53d-478b-9dc0-6ad88786c19f" providerId="ADAL" clId="{57E2D5E0-CA32-47BE-A2DC-7B0365E99328}" dt="2026-03-28T13:35:29.157" v="163" actId="27636"/>
          <ac:spMkLst>
            <pc:docMk/>
            <pc:sldMk cId="2561402868" sldId="264"/>
            <ac:spMk id="9" creationId="{D6D36DC8-D9BF-8C26-69EA-ED89E34DB644}"/>
          </ac:spMkLst>
        </pc:spChg>
        <pc:graphicFrameChg chg="mod modGraphic">
          <ac:chgData name="Margo Bonal" userId="18c9fa0f-b53d-478b-9dc0-6ad88786c19f" providerId="ADAL" clId="{57E2D5E0-CA32-47BE-A2DC-7B0365E99328}" dt="2026-03-28T15:09:10.496" v="233" actId="20577"/>
          <ac:graphicFrameMkLst>
            <pc:docMk/>
            <pc:sldMk cId="2561402868" sldId="264"/>
            <ac:graphicFrameMk id="27" creationId="{D6B93F0B-FEB0-EDAB-CFE1-A57DEFE97FCD}"/>
          </ac:graphicFrameMkLst>
        </pc:graphicFrameChg>
      </pc:sldChg>
      <pc:sldChg chg="delSp modSp mod">
        <pc:chgData name="Margo Bonal" userId="18c9fa0f-b53d-478b-9dc0-6ad88786c19f" providerId="ADAL" clId="{57E2D5E0-CA32-47BE-A2DC-7B0365E99328}" dt="2026-03-28T15:12:52.323" v="352" actId="20577"/>
        <pc:sldMkLst>
          <pc:docMk/>
          <pc:sldMk cId="2428741132" sldId="265"/>
        </pc:sldMkLst>
        <pc:spChg chg="mod">
          <ac:chgData name="Margo Bonal" userId="18c9fa0f-b53d-478b-9dc0-6ad88786c19f" providerId="ADAL" clId="{57E2D5E0-CA32-47BE-A2DC-7B0365E99328}" dt="2026-03-28T15:12:52.323" v="352" actId="20577"/>
          <ac:spMkLst>
            <pc:docMk/>
            <pc:sldMk cId="2428741132" sldId="265"/>
            <ac:spMk id="8" creationId="{7A067979-B2B3-BD33-28AB-42AF2BBE1977}"/>
          </ac:spMkLst>
        </pc:spChg>
      </pc:sldChg>
      <pc:sldChg chg="modSp mod">
        <pc:chgData name="Margo Bonal" userId="18c9fa0f-b53d-478b-9dc0-6ad88786c19f" providerId="ADAL" clId="{57E2D5E0-CA32-47BE-A2DC-7B0365E99328}" dt="2026-03-28T13:35:12.850" v="154" actId="20577"/>
        <pc:sldMkLst>
          <pc:docMk/>
          <pc:sldMk cId="3526335932" sldId="266"/>
        </pc:sldMkLst>
        <pc:spChg chg="mod">
          <ac:chgData name="Margo Bonal" userId="18c9fa0f-b53d-478b-9dc0-6ad88786c19f" providerId="ADAL" clId="{57E2D5E0-CA32-47BE-A2DC-7B0365E99328}" dt="2026-03-28T13:35:12.850" v="154" actId="20577"/>
          <ac:spMkLst>
            <pc:docMk/>
            <pc:sldMk cId="3526335932" sldId="266"/>
            <ac:spMk id="2" creationId="{B95521BC-C5E6-AB41-0BC9-A706E6412C75}"/>
          </ac:spMkLst>
        </pc:spChg>
        <pc:spChg chg="mod">
          <ac:chgData name="Margo Bonal" userId="18c9fa0f-b53d-478b-9dc0-6ad88786c19f" providerId="ADAL" clId="{57E2D5E0-CA32-47BE-A2DC-7B0365E99328}" dt="2026-03-28T13:35:11.248" v="153" actId="20577"/>
          <ac:spMkLst>
            <pc:docMk/>
            <pc:sldMk cId="3526335932" sldId="266"/>
            <ac:spMk id="4" creationId="{86ED9EE4-56A8-6AFD-BE9A-A35D2ABC59A0}"/>
          </ac:spMkLst>
        </pc:spChg>
      </pc:sldChg>
      <pc:sldChg chg="addSp delSp modSp new mod">
        <pc:chgData name="Margo Bonal" userId="18c9fa0f-b53d-478b-9dc0-6ad88786c19f" providerId="ADAL" clId="{57E2D5E0-CA32-47BE-A2DC-7B0365E99328}" dt="2026-03-28T15:02:49.042" v="174" actId="14100"/>
        <pc:sldMkLst>
          <pc:docMk/>
          <pc:sldMk cId="2137746370" sldId="267"/>
        </pc:sldMkLst>
        <pc:picChg chg="add mod">
          <ac:chgData name="Margo Bonal" userId="18c9fa0f-b53d-478b-9dc0-6ad88786c19f" providerId="ADAL" clId="{57E2D5E0-CA32-47BE-A2DC-7B0365E99328}" dt="2026-03-28T15:02:49.042" v="174" actId="14100"/>
          <ac:picMkLst>
            <pc:docMk/>
            <pc:sldMk cId="2137746370" sldId="267"/>
            <ac:picMk id="5" creationId="{E64349BE-F07A-2A10-0BC0-DE99D4D44150}"/>
          </ac:picMkLst>
        </pc:picChg>
      </pc:sldChg>
      <pc:sldChg chg="addSp delSp modSp new mod ord">
        <pc:chgData name="Margo Bonal" userId="18c9fa0f-b53d-478b-9dc0-6ad88786c19f" providerId="ADAL" clId="{57E2D5E0-CA32-47BE-A2DC-7B0365E99328}" dt="2026-03-28T15:16:48.747" v="374" actId="9405"/>
        <pc:sldMkLst>
          <pc:docMk/>
          <pc:sldMk cId="522380866" sldId="268"/>
        </pc:sldMkLst>
        <pc:picChg chg="add mod">
          <ac:chgData name="Margo Bonal" userId="18c9fa0f-b53d-478b-9dc0-6ad88786c19f" providerId="ADAL" clId="{57E2D5E0-CA32-47BE-A2DC-7B0365E99328}" dt="2026-03-28T15:15:32.474" v="367" actId="14100"/>
          <ac:picMkLst>
            <pc:docMk/>
            <pc:sldMk cId="522380866" sldId="268"/>
            <ac:picMk id="5" creationId="{C302D35B-D975-7EDF-68F9-A7B25B25FE30}"/>
          </ac:picMkLst>
        </pc:picChg>
        <pc:inkChg chg="add">
          <ac:chgData name="Margo Bonal" userId="18c9fa0f-b53d-478b-9dc0-6ad88786c19f" providerId="ADAL" clId="{57E2D5E0-CA32-47BE-A2DC-7B0365E99328}" dt="2026-03-28T15:16:45.009" v="373" actId="9405"/>
          <ac:inkMkLst>
            <pc:docMk/>
            <pc:sldMk cId="522380866" sldId="268"/>
            <ac:inkMk id="6" creationId="{B65C59D1-2617-62D9-6288-1EF3DA190139}"/>
          </ac:inkMkLst>
        </pc:inkChg>
        <pc:inkChg chg="add">
          <ac:chgData name="Margo Bonal" userId="18c9fa0f-b53d-478b-9dc0-6ad88786c19f" providerId="ADAL" clId="{57E2D5E0-CA32-47BE-A2DC-7B0365E99328}" dt="2026-03-28T15:16:48.747" v="374" actId="9405"/>
          <ac:inkMkLst>
            <pc:docMk/>
            <pc:sldMk cId="522380866" sldId="268"/>
            <ac:inkMk id="7" creationId="{516CAB8D-8D09-D1C6-CAEE-97AE5CD2590A}"/>
          </ac:inkMkLst>
        </pc:inkChg>
      </pc:sldChg>
      <pc:sldChg chg="addSp delSp modSp new mod ord">
        <pc:chgData name="Margo Bonal" userId="18c9fa0f-b53d-478b-9dc0-6ad88786c19f" providerId="ADAL" clId="{57E2D5E0-CA32-47BE-A2DC-7B0365E99328}" dt="2026-03-28T15:16:37.233" v="372" actId="9405"/>
        <pc:sldMkLst>
          <pc:docMk/>
          <pc:sldMk cId="405284316" sldId="269"/>
        </pc:sldMkLst>
        <pc:picChg chg="add mod">
          <ac:chgData name="Margo Bonal" userId="18c9fa0f-b53d-478b-9dc0-6ad88786c19f" providerId="ADAL" clId="{57E2D5E0-CA32-47BE-A2DC-7B0365E99328}" dt="2026-03-28T15:15:27.255" v="365" actId="14100"/>
          <ac:picMkLst>
            <pc:docMk/>
            <pc:sldMk cId="405284316" sldId="269"/>
            <ac:picMk id="5" creationId="{F5350F03-A149-BD73-26B9-8766C33D9ABB}"/>
          </ac:picMkLst>
        </pc:picChg>
        <pc:inkChg chg="add">
          <ac:chgData name="Margo Bonal" userId="18c9fa0f-b53d-478b-9dc0-6ad88786c19f" providerId="ADAL" clId="{57E2D5E0-CA32-47BE-A2DC-7B0365E99328}" dt="2026-03-28T15:16:37.233" v="372" actId="9405"/>
          <ac:inkMkLst>
            <pc:docMk/>
            <pc:sldMk cId="405284316" sldId="269"/>
            <ac:inkMk id="6" creationId="{C7D73243-445E-0B04-A779-41352EFCFB99}"/>
          </ac:inkMkLst>
        </pc:ink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9AED39-6EA4-4C8F-8F93-0109BCE29F73}" type="doc">
      <dgm:prSet loTypeId="urn:microsoft.com/office/officeart/2018/5/layout/IconCircleLabelList" loCatId="icon" qsTypeId="urn:microsoft.com/office/officeart/2005/8/quickstyle/simple5" qsCatId="simple" csTypeId="urn:microsoft.com/office/officeart/2005/8/colors/colorful3" csCatId="colorful" phldr="1"/>
      <dgm:spPr/>
      <dgm:t>
        <a:bodyPr/>
        <a:lstStyle/>
        <a:p>
          <a:endParaRPr lang="en-US"/>
        </a:p>
      </dgm:t>
    </dgm:pt>
    <dgm:pt modelId="{7A943B02-5C04-46D6-A68D-B6CA78642443}">
      <dgm:prSet/>
      <dgm:spPr/>
      <dgm:t>
        <a:bodyPr/>
        <a:lstStyle/>
        <a:p>
          <a:pPr>
            <a:lnSpc>
              <a:spcPct val="100000"/>
            </a:lnSpc>
            <a:defRPr cap="all"/>
          </a:pPr>
          <a:r>
            <a:rPr lang="en-US"/>
            <a:t>Vulcan Platform</a:t>
          </a:r>
        </a:p>
      </dgm:t>
    </dgm:pt>
    <dgm:pt modelId="{DCE7D11E-72ED-4379-92AB-B4DD3163FFDD}" type="parTrans" cxnId="{0607399A-5388-4DF6-AF8F-B30347370EA9}">
      <dgm:prSet/>
      <dgm:spPr/>
      <dgm:t>
        <a:bodyPr/>
        <a:lstStyle/>
        <a:p>
          <a:endParaRPr lang="en-US"/>
        </a:p>
      </dgm:t>
    </dgm:pt>
    <dgm:pt modelId="{40F66F96-190F-4E10-A10D-B436D4D705FE}" type="sibTrans" cxnId="{0607399A-5388-4DF6-AF8F-B30347370EA9}">
      <dgm:prSet/>
      <dgm:spPr/>
      <dgm:t>
        <a:bodyPr/>
        <a:lstStyle/>
        <a:p>
          <a:endParaRPr lang="en-US"/>
        </a:p>
      </dgm:t>
    </dgm:pt>
    <dgm:pt modelId="{B95C487C-5DFF-4263-92CB-57434121393C}">
      <dgm:prSet/>
      <dgm:spPr/>
      <dgm:t>
        <a:bodyPr/>
        <a:lstStyle/>
        <a:p>
          <a:pPr>
            <a:lnSpc>
              <a:spcPct val="100000"/>
            </a:lnSpc>
            <a:defRPr cap="all"/>
          </a:pPr>
          <a:r>
            <a:rPr lang="en-US"/>
            <a:t>Database</a:t>
          </a:r>
        </a:p>
      </dgm:t>
    </dgm:pt>
    <dgm:pt modelId="{D039C51C-121D-4A59-95DB-0DFFAA9D1793}" type="parTrans" cxnId="{FD2FD9E5-C328-47DA-8160-3C42737E9923}">
      <dgm:prSet/>
      <dgm:spPr/>
      <dgm:t>
        <a:bodyPr/>
        <a:lstStyle/>
        <a:p>
          <a:endParaRPr lang="en-US"/>
        </a:p>
      </dgm:t>
    </dgm:pt>
    <dgm:pt modelId="{37A95161-BDCF-49DB-9C9F-BC4185772BE6}" type="sibTrans" cxnId="{FD2FD9E5-C328-47DA-8160-3C42737E9923}">
      <dgm:prSet/>
      <dgm:spPr/>
      <dgm:t>
        <a:bodyPr/>
        <a:lstStyle/>
        <a:p>
          <a:endParaRPr lang="en-US"/>
        </a:p>
      </dgm:t>
    </dgm:pt>
    <dgm:pt modelId="{6ADC3160-FE5A-4FDC-9ACC-8081A1A0D12D}" type="pres">
      <dgm:prSet presAssocID="{BD9AED39-6EA4-4C8F-8F93-0109BCE29F73}" presName="root" presStyleCnt="0">
        <dgm:presLayoutVars>
          <dgm:dir/>
          <dgm:resizeHandles val="exact"/>
        </dgm:presLayoutVars>
      </dgm:prSet>
      <dgm:spPr/>
    </dgm:pt>
    <dgm:pt modelId="{CB887E09-0A00-423D-9B72-FD8DEBCB5097}" type="pres">
      <dgm:prSet presAssocID="{7A943B02-5C04-46D6-A68D-B6CA78642443}" presName="compNode" presStyleCnt="0"/>
      <dgm:spPr/>
    </dgm:pt>
    <dgm:pt modelId="{79E1EB82-49C8-4027-977A-55C555C6DB5E}" type="pres">
      <dgm:prSet presAssocID="{7A943B02-5C04-46D6-A68D-B6CA78642443}" presName="iconBgRect" presStyleLbl="bgShp" presStyleIdx="0" presStyleCnt="2"/>
      <dgm:spPr/>
    </dgm:pt>
    <dgm:pt modelId="{EE9957DB-4DBB-4C87-A7DF-CEBE683705E8}" type="pres">
      <dgm:prSet presAssocID="{7A943B02-5C04-46D6-A68D-B6CA7864244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031524B0-6C4F-4FA3-BE59-A01E2F7E3514}" type="pres">
      <dgm:prSet presAssocID="{7A943B02-5C04-46D6-A68D-B6CA78642443}" presName="spaceRect" presStyleCnt="0"/>
      <dgm:spPr/>
    </dgm:pt>
    <dgm:pt modelId="{A2A5588E-9AB3-4A06-B57B-7CACF275F84C}" type="pres">
      <dgm:prSet presAssocID="{7A943B02-5C04-46D6-A68D-B6CA78642443}" presName="textRect" presStyleLbl="revTx" presStyleIdx="0" presStyleCnt="2">
        <dgm:presLayoutVars>
          <dgm:chMax val="1"/>
          <dgm:chPref val="1"/>
        </dgm:presLayoutVars>
      </dgm:prSet>
      <dgm:spPr/>
    </dgm:pt>
    <dgm:pt modelId="{8B84A864-80EF-42E6-8432-9BC8549F8B45}" type="pres">
      <dgm:prSet presAssocID="{40F66F96-190F-4E10-A10D-B436D4D705FE}" presName="sibTrans" presStyleCnt="0"/>
      <dgm:spPr/>
    </dgm:pt>
    <dgm:pt modelId="{F76718A8-D756-4C0B-A9B5-8301B101F5AD}" type="pres">
      <dgm:prSet presAssocID="{B95C487C-5DFF-4263-92CB-57434121393C}" presName="compNode" presStyleCnt="0"/>
      <dgm:spPr/>
    </dgm:pt>
    <dgm:pt modelId="{C43FB53B-5B3D-4EC6-A472-577624A94EC7}" type="pres">
      <dgm:prSet presAssocID="{B95C487C-5DFF-4263-92CB-57434121393C}" presName="iconBgRect" presStyleLbl="bgShp" presStyleIdx="1" presStyleCnt="2"/>
      <dgm:spPr/>
    </dgm:pt>
    <dgm:pt modelId="{21D22EAE-5269-42A0-B695-2F6CC60D6AD6}" type="pres">
      <dgm:prSet presAssocID="{B95C487C-5DFF-4263-92CB-57434121393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002225CF-79DE-4D57-8F67-920CCF5C2E06}" type="pres">
      <dgm:prSet presAssocID="{B95C487C-5DFF-4263-92CB-57434121393C}" presName="spaceRect" presStyleCnt="0"/>
      <dgm:spPr/>
    </dgm:pt>
    <dgm:pt modelId="{42D8A5A2-BFA7-4F94-9EE5-C3FE673BB678}" type="pres">
      <dgm:prSet presAssocID="{B95C487C-5DFF-4263-92CB-57434121393C}" presName="textRect" presStyleLbl="revTx" presStyleIdx="1" presStyleCnt="2">
        <dgm:presLayoutVars>
          <dgm:chMax val="1"/>
          <dgm:chPref val="1"/>
        </dgm:presLayoutVars>
      </dgm:prSet>
      <dgm:spPr/>
    </dgm:pt>
  </dgm:ptLst>
  <dgm:cxnLst>
    <dgm:cxn modelId="{74088726-4005-49CF-B1FB-ACBFC6C21C05}" type="presOf" srcId="{B95C487C-5DFF-4263-92CB-57434121393C}" destId="{42D8A5A2-BFA7-4F94-9EE5-C3FE673BB678}" srcOrd="0" destOrd="0" presId="urn:microsoft.com/office/officeart/2018/5/layout/IconCircleLabelList"/>
    <dgm:cxn modelId="{461EE388-E613-474A-B334-C6CBD8611525}" type="presOf" srcId="{7A943B02-5C04-46D6-A68D-B6CA78642443}" destId="{A2A5588E-9AB3-4A06-B57B-7CACF275F84C}" srcOrd="0" destOrd="0" presId="urn:microsoft.com/office/officeart/2018/5/layout/IconCircleLabelList"/>
    <dgm:cxn modelId="{DDE1F394-0A0A-4939-825A-48F1721D5ED0}" type="presOf" srcId="{BD9AED39-6EA4-4C8F-8F93-0109BCE29F73}" destId="{6ADC3160-FE5A-4FDC-9ACC-8081A1A0D12D}" srcOrd="0" destOrd="0" presId="urn:microsoft.com/office/officeart/2018/5/layout/IconCircleLabelList"/>
    <dgm:cxn modelId="{0607399A-5388-4DF6-AF8F-B30347370EA9}" srcId="{BD9AED39-6EA4-4C8F-8F93-0109BCE29F73}" destId="{7A943B02-5C04-46D6-A68D-B6CA78642443}" srcOrd="0" destOrd="0" parTransId="{DCE7D11E-72ED-4379-92AB-B4DD3163FFDD}" sibTransId="{40F66F96-190F-4E10-A10D-B436D4D705FE}"/>
    <dgm:cxn modelId="{FD2FD9E5-C328-47DA-8160-3C42737E9923}" srcId="{BD9AED39-6EA4-4C8F-8F93-0109BCE29F73}" destId="{B95C487C-5DFF-4263-92CB-57434121393C}" srcOrd="1" destOrd="0" parTransId="{D039C51C-121D-4A59-95DB-0DFFAA9D1793}" sibTransId="{37A95161-BDCF-49DB-9C9F-BC4185772BE6}"/>
    <dgm:cxn modelId="{65A798A2-71D1-4111-8321-D24E38B846E0}" type="presParOf" srcId="{6ADC3160-FE5A-4FDC-9ACC-8081A1A0D12D}" destId="{CB887E09-0A00-423D-9B72-FD8DEBCB5097}" srcOrd="0" destOrd="0" presId="urn:microsoft.com/office/officeart/2018/5/layout/IconCircleLabelList"/>
    <dgm:cxn modelId="{475E1201-BC90-47EB-A9B3-955A80539DC1}" type="presParOf" srcId="{CB887E09-0A00-423D-9B72-FD8DEBCB5097}" destId="{79E1EB82-49C8-4027-977A-55C555C6DB5E}" srcOrd="0" destOrd="0" presId="urn:microsoft.com/office/officeart/2018/5/layout/IconCircleLabelList"/>
    <dgm:cxn modelId="{710AE4DB-FFDE-44E2-BF95-A4A284FA5ACE}" type="presParOf" srcId="{CB887E09-0A00-423D-9B72-FD8DEBCB5097}" destId="{EE9957DB-4DBB-4C87-A7DF-CEBE683705E8}" srcOrd="1" destOrd="0" presId="urn:microsoft.com/office/officeart/2018/5/layout/IconCircleLabelList"/>
    <dgm:cxn modelId="{FFA1DA79-9F4F-437E-89E8-A350BE88FFE8}" type="presParOf" srcId="{CB887E09-0A00-423D-9B72-FD8DEBCB5097}" destId="{031524B0-6C4F-4FA3-BE59-A01E2F7E3514}" srcOrd="2" destOrd="0" presId="urn:microsoft.com/office/officeart/2018/5/layout/IconCircleLabelList"/>
    <dgm:cxn modelId="{1544563A-B8AB-41E0-A184-E15E05C4B4CD}" type="presParOf" srcId="{CB887E09-0A00-423D-9B72-FD8DEBCB5097}" destId="{A2A5588E-9AB3-4A06-B57B-7CACF275F84C}" srcOrd="3" destOrd="0" presId="urn:microsoft.com/office/officeart/2018/5/layout/IconCircleLabelList"/>
    <dgm:cxn modelId="{5C9D72FD-BA1D-4BA7-A584-2136B002641A}" type="presParOf" srcId="{6ADC3160-FE5A-4FDC-9ACC-8081A1A0D12D}" destId="{8B84A864-80EF-42E6-8432-9BC8549F8B45}" srcOrd="1" destOrd="0" presId="urn:microsoft.com/office/officeart/2018/5/layout/IconCircleLabelList"/>
    <dgm:cxn modelId="{22073DB5-229A-4677-AE50-478BD50DAB39}" type="presParOf" srcId="{6ADC3160-FE5A-4FDC-9ACC-8081A1A0D12D}" destId="{F76718A8-D756-4C0B-A9B5-8301B101F5AD}" srcOrd="2" destOrd="0" presId="urn:microsoft.com/office/officeart/2018/5/layout/IconCircleLabelList"/>
    <dgm:cxn modelId="{22B147C1-75E5-4932-A0DD-75F9C28E8EDB}" type="presParOf" srcId="{F76718A8-D756-4C0B-A9B5-8301B101F5AD}" destId="{C43FB53B-5B3D-4EC6-A472-577624A94EC7}" srcOrd="0" destOrd="0" presId="urn:microsoft.com/office/officeart/2018/5/layout/IconCircleLabelList"/>
    <dgm:cxn modelId="{631F24DB-2ED0-49CA-9DD5-7A878907883C}" type="presParOf" srcId="{F76718A8-D756-4C0B-A9B5-8301B101F5AD}" destId="{21D22EAE-5269-42A0-B695-2F6CC60D6AD6}" srcOrd="1" destOrd="0" presId="urn:microsoft.com/office/officeart/2018/5/layout/IconCircleLabelList"/>
    <dgm:cxn modelId="{A5A3F903-018D-440B-8E9F-7D40DC313B9D}" type="presParOf" srcId="{F76718A8-D756-4C0B-A9B5-8301B101F5AD}" destId="{002225CF-79DE-4D57-8F67-920CCF5C2E06}" srcOrd="2" destOrd="0" presId="urn:microsoft.com/office/officeart/2018/5/layout/IconCircleLabelList"/>
    <dgm:cxn modelId="{7B3B07DE-CF57-4A86-9BC5-44B672A7EE60}" type="presParOf" srcId="{F76718A8-D756-4C0B-A9B5-8301B101F5AD}" destId="{42D8A5A2-BFA7-4F94-9EE5-C3FE673BB67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875220B3-5F43-41BF-82F0-F1D5090E78B1}"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US"/>
        </a:p>
      </dgm:t>
    </dgm:pt>
    <dgm:pt modelId="{7D77D55D-8CCB-40C4-94CB-4B06CD8B8779}">
      <dgm:prSet/>
      <dgm:spPr/>
      <dgm:t>
        <a:bodyPr/>
        <a:lstStyle/>
        <a:p>
          <a:r>
            <a:rPr lang="en-US" dirty="0"/>
            <a:t>Finalize Components</a:t>
          </a:r>
        </a:p>
      </dgm:t>
    </dgm:pt>
    <dgm:pt modelId="{6A9C7EF0-5CCC-409B-8130-14FC63A16319}" type="parTrans" cxnId="{A836B724-0D4D-49B8-8C7E-FE8E2C59804C}">
      <dgm:prSet/>
      <dgm:spPr/>
      <dgm:t>
        <a:bodyPr/>
        <a:lstStyle/>
        <a:p>
          <a:endParaRPr lang="en-US"/>
        </a:p>
      </dgm:t>
    </dgm:pt>
    <dgm:pt modelId="{3EAD9D27-CDC1-4D2B-8EDB-51D7B39371E6}" type="sibTrans" cxnId="{A836B724-0D4D-49B8-8C7E-FE8E2C59804C}">
      <dgm:prSet/>
      <dgm:spPr/>
      <dgm:t>
        <a:bodyPr/>
        <a:lstStyle/>
        <a:p>
          <a:endParaRPr lang="en-US"/>
        </a:p>
      </dgm:t>
    </dgm:pt>
    <dgm:pt modelId="{9C35D664-F4ED-4924-B85E-A22D43967662}">
      <dgm:prSet/>
      <dgm:spPr/>
      <dgm:t>
        <a:bodyPr/>
        <a:lstStyle/>
        <a:p>
          <a:r>
            <a:rPr lang="en-US" dirty="0"/>
            <a:t>Debugging</a:t>
          </a:r>
        </a:p>
      </dgm:t>
    </dgm:pt>
    <dgm:pt modelId="{C36022C4-2A61-4049-9E7C-3331704CC85B}" type="parTrans" cxnId="{96D4C5E8-25DD-4F37-89A6-060DD8940082}">
      <dgm:prSet/>
      <dgm:spPr/>
      <dgm:t>
        <a:bodyPr/>
        <a:lstStyle/>
        <a:p>
          <a:endParaRPr lang="en-US"/>
        </a:p>
      </dgm:t>
    </dgm:pt>
    <dgm:pt modelId="{8166ABFB-FA54-4D42-B19D-457B349DE33D}" type="sibTrans" cxnId="{96D4C5E8-25DD-4F37-89A6-060DD8940082}">
      <dgm:prSet/>
      <dgm:spPr/>
      <dgm:t>
        <a:bodyPr/>
        <a:lstStyle/>
        <a:p>
          <a:endParaRPr lang="en-US"/>
        </a:p>
      </dgm:t>
    </dgm:pt>
    <dgm:pt modelId="{C49388FA-8759-42AF-B435-0EC20E6DCE5A}">
      <dgm:prSet/>
      <dgm:spPr/>
      <dgm:t>
        <a:bodyPr/>
        <a:lstStyle/>
        <a:p>
          <a:r>
            <a:rPr lang="en-US" dirty="0"/>
            <a:t>Hosting Progress</a:t>
          </a:r>
        </a:p>
      </dgm:t>
    </dgm:pt>
    <dgm:pt modelId="{A7FDF1A3-16E2-4E7B-8E33-66EC6AB64844}" type="parTrans" cxnId="{5D3769DF-636C-4089-9393-E8D3AFCE8089}">
      <dgm:prSet/>
      <dgm:spPr/>
      <dgm:t>
        <a:bodyPr/>
        <a:lstStyle/>
        <a:p>
          <a:endParaRPr lang="en-US"/>
        </a:p>
      </dgm:t>
    </dgm:pt>
    <dgm:pt modelId="{72F98EF2-B12B-4A57-A73C-7E6A778B34D1}" type="sibTrans" cxnId="{5D3769DF-636C-4089-9393-E8D3AFCE8089}">
      <dgm:prSet/>
      <dgm:spPr/>
      <dgm:t>
        <a:bodyPr/>
        <a:lstStyle/>
        <a:p>
          <a:endParaRPr lang="en-US"/>
        </a:p>
      </dgm:t>
    </dgm:pt>
    <dgm:pt modelId="{CFFC745A-582B-4305-AFB6-C7730C8AA2CC}">
      <dgm:prSet/>
      <dgm:spPr/>
      <dgm:t>
        <a:bodyPr/>
        <a:lstStyle/>
        <a:p>
          <a:r>
            <a:rPr lang="en-US"/>
            <a:t>Finish Teams Page</a:t>
          </a:r>
          <a:endParaRPr lang="en-US" dirty="0"/>
        </a:p>
      </dgm:t>
    </dgm:pt>
    <dgm:pt modelId="{B9E7BF58-A98B-4D6B-905C-CA13F8AC758B}" type="parTrans" cxnId="{183FDA93-1A29-47D6-AEC1-00CDFABC21C6}">
      <dgm:prSet/>
      <dgm:spPr/>
      <dgm:t>
        <a:bodyPr/>
        <a:lstStyle/>
        <a:p>
          <a:endParaRPr lang="en-US"/>
        </a:p>
      </dgm:t>
    </dgm:pt>
    <dgm:pt modelId="{2E6863E9-19BE-4B40-B701-A6159F4DE04E}" type="sibTrans" cxnId="{183FDA93-1A29-47D6-AEC1-00CDFABC21C6}">
      <dgm:prSet/>
      <dgm:spPr/>
      <dgm:t>
        <a:bodyPr/>
        <a:lstStyle/>
        <a:p>
          <a:endParaRPr lang="en-US"/>
        </a:p>
      </dgm:t>
    </dgm:pt>
    <dgm:pt modelId="{F85EEB6F-AAF0-4C94-BC92-C847D8A79108}" type="pres">
      <dgm:prSet presAssocID="{875220B3-5F43-41BF-82F0-F1D5090E78B1}" presName="hierChild1" presStyleCnt="0">
        <dgm:presLayoutVars>
          <dgm:chPref val="1"/>
          <dgm:dir/>
          <dgm:animOne val="branch"/>
          <dgm:animLvl val="lvl"/>
          <dgm:resizeHandles/>
        </dgm:presLayoutVars>
      </dgm:prSet>
      <dgm:spPr/>
    </dgm:pt>
    <dgm:pt modelId="{1B7C8F59-19C7-4811-ACF5-94E83EF18D53}" type="pres">
      <dgm:prSet presAssocID="{7D77D55D-8CCB-40C4-94CB-4B06CD8B8779}" presName="hierRoot1" presStyleCnt="0"/>
      <dgm:spPr/>
    </dgm:pt>
    <dgm:pt modelId="{8918ADED-6A57-4174-8DFD-B8853753C67B}" type="pres">
      <dgm:prSet presAssocID="{7D77D55D-8CCB-40C4-94CB-4B06CD8B8779}" presName="composite" presStyleCnt="0"/>
      <dgm:spPr/>
    </dgm:pt>
    <dgm:pt modelId="{98190555-19A4-4CFA-B5ED-89857792E0B9}" type="pres">
      <dgm:prSet presAssocID="{7D77D55D-8CCB-40C4-94CB-4B06CD8B8779}" presName="background" presStyleLbl="node0" presStyleIdx="0" presStyleCnt="4"/>
      <dgm:spPr/>
    </dgm:pt>
    <dgm:pt modelId="{1183B01D-027F-4222-9A5D-26614D621D81}" type="pres">
      <dgm:prSet presAssocID="{7D77D55D-8CCB-40C4-94CB-4B06CD8B8779}" presName="text" presStyleLbl="fgAcc0" presStyleIdx="0" presStyleCnt="4">
        <dgm:presLayoutVars>
          <dgm:chPref val="3"/>
        </dgm:presLayoutVars>
      </dgm:prSet>
      <dgm:spPr/>
    </dgm:pt>
    <dgm:pt modelId="{769B866C-995B-4621-BF4F-632E3E797DE6}" type="pres">
      <dgm:prSet presAssocID="{7D77D55D-8CCB-40C4-94CB-4B06CD8B8779}" presName="hierChild2" presStyleCnt="0"/>
      <dgm:spPr/>
    </dgm:pt>
    <dgm:pt modelId="{7C0E07B7-20A4-4341-8762-1E58F807E8BA}" type="pres">
      <dgm:prSet presAssocID="{9C35D664-F4ED-4924-B85E-A22D43967662}" presName="hierRoot1" presStyleCnt="0"/>
      <dgm:spPr/>
    </dgm:pt>
    <dgm:pt modelId="{167A3E1F-AD74-4598-B50A-3C9D400D900E}" type="pres">
      <dgm:prSet presAssocID="{9C35D664-F4ED-4924-B85E-A22D43967662}" presName="composite" presStyleCnt="0"/>
      <dgm:spPr/>
    </dgm:pt>
    <dgm:pt modelId="{FE1BC2AB-A6F4-451D-B5E4-EBBE2F580413}" type="pres">
      <dgm:prSet presAssocID="{9C35D664-F4ED-4924-B85E-A22D43967662}" presName="background" presStyleLbl="node0" presStyleIdx="1" presStyleCnt="4"/>
      <dgm:spPr/>
    </dgm:pt>
    <dgm:pt modelId="{EE8EEF36-F451-494C-9D0C-6D4B4B602222}" type="pres">
      <dgm:prSet presAssocID="{9C35D664-F4ED-4924-B85E-A22D43967662}" presName="text" presStyleLbl="fgAcc0" presStyleIdx="1" presStyleCnt="4">
        <dgm:presLayoutVars>
          <dgm:chPref val="3"/>
        </dgm:presLayoutVars>
      </dgm:prSet>
      <dgm:spPr/>
    </dgm:pt>
    <dgm:pt modelId="{7BE69AD2-283F-47B6-B4ED-6AF7473EBC65}" type="pres">
      <dgm:prSet presAssocID="{9C35D664-F4ED-4924-B85E-A22D43967662}" presName="hierChild2" presStyleCnt="0"/>
      <dgm:spPr/>
    </dgm:pt>
    <dgm:pt modelId="{8FCB07DD-8C86-4759-993A-97EAB36CF060}" type="pres">
      <dgm:prSet presAssocID="{C49388FA-8759-42AF-B435-0EC20E6DCE5A}" presName="hierRoot1" presStyleCnt="0"/>
      <dgm:spPr/>
    </dgm:pt>
    <dgm:pt modelId="{E82A0866-4149-47CD-B7FE-725DE8D2F42E}" type="pres">
      <dgm:prSet presAssocID="{C49388FA-8759-42AF-B435-0EC20E6DCE5A}" presName="composite" presStyleCnt="0"/>
      <dgm:spPr/>
    </dgm:pt>
    <dgm:pt modelId="{D5A840D2-D89A-4DE4-9831-61DED3425ED9}" type="pres">
      <dgm:prSet presAssocID="{C49388FA-8759-42AF-B435-0EC20E6DCE5A}" presName="background" presStyleLbl="node0" presStyleIdx="2" presStyleCnt="4"/>
      <dgm:spPr/>
    </dgm:pt>
    <dgm:pt modelId="{D12292E6-4F4E-4072-8A83-08E55313428E}" type="pres">
      <dgm:prSet presAssocID="{C49388FA-8759-42AF-B435-0EC20E6DCE5A}" presName="text" presStyleLbl="fgAcc0" presStyleIdx="2" presStyleCnt="4">
        <dgm:presLayoutVars>
          <dgm:chPref val="3"/>
        </dgm:presLayoutVars>
      </dgm:prSet>
      <dgm:spPr/>
    </dgm:pt>
    <dgm:pt modelId="{4846E4EF-BE4F-4C74-9B33-E579B1E66ED7}" type="pres">
      <dgm:prSet presAssocID="{C49388FA-8759-42AF-B435-0EC20E6DCE5A}" presName="hierChild2" presStyleCnt="0"/>
      <dgm:spPr/>
    </dgm:pt>
    <dgm:pt modelId="{EBA713AF-B350-4D3E-A9E7-FD3AFE718B21}" type="pres">
      <dgm:prSet presAssocID="{CFFC745A-582B-4305-AFB6-C7730C8AA2CC}" presName="hierRoot1" presStyleCnt="0"/>
      <dgm:spPr/>
    </dgm:pt>
    <dgm:pt modelId="{465E7B60-C054-45A0-BC18-BEE959253085}" type="pres">
      <dgm:prSet presAssocID="{CFFC745A-582B-4305-AFB6-C7730C8AA2CC}" presName="composite" presStyleCnt="0"/>
      <dgm:spPr/>
    </dgm:pt>
    <dgm:pt modelId="{46DC7518-C20F-4A8F-980E-6F93A13BFE65}" type="pres">
      <dgm:prSet presAssocID="{CFFC745A-582B-4305-AFB6-C7730C8AA2CC}" presName="background" presStyleLbl="node0" presStyleIdx="3" presStyleCnt="4"/>
      <dgm:spPr/>
    </dgm:pt>
    <dgm:pt modelId="{C8AF0AA2-E714-4CB1-A409-2A27219D89BF}" type="pres">
      <dgm:prSet presAssocID="{CFFC745A-582B-4305-AFB6-C7730C8AA2CC}" presName="text" presStyleLbl="fgAcc0" presStyleIdx="3" presStyleCnt="4">
        <dgm:presLayoutVars>
          <dgm:chPref val="3"/>
        </dgm:presLayoutVars>
      </dgm:prSet>
      <dgm:spPr/>
    </dgm:pt>
    <dgm:pt modelId="{2F22A7AE-00F5-4983-8818-B1D14472C994}" type="pres">
      <dgm:prSet presAssocID="{CFFC745A-582B-4305-AFB6-C7730C8AA2CC}" presName="hierChild2" presStyleCnt="0"/>
      <dgm:spPr/>
    </dgm:pt>
  </dgm:ptLst>
  <dgm:cxnLst>
    <dgm:cxn modelId="{66C80707-24F5-4682-9A8A-C5E58C7BB3D0}" type="presOf" srcId="{7D77D55D-8CCB-40C4-94CB-4B06CD8B8779}" destId="{1183B01D-027F-4222-9A5D-26614D621D81}" srcOrd="0" destOrd="0" presId="urn:microsoft.com/office/officeart/2005/8/layout/hierarchy1"/>
    <dgm:cxn modelId="{A836B724-0D4D-49B8-8C7E-FE8E2C59804C}" srcId="{875220B3-5F43-41BF-82F0-F1D5090E78B1}" destId="{7D77D55D-8CCB-40C4-94CB-4B06CD8B8779}" srcOrd="0" destOrd="0" parTransId="{6A9C7EF0-5CCC-409B-8130-14FC63A16319}" sibTransId="{3EAD9D27-CDC1-4D2B-8EDB-51D7B39371E6}"/>
    <dgm:cxn modelId="{BC06C170-83F3-4F9D-8D58-ADC0D316C39A}" type="presOf" srcId="{875220B3-5F43-41BF-82F0-F1D5090E78B1}" destId="{F85EEB6F-AAF0-4C94-BC92-C847D8A79108}" srcOrd="0" destOrd="0" presId="urn:microsoft.com/office/officeart/2005/8/layout/hierarchy1"/>
    <dgm:cxn modelId="{DD169F84-35BC-47BE-A340-208AE56CF63E}" type="presOf" srcId="{C49388FA-8759-42AF-B435-0EC20E6DCE5A}" destId="{D12292E6-4F4E-4072-8A83-08E55313428E}" srcOrd="0" destOrd="0" presId="urn:microsoft.com/office/officeart/2005/8/layout/hierarchy1"/>
    <dgm:cxn modelId="{176D2593-FB8E-482F-AA33-5DDF8D5040D9}" type="presOf" srcId="{9C35D664-F4ED-4924-B85E-A22D43967662}" destId="{EE8EEF36-F451-494C-9D0C-6D4B4B602222}" srcOrd="0" destOrd="0" presId="urn:microsoft.com/office/officeart/2005/8/layout/hierarchy1"/>
    <dgm:cxn modelId="{183FDA93-1A29-47D6-AEC1-00CDFABC21C6}" srcId="{875220B3-5F43-41BF-82F0-F1D5090E78B1}" destId="{CFFC745A-582B-4305-AFB6-C7730C8AA2CC}" srcOrd="3" destOrd="0" parTransId="{B9E7BF58-A98B-4D6B-905C-CA13F8AC758B}" sibTransId="{2E6863E9-19BE-4B40-B701-A6159F4DE04E}"/>
    <dgm:cxn modelId="{D983329C-95DE-48B7-A472-282C9EC5571D}" type="presOf" srcId="{CFFC745A-582B-4305-AFB6-C7730C8AA2CC}" destId="{C8AF0AA2-E714-4CB1-A409-2A27219D89BF}" srcOrd="0" destOrd="0" presId="urn:microsoft.com/office/officeart/2005/8/layout/hierarchy1"/>
    <dgm:cxn modelId="{5D3769DF-636C-4089-9393-E8D3AFCE8089}" srcId="{875220B3-5F43-41BF-82F0-F1D5090E78B1}" destId="{C49388FA-8759-42AF-B435-0EC20E6DCE5A}" srcOrd="2" destOrd="0" parTransId="{A7FDF1A3-16E2-4E7B-8E33-66EC6AB64844}" sibTransId="{72F98EF2-B12B-4A57-A73C-7E6A778B34D1}"/>
    <dgm:cxn modelId="{96D4C5E8-25DD-4F37-89A6-060DD8940082}" srcId="{875220B3-5F43-41BF-82F0-F1D5090E78B1}" destId="{9C35D664-F4ED-4924-B85E-A22D43967662}" srcOrd="1" destOrd="0" parTransId="{C36022C4-2A61-4049-9E7C-3331704CC85B}" sibTransId="{8166ABFB-FA54-4D42-B19D-457B349DE33D}"/>
    <dgm:cxn modelId="{01649F12-1BD6-4C2C-89A4-CFE7E333F9CF}" type="presParOf" srcId="{F85EEB6F-AAF0-4C94-BC92-C847D8A79108}" destId="{1B7C8F59-19C7-4811-ACF5-94E83EF18D53}" srcOrd="0" destOrd="0" presId="urn:microsoft.com/office/officeart/2005/8/layout/hierarchy1"/>
    <dgm:cxn modelId="{A314521F-BA19-4579-9A48-D2E934E1FF31}" type="presParOf" srcId="{1B7C8F59-19C7-4811-ACF5-94E83EF18D53}" destId="{8918ADED-6A57-4174-8DFD-B8853753C67B}" srcOrd="0" destOrd="0" presId="urn:microsoft.com/office/officeart/2005/8/layout/hierarchy1"/>
    <dgm:cxn modelId="{6916FB5B-39B8-4EA3-83C9-0C86F5F7BE2F}" type="presParOf" srcId="{8918ADED-6A57-4174-8DFD-B8853753C67B}" destId="{98190555-19A4-4CFA-B5ED-89857792E0B9}" srcOrd="0" destOrd="0" presId="urn:microsoft.com/office/officeart/2005/8/layout/hierarchy1"/>
    <dgm:cxn modelId="{8C08263C-C809-4394-83BF-74040C874CD4}" type="presParOf" srcId="{8918ADED-6A57-4174-8DFD-B8853753C67B}" destId="{1183B01D-027F-4222-9A5D-26614D621D81}" srcOrd="1" destOrd="0" presId="urn:microsoft.com/office/officeart/2005/8/layout/hierarchy1"/>
    <dgm:cxn modelId="{E2F1B48C-A965-4AB5-B094-77A8B6CD6D51}" type="presParOf" srcId="{1B7C8F59-19C7-4811-ACF5-94E83EF18D53}" destId="{769B866C-995B-4621-BF4F-632E3E797DE6}" srcOrd="1" destOrd="0" presId="urn:microsoft.com/office/officeart/2005/8/layout/hierarchy1"/>
    <dgm:cxn modelId="{A592AF79-D520-4991-85FC-DBB8DCFBC0A7}" type="presParOf" srcId="{F85EEB6F-AAF0-4C94-BC92-C847D8A79108}" destId="{7C0E07B7-20A4-4341-8762-1E58F807E8BA}" srcOrd="1" destOrd="0" presId="urn:microsoft.com/office/officeart/2005/8/layout/hierarchy1"/>
    <dgm:cxn modelId="{56FA8E76-F67A-482A-B107-AA13883A5CBC}" type="presParOf" srcId="{7C0E07B7-20A4-4341-8762-1E58F807E8BA}" destId="{167A3E1F-AD74-4598-B50A-3C9D400D900E}" srcOrd="0" destOrd="0" presId="urn:microsoft.com/office/officeart/2005/8/layout/hierarchy1"/>
    <dgm:cxn modelId="{14150A9E-7CC0-4811-957A-131E4B9B2627}" type="presParOf" srcId="{167A3E1F-AD74-4598-B50A-3C9D400D900E}" destId="{FE1BC2AB-A6F4-451D-B5E4-EBBE2F580413}" srcOrd="0" destOrd="0" presId="urn:microsoft.com/office/officeart/2005/8/layout/hierarchy1"/>
    <dgm:cxn modelId="{99EDCC81-F193-4332-A323-8BCBECC681EA}" type="presParOf" srcId="{167A3E1F-AD74-4598-B50A-3C9D400D900E}" destId="{EE8EEF36-F451-494C-9D0C-6D4B4B602222}" srcOrd="1" destOrd="0" presId="urn:microsoft.com/office/officeart/2005/8/layout/hierarchy1"/>
    <dgm:cxn modelId="{42BAF63D-4FB1-4BEC-8C69-B10C7C60B6D8}" type="presParOf" srcId="{7C0E07B7-20A4-4341-8762-1E58F807E8BA}" destId="{7BE69AD2-283F-47B6-B4ED-6AF7473EBC65}" srcOrd="1" destOrd="0" presId="urn:microsoft.com/office/officeart/2005/8/layout/hierarchy1"/>
    <dgm:cxn modelId="{9E312B85-B3DA-43A3-9960-F6A171A99142}" type="presParOf" srcId="{F85EEB6F-AAF0-4C94-BC92-C847D8A79108}" destId="{8FCB07DD-8C86-4759-993A-97EAB36CF060}" srcOrd="2" destOrd="0" presId="urn:microsoft.com/office/officeart/2005/8/layout/hierarchy1"/>
    <dgm:cxn modelId="{0D559596-C91C-4589-83F5-35F1216C2813}" type="presParOf" srcId="{8FCB07DD-8C86-4759-993A-97EAB36CF060}" destId="{E82A0866-4149-47CD-B7FE-725DE8D2F42E}" srcOrd="0" destOrd="0" presId="urn:microsoft.com/office/officeart/2005/8/layout/hierarchy1"/>
    <dgm:cxn modelId="{425BA405-6B44-4056-B0AB-C714B302121B}" type="presParOf" srcId="{E82A0866-4149-47CD-B7FE-725DE8D2F42E}" destId="{D5A840D2-D89A-4DE4-9831-61DED3425ED9}" srcOrd="0" destOrd="0" presId="urn:microsoft.com/office/officeart/2005/8/layout/hierarchy1"/>
    <dgm:cxn modelId="{DAC7D9F8-EEE6-4839-A7ED-D5CE080908F4}" type="presParOf" srcId="{E82A0866-4149-47CD-B7FE-725DE8D2F42E}" destId="{D12292E6-4F4E-4072-8A83-08E55313428E}" srcOrd="1" destOrd="0" presId="urn:microsoft.com/office/officeart/2005/8/layout/hierarchy1"/>
    <dgm:cxn modelId="{67554DFF-CD30-4AD1-B9CF-7016847BE9E4}" type="presParOf" srcId="{8FCB07DD-8C86-4759-993A-97EAB36CF060}" destId="{4846E4EF-BE4F-4C74-9B33-E579B1E66ED7}" srcOrd="1" destOrd="0" presId="urn:microsoft.com/office/officeart/2005/8/layout/hierarchy1"/>
    <dgm:cxn modelId="{CE007A34-B5C2-4838-9DFC-DD9B8270EFF8}" type="presParOf" srcId="{F85EEB6F-AAF0-4C94-BC92-C847D8A79108}" destId="{EBA713AF-B350-4D3E-A9E7-FD3AFE718B21}" srcOrd="3" destOrd="0" presId="urn:microsoft.com/office/officeart/2005/8/layout/hierarchy1"/>
    <dgm:cxn modelId="{D7BA36EF-EF1D-43D2-B7B9-1AB9C37608D9}" type="presParOf" srcId="{EBA713AF-B350-4D3E-A9E7-FD3AFE718B21}" destId="{465E7B60-C054-45A0-BC18-BEE959253085}" srcOrd="0" destOrd="0" presId="urn:microsoft.com/office/officeart/2005/8/layout/hierarchy1"/>
    <dgm:cxn modelId="{40A4C08E-B6DA-4998-9B7C-596A8EF1B3AA}" type="presParOf" srcId="{465E7B60-C054-45A0-BC18-BEE959253085}" destId="{46DC7518-C20F-4A8F-980E-6F93A13BFE65}" srcOrd="0" destOrd="0" presId="urn:microsoft.com/office/officeart/2005/8/layout/hierarchy1"/>
    <dgm:cxn modelId="{FD20B367-E8C6-4038-AF22-F365CFCE4C66}" type="presParOf" srcId="{465E7B60-C054-45A0-BC18-BEE959253085}" destId="{C8AF0AA2-E714-4CB1-A409-2A27219D89BF}" srcOrd="1" destOrd="0" presId="urn:microsoft.com/office/officeart/2005/8/layout/hierarchy1"/>
    <dgm:cxn modelId="{4D2D0A47-2210-4D3E-921A-CA67AA49BCA2}" type="presParOf" srcId="{EBA713AF-B350-4D3E-A9E7-FD3AFE718B21}" destId="{2F22A7AE-00F5-4983-8818-B1D14472C99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E1EB82-49C8-4027-977A-55C555C6DB5E}">
      <dsp:nvSpPr>
        <dsp:cNvPr id="0" name=""/>
        <dsp:cNvSpPr/>
      </dsp:nvSpPr>
      <dsp:spPr>
        <a:xfrm>
          <a:off x="2365474" y="83568"/>
          <a:ext cx="2196000" cy="219600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E9957DB-4DBB-4C87-A7DF-CEBE683705E8}">
      <dsp:nvSpPr>
        <dsp:cNvPr id="0" name=""/>
        <dsp:cNvSpPr/>
      </dsp:nvSpPr>
      <dsp:spPr>
        <a:xfrm>
          <a:off x="2833474" y="551568"/>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2A5588E-9AB3-4A06-B57B-7CACF275F84C}">
      <dsp:nvSpPr>
        <dsp:cNvPr id="0" name=""/>
        <dsp:cNvSpPr/>
      </dsp:nvSpPr>
      <dsp:spPr>
        <a:xfrm>
          <a:off x="1663474" y="29635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cap="all"/>
          </a:pPr>
          <a:r>
            <a:rPr lang="en-US" sz="3200" kern="1200"/>
            <a:t>Vulcan Platform</a:t>
          </a:r>
        </a:p>
      </dsp:txBody>
      <dsp:txXfrm>
        <a:off x="1663474" y="2963569"/>
        <a:ext cx="3600000" cy="720000"/>
      </dsp:txXfrm>
    </dsp:sp>
    <dsp:sp modelId="{C43FB53B-5B3D-4EC6-A472-577624A94EC7}">
      <dsp:nvSpPr>
        <dsp:cNvPr id="0" name=""/>
        <dsp:cNvSpPr/>
      </dsp:nvSpPr>
      <dsp:spPr>
        <a:xfrm>
          <a:off x="6595475" y="83568"/>
          <a:ext cx="2196000" cy="219600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1D22EAE-5269-42A0-B695-2F6CC60D6AD6}">
      <dsp:nvSpPr>
        <dsp:cNvPr id="0" name=""/>
        <dsp:cNvSpPr/>
      </dsp:nvSpPr>
      <dsp:spPr>
        <a:xfrm>
          <a:off x="7063475" y="551568"/>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2D8A5A2-BFA7-4F94-9EE5-C3FE673BB678}">
      <dsp:nvSpPr>
        <dsp:cNvPr id="0" name=""/>
        <dsp:cNvSpPr/>
      </dsp:nvSpPr>
      <dsp:spPr>
        <a:xfrm>
          <a:off x="5893475" y="29635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cap="all"/>
          </a:pPr>
          <a:r>
            <a:rPr lang="en-US" sz="3200" kern="1200"/>
            <a:t>Database</a:t>
          </a:r>
        </a:p>
      </dsp:txBody>
      <dsp:txXfrm>
        <a:off x="5893475" y="2963569"/>
        <a:ext cx="36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190555-19A4-4CFA-B5ED-89857792E0B9}">
      <dsp:nvSpPr>
        <dsp:cNvPr id="0" name=""/>
        <dsp:cNvSpPr/>
      </dsp:nvSpPr>
      <dsp:spPr>
        <a:xfrm>
          <a:off x="3080" y="711013"/>
          <a:ext cx="2199649" cy="139677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83B01D-027F-4222-9A5D-26614D621D81}">
      <dsp:nvSpPr>
        <dsp:cNvPr id="0" name=""/>
        <dsp:cNvSpPr/>
      </dsp:nvSpPr>
      <dsp:spPr>
        <a:xfrm>
          <a:off x="247486" y="943198"/>
          <a:ext cx="2199649" cy="1396777"/>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Finalize Components</a:t>
          </a:r>
        </a:p>
      </dsp:txBody>
      <dsp:txXfrm>
        <a:off x="288396" y="984108"/>
        <a:ext cx="2117829" cy="1314957"/>
      </dsp:txXfrm>
    </dsp:sp>
    <dsp:sp modelId="{FE1BC2AB-A6F4-451D-B5E4-EBBE2F580413}">
      <dsp:nvSpPr>
        <dsp:cNvPr id="0" name=""/>
        <dsp:cNvSpPr/>
      </dsp:nvSpPr>
      <dsp:spPr>
        <a:xfrm>
          <a:off x="2691541" y="711013"/>
          <a:ext cx="2199649" cy="139677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8EEF36-F451-494C-9D0C-6D4B4B602222}">
      <dsp:nvSpPr>
        <dsp:cNvPr id="0" name=""/>
        <dsp:cNvSpPr/>
      </dsp:nvSpPr>
      <dsp:spPr>
        <a:xfrm>
          <a:off x="2935947" y="943198"/>
          <a:ext cx="2199649" cy="1396777"/>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Debugging</a:t>
          </a:r>
        </a:p>
      </dsp:txBody>
      <dsp:txXfrm>
        <a:off x="2976857" y="984108"/>
        <a:ext cx="2117829" cy="1314957"/>
      </dsp:txXfrm>
    </dsp:sp>
    <dsp:sp modelId="{D5A840D2-D89A-4DE4-9831-61DED3425ED9}">
      <dsp:nvSpPr>
        <dsp:cNvPr id="0" name=""/>
        <dsp:cNvSpPr/>
      </dsp:nvSpPr>
      <dsp:spPr>
        <a:xfrm>
          <a:off x="5380002" y="711013"/>
          <a:ext cx="2199649" cy="139677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2292E6-4F4E-4072-8A83-08E55313428E}">
      <dsp:nvSpPr>
        <dsp:cNvPr id="0" name=""/>
        <dsp:cNvSpPr/>
      </dsp:nvSpPr>
      <dsp:spPr>
        <a:xfrm>
          <a:off x="5624408" y="943198"/>
          <a:ext cx="2199649" cy="1396777"/>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Hosting Progress</a:t>
          </a:r>
        </a:p>
      </dsp:txBody>
      <dsp:txXfrm>
        <a:off x="5665318" y="984108"/>
        <a:ext cx="2117829" cy="1314957"/>
      </dsp:txXfrm>
    </dsp:sp>
    <dsp:sp modelId="{46DC7518-C20F-4A8F-980E-6F93A13BFE65}">
      <dsp:nvSpPr>
        <dsp:cNvPr id="0" name=""/>
        <dsp:cNvSpPr/>
      </dsp:nvSpPr>
      <dsp:spPr>
        <a:xfrm>
          <a:off x="8068463" y="711013"/>
          <a:ext cx="2199649" cy="139677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AF0AA2-E714-4CB1-A409-2A27219D89BF}">
      <dsp:nvSpPr>
        <dsp:cNvPr id="0" name=""/>
        <dsp:cNvSpPr/>
      </dsp:nvSpPr>
      <dsp:spPr>
        <a:xfrm>
          <a:off x="8312869" y="943198"/>
          <a:ext cx="2199649" cy="1396777"/>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Finish Teams Page</a:t>
          </a:r>
          <a:endParaRPr lang="en-US" sz="2600" kern="1200" dirty="0"/>
        </a:p>
      </dsp:txBody>
      <dsp:txXfrm>
        <a:off x="8353779" y="984108"/>
        <a:ext cx="2117829" cy="1314957"/>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8T15:16:45.009"/>
    </inkml:context>
    <inkml:brush xml:id="br0">
      <inkml:brushProperty name="width" value="0.2" units="cm"/>
      <inkml:brushProperty name="height" value="0.4" units="cm"/>
      <inkml:brushProperty name="tip" value="rectangle"/>
      <inkml:brushProperty name="rasterOp" value="maskPen"/>
      <inkml:brushProperty name="ignorePressure" value="1"/>
    </inkml:brush>
  </inkml:definitions>
  <inkml:trace contextRef="#ctx0" brushRef="#br0">1 1,'483'0,"-464"1,0 1,34 8,-33-6,1 0,24 1,644-3,-336-5,308 3,-642 2,1 0,32 7,34 4,637-11,-353-5,1154 3,-1505-1,1-1,32-7,34-4,-22 12,-34 2,1-2,0-1,52-10,-62 7,-3 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8T15:16:48.747"/>
    </inkml:context>
    <inkml:brush xml:id="br0">
      <inkml:brushProperty name="width" value="0.2" units="cm"/>
      <inkml:brushProperty name="height" value="0.4" units="cm"/>
      <inkml:brushProperty name="tip" value="rectangle"/>
      <inkml:brushProperty name="rasterOp" value="maskPen"/>
      <inkml:brushProperty name="ignorePressure" value="1"/>
    </inkml:brush>
  </inkml:definitions>
  <inkml:trace contextRef="#ctx0" brushRef="#br0">1 83,'107'1,"117"-3,-155-10,-50 8,0 0,27-1,676 3,-352 5,875-3,-1226-2,1 1,32-9,34-3,-1 13,-50 1,-1-1,1-2,66-12,-59 7,1 2,-1 2,1 1,56 6,3-1,1498-3,-1581 1,0 1,35 8,31 3,-64-12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8T15:16:37.233"/>
    </inkml:context>
    <inkml:brush xml:id="br0">
      <inkml:brushProperty name="width" value="0.2" units="cm"/>
      <inkml:brushProperty name="height" value="0.4" units="cm"/>
      <inkml:brushProperty name="tip" value="rectangle"/>
      <inkml:brushProperty name="rasterOp" value="maskPen"/>
      <inkml:brushProperty name="ignorePressure" value="1"/>
    </inkml:brush>
  </inkml:definitions>
  <inkml:trace contextRef="#ctx0" brushRef="#br0">0 0,'2288'0,"-2268"2,-1-1,33 9,34 3,29-14,50 2,-97 12,-49-9,-1-1,29 3,642-4,-336-5,-74 3,-257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2A6E6-BB86-4722-837C-048EA2408876}"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A3B6B7-4283-4814-95B1-8D2476E93965}" type="slidenum">
              <a:rPr lang="en-US" smtClean="0"/>
              <a:t>‹#›</a:t>
            </a:fld>
            <a:endParaRPr lang="en-US"/>
          </a:p>
        </p:txBody>
      </p:sp>
    </p:spTree>
    <p:extLst>
      <p:ext uri="{BB962C8B-B14F-4D97-AF65-F5344CB8AC3E}">
        <p14:creationId xmlns:p14="http://schemas.microsoft.com/office/powerpoint/2010/main" val="538583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9E12B-A58D-FC54-F39A-393BD2B28D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F6E907-7597-2A5F-72A0-02C40D777C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152684-C925-4C65-8BFF-2FFA3151CD4B}"/>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5" name="Footer Placeholder 4">
            <a:extLst>
              <a:ext uri="{FF2B5EF4-FFF2-40B4-BE49-F238E27FC236}">
                <a16:creationId xmlns:a16="http://schemas.microsoft.com/office/drawing/2014/main" id="{CB2A67BD-934D-B5F0-4874-9C7150EE9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EDDD3A-A311-C37F-CBB9-9FEF9FE80CBF}"/>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3346914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F267D-AFB9-963E-AC71-2652D01059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A851AC-2A98-4ECD-44AC-53FE4DBDA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327263-3562-70EF-78D8-A2578492F744}"/>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5" name="Footer Placeholder 4">
            <a:extLst>
              <a:ext uri="{FF2B5EF4-FFF2-40B4-BE49-F238E27FC236}">
                <a16:creationId xmlns:a16="http://schemas.microsoft.com/office/drawing/2014/main" id="{7AC9DECA-025C-4602-CC1E-A8E278A57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84039F-F84C-2A03-0028-7A2AFE21FAEF}"/>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199624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78E3-4E8D-EE25-4C89-AB7C26775F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7E02C3-74B2-18A4-5991-B8481583D3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B99E6B-AA8F-4E79-FF15-AF0F1723E8C9}"/>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5" name="Footer Placeholder 4">
            <a:extLst>
              <a:ext uri="{FF2B5EF4-FFF2-40B4-BE49-F238E27FC236}">
                <a16:creationId xmlns:a16="http://schemas.microsoft.com/office/drawing/2014/main" id="{EBAFE679-A6C9-B5C6-1541-2D251ADA51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B89D7-71C5-3B6A-05F5-74A9BAEBBDF0}"/>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2502619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CC736-90F3-DB5F-EC8B-4C23291B7D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1B6368-624E-871D-638E-DD2D82A3BA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528415-4584-0B18-C159-0B34506E0E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50E51D-2F66-DE89-DFFD-7CEF04517A5F}"/>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6" name="Footer Placeholder 5">
            <a:extLst>
              <a:ext uri="{FF2B5EF4-FFF2-40B4-BE49-F238E27FC236}">
                <a16:creationId xmlns:a16="http://schemas.microsoft.com/office/drawing/2014/main" id="{8F5FFAEC-88FB-C4F0-9BFC-FF1FC03ACF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ABF403-1D0D-D98E-8E03-FE4F6DC6B350}"/>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2310478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9CB30-9EEF-7FCA-7B49-DE5CD89E61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2510AE-BDF7-87AC-C09A-0375833E4B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E3310B-0F94-CACC-4D8A-BDFA20E70E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ECA202-DF19-D1CC-704F-64CED4428C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C81B4A-6383-D29E-8931-005F93BFCC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04B78D-5348-2371-A40E-5852C7FE3CBC}"/>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8" name="Footer Placeholder 7">
            <a:extLst>
              <a:ext uri="{FF2B5EF4-FFF2-40B4-BE49-F238E27FC236}">
                <a16:creationId xmlns:a16="http://schemas.microsoft.com/office/drawing/2014/main" id="{AF8BE782-9A3E-7779-A928-C43CAC4613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983A46-D6E9-D070-A41B-C9D0223DFF44}"/>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3140129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A4EC-BC3D-3C09-87CC-67C40B633C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00D994-0F15-453D-F08D-B9A526710CB8}"/>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4" name="Footer Placeholder 3">
            <a:extLst>
              <a:ext uri="{FF2B5EF4-FFF2-40B4-BE49-F238E27FC236}">
                <a16:creationId xmlns:a16="http://schemas.microsoft.com/office/drawing/2014/main" id="{E8B9F08A-2C86-0993-68A4-8EF4EBE911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F8F8AC-DA26-968C-56F4-4E7116DD0446}"/>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3066859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E4B2E7-CB50-0648-9D0A-2081C0C911C2}"/>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3" name="Footer Placeholder 2">
            <a:extLst>
              <a:ext uri="{FF2B5EF4-FFF2-40B4-BE49-F238E27FC236}">
                <a16:creationId xmlns:a16="http://schemas.microsoft.com/office/drawing/2014/main" id="{22448C16-74EF-2D4E-5F87-4B132E532B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9FD834-8BF1-2FC5-A08E-927515F4A26B}"/>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3395074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43F8B-045F-E347-F726-2A880B0B80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88D435-19E4-13F5-EC37-934F941FBA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E59386-C957-9B5E-D360-572818B44D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29017E-9DF8-458F-E68F-D169F17321EA}"/>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6" name="Footer Placeholder 5">
            <a:extLst>
              <a:ext uri="{FF2B5EF4-FFF2-40B4-BE49-F238E27FC236}">
                <a16:creationId xmlns:a16="http://schemas.microsoft.com/office/drawing/2014/main" id="{AF15C721-D489-EAA4-0167-B091ECCB1F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016886-AFFA-EB07-3910-E038620D70D0}"/>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3789717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79A2C-24F8-48F9-B525-DAF155AC05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C9493D-C0EB-BF0D-F338-734DE72DF9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6A4A32-36C1-76C7-311C-3904248CD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23CF8-7119-77BB-9160-0BAD616ADAD2}"/>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6" name="Footer Placeholder 5">
            <a:extLst>
              <a:ext uri="{FF2B5EF4-FFF2-40B4-BE49-F238E27FC236}">
                <a16:creationId xmlns:a16="http://schemas.microsoft.com/office/drawing/2014/main" id="{4EBDA221-A642-58E7-CDBE-E43325D271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7C34FE-57BF-5BE2-D2FA-EA5EC79544E1}"/>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768275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E0CB-E016-3910-C7F5-B579FEC75C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2E023D-C710-E4AC-6BB2-2FC2CA4DD0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D3C513-E9E1-BAF8-5868-D6EF16ECD0E8}"/>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5" name="Footer Placeholder 4">
            <a:extLst>
              <a:ext uri="{FF2B5EF4-FFF2-40B4-BE49-F238E27FC236}">
                <a16:creationId xmlns:a16="http://schemas.microsoft.com/office/drawing/2014/main" id="{84E219BF-5F12-F564-11FB-9A97FB13F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9047E-3BD4-EFC4-2F6E-6F48B37D4C31}"/>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543652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38FA0D-69B7-F966-6A29-CF31863FF1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F815B7-5A8F-7145-B4CA-ADDAB33389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3572C-6E34-0721-FF7E-2FDC045F8E2F}"/>
              </a:ext>
            </a:extLst>
          </p:cNvPr>
          <p:cNvSpPr>
            <a:spLocks noGrp="1"/>
          </p:cNvSpPr>
          <p:nvPr>
            <p:ph type="dt" sz="half" idx="10"/>
          </p:nvPr>
        </p:nvSpPr>
        <p:spPr/>
        <p:txBody>
          <a:bodyPr/>
          <a:lstStyle/>
          <a:p>
            <a:fld id="{C882E6FB-EB88-4936-BED9-9E37159958CA}" type="datetimeFigureOut">
              <a:rPr lang="en-US" smtClean="0"/>
              <a:t>3/29/2026</a:t>
            </a:fld>
            <a:endParaRPr lang="en-US"/>
          </a:p>
        </p:txBody>
      </p:sp>
      <p:sp>
        <p:nvSpPr>
          <p:cNvPr id="5" name="Footer Placeholder 4">
            <a:extLst>
              <a:ext uri="{FF2B5EF4-FFF2-40B4-BE49-F238E27FC236}">
                <a16:creationId xmlns:a16="http://schemas.microsoft.com/office/drawing/2014/main" id="{E80F8A8C-3448-5F84-A7B8-1EA2AFA01A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A7BB38-1E1D-AFA8-D257-2601E2869A1D}"/>
              </a:ext>
            </a:extLst>
          </p:cNvPr>
          <p:cNvSpPr>
            <a:spLocks noGrp="1"/>
          </p:cNvSpPr>
          <p:nvPr>
            <p:ph type="sldNum" sz="quarter" idx="12"/>
          </p:nvPr>
        </p:nvSpPr>
        <p:spPr/>
        <p:txBody>
          <a:bodyPr/>
          <a:lstStyle/>
          <a:p>
            <a:fld id="{6CC2E120-88CB-4223-BF42-F8F7A034DB50}" type="slidenum">
              <a:rPr lang="en-US" smtClean="0"/>
              <a:t>‹#›</a:t>
            </a:fld>
            <a:endParaRPr lang="en-US"/>
          </a:p>
        </p:txBody>
      </p:sp>
    </p:spTree>
    <p:extLst>
      <p:ext uri="{BB962C8B-B14F-4D97-AF65-F5344CB8AC3E}">
        <p14:creationId xmlns:p14="http://schemas.microsoft.com/office/powerpoint/2010/main" val="2315433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0AA142-49C0-51AB-6DF5-C621FF991A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45B685-C305-678D-180D-8AF39B6309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7B0CC-FB2F-DAC7-434D-64801EBEA2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82E6FB-EB88-4936-BED9-9E37159958CA}" type="datetimeFigureOut">
              <a:rPr lang="en-US" smtClean="0"/>
              <a:t>3/29/2026</a:t>
            </a:fld>
            <a:endParaRPr lang="en-US"/>
          </a:p>
        </p:txBody>
      </p:sp>
      <p:sp>
        <p:nvSpPr>
          <p:cNvPr id="5" name="Footer Placeholder 4">
            <a:extLst>
              <a:ext uri="{FF2B5EF4-FFF2-40B4-BE49-F238E27FC236}">
                <a16:creationId xmlns:a16="http://schemas.microsoft.com/office/drawing/2014/main" id="{9D153671-B9D0-2705-7DF0-2AEAC97D7E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11CFBF-6ABD-EF23-87F9-97A42F4527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C2E120-88CB-4223-BF42-F8F7A034DB50}" type="slidenum">
              <a:rPr lang="en-US" smtClean="0"/>
              <a:t>‹#›</a:t>
            </a:fld>
            <a:endParaRPr lang="en-US"/>
          </a:p>
        </p:txBody>
      </p:sp>
    </p:spTree>
    <p:extLst>
      <p:ext uri="{BB962C8B-B14F-4D97-AF65-F5344CB8AC3E}">
        <p14:creationId xmlns:p14="http://schemas.microsoft.com/office/powerpoint/2010/main" val="450208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jjdeuce06.github.io/VulcanActivityTracker/"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Triangle 2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1F449D-2BD2-97B5-DCE5-EA7AA820BE81}"/>
              </a:ext>
            </a:extLst>
          </p:cNvPr>
          <p:cNvSpPr>
            <a:spLocks noGrp="1"/>
          </p:cNvSpPr>
          <p:nvPr>
            <p:ph type="ctrTitle"/>
          </p:nvPr>
        </p:nvSpPr>
        <p:spPr>
          <a:xfrm>
            <a:off x="1285241" y="1008993"/>
            <a:ext cx="9231410" cy="3542045"/>
          </a:xfrm>
        </p:spPr>
        <p:txBody>
          <a:bodyPr anchor="b">
            <a:normAutofit/>
          </a:bodyPr>
          <a:lstStyle/>
          <a:p>
            <a:pPr algn="l"/>
            <a:r>
              <a:rPr lang="en-US" sz="11500" dirty="0"/>
              <a:t>Vulcan Activity Tracker</a:t>
            </a:r>
          </a:p>
        </p:txBody>
      </p:sp>
      <p:sp>
        <p:nvSpPr>
          <p:cNvPr id="3" name="Subtitle 2">
            <a:extLst>
              <a:ext uri="{FF2B5EF4-FFF2-40B4-BE49-F238E27FC236}">
                <a16:creationId xmlns:a16="http://schemas.microsoft.com/office/drawing/2014/main" id="{BFFB11B0-F653-A213-DE0D-88B0308AFCD4}"/>
              </a:ext>
            </a:extLst>
          </p:cNvPr>
          <p:cNvSpPr>
            <a:spLocks noGrp="1"/>
          </p:cNvSpPr>
          <p:nvPr>
            <p:ph type="subTitle" idx="1"/>
          </p:nvPr>
        </p:nvSpPr>
        <p:spPr>
          <a:xfrm>
            <a:off x="1285241" y="4582814"/>
            <a:ext cx="7132335" cy="1312657"/>
          </a:xfrm>
        </p:spPr>
        <p:txBody>
          <a:bodyPr anchor="t">
            <a:normAutofit/>
          </a:bodyPr>
          <a:lstStyle/>
          <a:p>
            <a:pPr algn="l"/>
            <a:r>
              <a:rPr lang="en-US" sz="2200"/>
              <a:t>CMSC-4920-Senior Project 2</a:t>
            </a:r>
          </a:p>
          <a:p>
            <a:pPr algn="l"/>
            <a:r>
              <a:rPr lang="en-US" sz="2200"/>
              <a:t>Group2</a:t>
            </a:r>
          </a:p>
          <a:p>
            <a:pPr algn="l"/>
            <a:r>
              <a:rPr lang="en-US" sz="2200"/>
              <a:t>Team: Margo Bonal, John Gerega, Luke Ruffing</a:t>
            </a:r>
          </a:p>
        </p:txBody>
      </p:sp>
    </p:spTree>
    <p:extLst>
      <p:ext uri="{BB962C8B-B14F-4D97-AF65-F5344CB8AC3E}">
        <p14:creationId xmlns:p14="http://schemas.microsoft.com/office/powerpoint/2010/main" val="1562194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D47601-A3D5-5EAD-C1BB-4EBE55051F15}"/>
              </a:ext>
            </a:extLst>
          </p:cNvPr>
          <p:cNvSpPr>
            <a:spLocks noGrp="1"/>
          </p:cNvSpPr>
          <p:nvPr>
            <p:ph type="title"/>
          </p:nvPr>
        </p:nvSpPr>
        <p:spPr>
          <a:xfrm>
            <a:off x="1524000" y="1248587"/>
            <a:ext cx="9144000" cy="1006341"/>
          </a:xfrm>
        </p:spPr>
        <p:txBody>
          <a:bodyPr vert="horz" lIns="91440" tIns="45720" rIns="91440" bIns="45720" rtlCol="0" anchor="b">
            <a:normAutofit/>
          </a:bodyPr>
          <a:lstStyle/>
          <a:p>
            <a:pPr algn="ctr"/>
            <a:r>
              <a:rPr lang="en-US" sz="6400" kern="1200">
                <a:solidFill>
                  <a:schemeClr val="tx1"/>
                </a:solidFill>
                <a:latin typeface="+mj-lt"/>
                <a:ea typeface="+mj-ea"/>
                <a:cs typeface="+mj-cs"/>
              </a:rPr>
              <a:t>Project Description</a:t>
            </a:r>
          </a:p>
        </p:txBody>
      </p:sp>
      <p:sp>
        <p:nvSpPr>
          <p:cNvPr id="3" name="Text Placeholder 2">
            <a:extLst>
              <a:ext uri="{FF2B5EF4-FFF2-40B4-BE49-F238E27FC236}">
                <a16:creationId xmlns:a16="http://schemas.microsoft.com/office/drawing/2014/main" id="{3AD821AA-AA04-E3EB-5027-44FA0EFD591D}"/>
              </a:ext>
            </a:extLst>
          </p:cNvPr>
          <p:cNvSpPr>
            <a:spLocks noGrp="1"/>
          </p:cNvSpPr>
          <p:nvPr>
            <p:ph type="body" idx="1"/>
          </p:nvPr>
        </p:nvSpPr>
        <p:spPr>
          <a:xfrm>
            <a:off x="1524000" y="2610007"/>
            <a:ext cx="9144000" cy="3129096"/>
          </a:xfrm>
        </p:spPr>
        <p:txBody>
          <a:bodyPr vert="horz" lIns="91440" tIns="45720" rIns="91440" bIns="45720" rtlCol="0">
            <a:normAutofit/>
          </a:bodyPr>
          <a:lstStyle/>
          <a:p>
            <a:pPr>
              <a:lnSpc>
                <a:spcPct val="150000"/>
              </a:lnSpc>
            </a:pPr>
            <a:r>
              <a:rPr lang="en-US" dirty="0"/>
              <a:t>	</a:t>
            </a:r>
            <a:r>
              <a:rPr lang="en-US" dirty="0">
                <a:solidFill>
                  <a:schemeClr val="tx1"/>
                </a:solidFill>
              </a:rPr>
              <a:t>The Vulcan Activity Tracker is an athletic app that allows for the tracking of all campus athletics activities. </a:t>
            </a:r>
          </a:p>
          <a:p>
            <a:pPr>
              <a:lnSpc>
                <a:spcPct val="150000"/>
              </a:lnSpc>
            </a:pPr>
            <a:r>
              <a:rPr lang="en-US" dirty="0">
                <a:solidFill>
                  <a:schemeClr val="tx1"/>
                </a:solidFill>
              </a:rPr>
              <a:t>	In one combined platform, the Vulcan Activity Tracker aspires to meet student organization needs, social interaction, and exercise goal planning in a free accessible way!</a:t>
            </a:r>
          </a:p>
          <a:p>
            <a:pPr>
              <a:lnSpc>
                <a:spcPct val="150000"/>
              </a:lnSpc>
            </a:pPr>
            <a:endParaRPr lang="en-US" sz="2400" kern="1200" dirty="0">
              <a:solidFill>
                <a:schemeClr val="tx1"/>
              </a:solidFill>
              <a:latin typeface="+mn-lt"/>
              <a:ea typeface="+mn-ea"/>
              <a:cs typeface="+mn-cs"/>
            </a:endParaRPr>
          </a:p>
        </p:txBody>
      </p:sp>
      <p:cxnSp>
        <p:nvCxnSpPr>
          <p:cNvPr id="25" name="Straight Connector 24">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630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0320D0-A8AF-3C53-8814-C1BE5066934C}"/>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A4A1602-F941-BBF5-B16B-F4B5C1B17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EAEFD691-5682-F499-25A1-FF7E5E9066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Rounded Corners 31">
            <a:extLst>
              <a:ext uri="{FF2B5EF4-FFF2-40B4-BE49-F238E27FC236}">
                <a16:creationId xmlns:a16="http://schemas.microsoft.com/office/drawing/2014/main" id="{E2D2F83C-6172-28F7-72EE-B7834DE6D2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73DA28DD-1D93-45FF-9FF1-D9C602F501F5}"/>
              </a:ext>
            </a:extLst>
          </p:cNvPr>
          <p:cNvSpPr>
            <a:spLocks noGrp="1"/>
          </p:cNvSpPr>
          <p:nvPr>
            <p:ph type="body" idx="1"/>
          </p:nvPr>
        </p:nvSpPr>
        <p:spPr>
          <a:xfrm>
            <a:off x="2615738" y="1263807"/>
            <a:ext cx="6960524" cy="598516"/>
          </a:xfrm>
        </p:spPr>
        <p:txBody>
          <a:bodyPr vert="horz" lIns="91440" tIns="45720" rIns="91440" bIns="45720" rtlCol="0" anchor="ctr">
            <a:normAutofit/>
          </a:bodyPr>
          <a:lstStyle/>
          <a:p>
            <a:pPr algn="ctr"/>
            <a:r>
              <a:rPr lang="en-US" sz="2000" kern="1200" dirty="0">
                <a:solidFill>
                  <a:schemeClr val="bg1"/>
                </a:solidFill>
                <a:latin typeface="+mn-lt"/>
                <a:ea typeface="+mn-ea"/>
                <a:cs typeface="+mn-cs"/>
              </a:rPr>
              <a:t>GOALS</a:t>
            </a:r>
          </a:p>
        </p:txBody>
      </p:sp>
      <p:sp>
        <p:nvSpPr>
          <p:cNvPr id="4" name="Title 1">
            <a:extLst>
              <a:ext uri="{FF2B5EF4-FFF2-40B4-BE49-F238E27FC236}">
                <a16:creationId xmlns:a16="http://schemas.microsoft.com/office/drawing/2014/main" id="{A5AF426B-43FF-4BB7-086D-F7F73A587A96}"/>
              </a:ext>
            </a:extLst>
          </p:cNvPr>
          <p:cNvSpPr txBox="1">
            <a:spLocks/>
          </p:cNvSpPr>
          <p:nvPr/>
        </p:nvSpPr>
        <p:spPr>
          <a:xfrm>
            <a:off x="3698387" y="405006"/>
            <a:ext cx="4795226" cy="806401"/>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Weekly Progress</a:t>
            </a:r>
          </a:p>
        </p:txBody>
      </p:sp>
      <p:sp>
        <p:nvSpPr>
          <p:cNvPr id="8" name="Text Placeholder 2">
            <a:extLst>
              <a:ext uri="{FF2B5EF4-FFF2-40B4-BE49-F238E27FC236}">
                <a16:creationId xmlns:a16="http://schemas.microsoft.com/office/drawing/2014/main" id="{7A067979-B2B3-BD33-28AB-42AF2BBE1977}"/>
              </a:ext>
            </a:extLst>
          </p:cNvPr>
          <p:cNvSpPr txBox="1">
            <a:spLocks/>
          </p:cNvSpPr>
          <p:nvPr/>
        </p:nvSpPr>
        <p:spPr>
          <a:xfrm>
            <a:off x="1834856" y="2313250"/>
            <a:ext cx="8311711" cy="377538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endParaRPr lang="en-US" dirty="0">
              <a:solidFill>
                <a:schemeClr val="tx1"/>
              </a:solidFill>
            </a:endParaRPr>
          </a:p>
          <a:p>
            <a:pPr marL="342900" indent="-342900">
              <a:buFont typeface="Arial" panose="020B0604020202020204" pitchFamily="34" charset="0"/>
              <a:buChar char="•"/>
            </a:pPr>
            <a:r>
              <a:rPr lang="en-US" dirty="0">
                <a:solidFill>
                  <a:schemeClr val="tx1"/>
                </a:solidFill>
              </a:rPr>
              <a:t>Finish Friends feature data displays</a:t>
            </a:r>
          </a:p>
          <a:p>
            <a:pPr marL="342900" indent="-342900">
              <a:buFont typeface="Arial" panose="020B0604020202020204" pitchFamily="34" charset="0"/>
              <a:buChar char="•"/>
            </a:pPr>
            <a:r>
              <a:rPr lang="en-US" dirty="0">
                <a:solidFill>
                  <a:schemeClr val="tx1"/>
                </a:solidFill>
              </a:rPr>
              <a:t>Finish settings page</a:t>
            </a:r>
          </a:p>
          <a:p>
            <a:pPr marL="342900" indent="-342900">
              <a:buFont typeface="Arial" panose="020B0604020202020204" pitchFamily="34" charset="0"/>
              <a:buChar char="•"/>
            </a:pPr>
            <a:r>
              <a:rPr lang="en-US" dirty="0">
                <a:solidFill>
                  <a:schemeClr val="tx1"/>
                </a:solidFill>
              </a:rPr>
              <a:t>Azure Student Hosting Account Set up</a:t>
            </a:r>
          </a:p>
          <a:p>
            <a:pPr marL="342900" indent="-342900">
              <a:buFont typeface="Arial" panose="020B0604020202020204" pitchFamily="34" charset="0"/>
              <a:buChar char="•"/>
            </a:pPr>
            <a:r>
              <a:rPr lang="en-US" dirty="0">
                <a:solidFill>
                  <a:schemeClr val="tx1"/>
                </a:solidFill>
              </a:rPr>
              <a:t>Teams Page Progress</a:t>
            </a:r>
          </a:p>
          <a:p>
            <a:pPr marL="342900" indent="-342900">
              <a:buFont typeface="Arial" panose="020B0604020202020204" pitchFamily="34" charset="0"/>
              <a:buChar char="•"/>
            </a:pPr>
            <a:r>
              <a:rPr lang="en-US" dirty="0">
                <a:solidFill>
                  <a:schemeClr val="tx1"/>
                </a:solidFill>
              </a:rPr>
              <a:t>Challenges Page Progress</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428741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026584-AF93-5713-29E6-E38CD729CF1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38C1FFB-2F68-F1DE-BE53-6D163C3DB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6BECB51-FD65-F82B-00AA-12E8DE1F4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37F6D357-569B-76AE-AA15-8449A41E0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745B4AA4-CE4A-E618-AD73-E165703D24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86ED9EE4-56A8-6AFD-BE9A-A35D2ABC59A0}"/>
              </a:ext>
            </a:extLst>
          </p:cNvPr>
          <p:cNvSpPr>
            <a:spLocks noGrp="1"/>
          </p:cNvSpPr>
          <p:nvPr>
            <p:ph type="body" idx="1"/>
          </p:nvPr>
        </p:nvSpPr>
        <p:spPr>
          <a:xfrm>
            <a:off x="741822" y="2361465"/>
            <a:ext cx="5170705" cy="3377638"/>
          </a:xfrm>
        </p:spPr>
        <p:txBody>
          <a:bodyPr vert="horz" lIns="91440" tIns="45720" rIns="91440" bIns="45720" rtlCol="0">
            <a:normAutofit/>
          </a:bodyPr>
          <a:lstStyle/>
          <a:p>
            <a:pPr marL="342900" indent="-342900">
              <a:buFont typeface="+mj-lt"/>
              <a:buAutoNum type="arabicPeriod"/>
            </a:pPr>
            <a:r>
              <a:rPr lang="en-US" sz="2000" dirty="0">
                <a:solidFill>
                  <a:schemeClr val="tx1"/>
                </a:solidFill>
              </a:rPr>
              <a:t>Could not populate database tables with athlete emails, they were not publicly available. Also, the amount of athletes would have been a lot of inserts into the database table</a:t>
            </a:r>
          </a:p>
          <a:p>
            <a:pPr marL="342900" indent="-342900">
              <a:buFont typeface="+mj-lt"/>
              <a:buAutoNum type="arabicPeriod"/>
            </a:pPr>
            <a:r>
              <a:rPr lang="en-US" sz="2000" dirty="0">
                <a:solidFill>
                  <a:schemeClr val="tx1"/>
                </a:solidFill>
              </a:rPr>
              <a:t>Adding pictures to challenges</a:t>
            </a:r>
          </a:p>
        </p:txBody>
      </p:sp>
      <p:sp>
        <p:nvSpPr>
          <p:cNvPr id="5" name="Text Placeholder 2">
            <a:extLst>
              <a:ext uri="{FF2B5EF4-FFF2-40B4-BE49-F238E27FC236}">
                <a16:creationId xmlns:a16="http://schemas.microsoft.com/office/drawing/2014/main" id="{E40DC201-0466-5D58-2422-48A1842C6A76}"/>
              </a:ext>
            </a:extLst>
          </p:cNvPr>
          <p:cNvSpPr txBox="1">
            <a:spLocks/>
          </p:cNvSpPr>
          <p:nvPr/>
        </p:nvSpPr>
        <p:spPr>
          <a:xfrm>
            <a:off x="6096000" y="2267458"/>
            <a:ext cx="5499536" cy="347164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mj-lt"/>
              <a:buAutoNum type="arabicPeriod"/>
            </a:pPr>
            <a:endParaRPr lang="en-US" sz="2000" dirty="0">
              <a:solidFill>
                <a:schemeClr val="tx1"/>
              </a:solidFill>
            </a:endParaRPr>
          </a:p>
        </p:txBody>
      </p:sp>
      <p:sp>
        <p:nvSpPr>
          <p:cNvPr id="8" name="Title 1">
            <a:extLst>
              <a:ext uri="{FF2B5EF4-FFF2-40B4-BE49-F238E27FC236}">
                <a16:creationId xmlns:a16="http://schemas.microsoft.com/office/drawing/2014/main" id="{24AA2B82-D640-63C8-0949-8D61BA43585E}"/>
              </a:ext>
            </a:extLst>
          </p:cNvPr>
          <p:cNvSpPr>
            <a:spLocks noGrp="1"/>
          </p:cNvSpPr>
          <p:nvPr>
            <p:ph type="title"/>
          </p:nvPr>
        </p:nvSpPr>
        <p:spPr>
          <a:xfrm>
            <a:off x="1335273" y="936048"/>
            <a:ext cx="3829235" cy="1067356"/>
          </a:xfrm>
        </p:spPr>
        <p:txBody>
          <a:bodyPr vert="horz" lIns="91440" tIns="45720" rIns="91440" bIns="45720" rtlCol="0" anchor="b">
            <a:normAutofit/>
          </a:bodyPr>
          <a:lstStyle/>
          <a:p>
            <a:pPr algn="ctr"/>
            <a:r>
              <a:rPr lang="en-US" kern="1200" dirty="0">
                <a:solidFill>
                  <a:schemeClr val="tx1"/>
                </a:solidFill>
                <a:latin typeface="+mj-lt"/>
                <a:ea typeface="+mj-ea"/>
                <a:cs typeface="+mj-cs"/>
              </a:rPr>
              <a:t>Challenges </a:t>
            </a:r>
          </a:p>
        </p:txBody>
      </p:sp>
      <p:sp>
        <p:nvSpPr>
          <p:cNvPr id="11" name="Title 1">
            <a:extLst>
              <a:ext uri="{FF2B5EF4-FFF2-40B4-BE49-F238E27FC236}">
                <a16:creationId xmlns:a16="http://schemas.microsoft.com/office/drawing/2014/main" id="{D6DB2568-1D7A-1154-06D4-C4FEF3D291A5}"/>
              </a:ext>
            </a:extLst>
          </p:cNvPr>
          <p:cNvSpPr txBox="1">
            <a:spLocks/>
          </p:cNvSpPr>
          <p:nvPr/>
        </p:nvSpPr>
        <p:spPr>
          <a:xfrm>
            <a:off x="6746378" y="936048"/>
            <a:ext cx="3829235" cy="10673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dirty="0"/>
              <a:t>Solutions </a:t>
            </a:r>
          </a:p>
        </p:txBody>
      </p:sp>
      <p:sp>
        <p:nvSpPr>
          <p:cNvPr id="3" name="Text Placeholder 2">
            <a:extLst>
              <a:ext uri="{FF2B5EF4-FFF2-40B4-BE49-F238E27FC236}">
                <a16:creationId xmlns:a16="http://schemas.microsoft.com/office/drawing/2014/main" id="{CCDEAB36-867D-95B6-8834-F42C5B9259D0}"/>
              </a:ext>
            </a:extLst>
          </p:cNvPr>
          <p:cNvSpPr txBox="1">
            <a:spLocks/>
          </p:cNvSpPr>
          <p:nvPr/>
        </p:nvSpPr>
        <p:spPr>
          <a:xfrm>
            <a:off x="5912527" y="2267457"/>
            <a:ext cx="5170705" cy="33776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mj-lt"/>
              <a:buAutoNum type="arabicPeriod"/>
            </a:pPr>
            <a:endParaRPr lang="en-US" sz="2000" dirty="0">
              <a:solidFill>
                <a:schemeClr val="tx1"/>
              </a:solidFill>
            </a:endParaRPr>
          </a:p>
        </p:txBody>
      </p:sp>
      <p:sp>
        <p:nvSpPr>
          <p:cNvPr id="2" name="Text Placeholder 2">
            <a:extLst>
              <a:ext uri="{FF2B5EF4-FFF2-40B4-BE49-F238E27FC236}">
                <a16:creationId xmlns:a16="http://schemas.microsoft.com/office/drawing/2014/main" id="{B95521BC-C5E6-AB41-0BC9-A706E6412C75}"/>
              </a:ext>
            </a:extLst>
          </p:cNvPr>
          <p:cNvSpPr txBox="1">
            <a:spLocks/>
          </p:cNvSpPr>
          <p:nvPr/>
        </p:nvSpPr>
        <p:spPr>
          <a:xfrm>
            <a:off x="6210758" y="2267457"/>
            <a:ext cx="5170705" cy="33776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mj-lt"/>
              <a:buAutoNum type="arabicPeriod"/>
            </a:pPr>
            <a:endParaRPr lang="en-US" sz="2000" dirty="0">
              <a:solidFill>
                <a:schemeClr val="tx1"/>
              </a:solidFill>
            </a:endParaRPr>
          </a:p>
        </p:txBody>
      </p:sp>
      <p:sp>
        <p:nvSpPr>
          <p:cNvPr id="6" name="Text Placeholder 2">
            <a:extLst>
              <a:ext uri="{FF2B5EF4-FFF2-40B4-BE49-F238E27FC236}">
                <a16:creationId xmlns:a16="http://schemas.microsoft.com/office/drawing/2014/main" id="{3B13CF04-9C06-053E-69E2-58CD31C3D276}"/>
              </a:ext>
            </a:extLst>
          </p:cNvPr>
          <p:cNvSpPr txBox="1">
            <a:spLocks/>
          </p:cNvSpPr>
          <p:nvPr/>
        </p:nvSpPr>
        <p:spPr>
          <a:xfrm>
            <a:off x="5790687" y="2361465"/>
            <a:ext cx="5170705" cy="33776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mj-lt"/>
              <a:buAutoNum type="arabicPeriod"/>
            </a:pPr>
            <a:r>
              <a:rPr lang="en-US" sz="2000" dirty="0">
                <a:solidFill>
                  <a:schemeClr val="tx1"/>
                </a:solidFill>
              </a:rPr>
              <a:t>Populated the database tables with coach emails instead, as this information was publicly available and it becomes more efficient to let the coach into the page and invite their athletes as opposed to having every single athlete in the table on startup</a:t>
            </a:r>
          </a:p>
          <a:p>
            <a:pPr marL="342900" indent="-342900">
              <a:buFont typeface="+mj-lt"/>
              <a:buAutoNum type="arabicPeriod"/>
            </a:pPr>
            <a:r>
              <a:rPr lang="en-US" sz="2000" dirty="0">
                <a:solidFill>
                  <a:schemeClr val="tx1"/>
                </a:solidFill>
              </a:rPr>
              <a:t>Decided not to use pictures for individual challenges as it will fill the database quickly</a:t>
            </a:r>
          </a:p>
        </p:txBody>
      </p:sp>
    </p:spTree>
    <p:extLst>
      <p:ext uri="{BB962C8B-B14F-4D97-AF65-F5344CB8AC3E}">
        <p14:creationId xmlns:p14="http://schemas.microsoft.com/office/powerpoint/2010/main" val="3526335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5B339F4-93B9-4E04-9721-143AD6782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0"/>
            <a:ext cx="7147352" cy="5777808"/>
            <a:chOff x="329184" y="1"/>
            <a:chExt cx="524256" cy="5777808"/>
          </a:xfrm>
        </p:grpSpPr>
        <p:cxnSp>
          <p:nvCxnSpPr>
            <p:cNvPr id="11" name="Straight Connector 10">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3">
            <a:extLst>
              <a:ext uri="{FF2B5EF4-FFF2-40B4-BE49-F238E27FC236}">
                <a16:creationId xmlns:a16="http://schemas.microsoft.com/office/drawing/2014/main" id="{FC544CC5-203D-7012-0096-763F5234B0F3}"/>
              </a:ext>
            </a:extLst>
          </p:cNvPr>
          <p:cNvGraphicFramePr>
            <a:graphicFrameLocks/>
          </p:cNvGraphicFramePr>
          <p:nvPr>
            <p:extLst>
              <p:ext uri="{D42A27DB-BD31-4B8C-83A1-F6EECF244321}">
                <p14:modId xmlns:p14="http://schemas.microsoft.com/office/powerpoint/2010/main" val="965910394"/>
              </p:ext>
            </p:extLst>
          </p:nvPr>
        </p:nvGraphicFramePr>
        <p:xfrm>
          <a:off x="514580" y="2109962"/>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Title 1">
            <a:extLst>
              <a:ext uri="{FF2B5EF4-FFF2-40B4-BE49-F238E27FC236}">
                <a16:creationId xmlns:a16="http://schemas.microsoft.com/office/drawing/2014/main" id="{1BFE9597-EE45-D183-9C43-FB508195BFBC}"/>
              </a:ext>
            </a:extLst>
          </p:cNvPr>
          <p:cNvSpPr>
            <a:spLocks noGrp="1"/>
          </p:cNvSpPr>
          <p:nvPr>
            <p:ph type="title"/>
          </p:nvPr>
        </p:nvSpPr>
        <p:spPr>
          <a:xfrm>
            <a:off x="4591536" y="777555"/>
            <a:ext cx="3183892" cy="987426"/>
          </a:xfrm>
          <a:noFill/>
        </p:spPr>
        <p:txBody>
          <a:bodyPr vert="horz" lIns="91440" tIns="45720" rIns="91440" bIns="45720" rtlCol="0" anchor="t">
            <a:normAutofit/>
          </a:bodyPr>
          <a:lstStyle/>
          <a:p>
            <a:r>
              <a:rPr lang="en-US" b="1" u="sng" kern="1200" dirty="0">
                <a:solidFill>
                  <a:schemeClr val="tx1"/>
                </a:solidFill>
                <a:latin typeface="+mj-lt"/>
                <a:ea typeface="+mj-ea"/>
                <a:cs typeface="+mj-cs"/>
              </a:rPr>
              <a:t> Progress </a:t>
            </a:r>
          </a:p>
        </p:txBody>
      </p:sp>
    </p:spTree>
    <p:extLst>
      <p:ext uri="{BB962C8B-B14F-4D97-AF65-F5344CB8AC3E}">
        <p14:creationId xmlns:p14="http://schemas.microsoft.com/office/powerpoint/2010/main" val="2065992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02D35B-D975-7EDF-68F9-A7B25B25FE30}"/>
              </a:ext>
            </a:extLst>
          </p:cNvPr>
          <p:cNvPicPr>
            <a:picLocks noChangeAspect="1"/>
          </p:cNvPicPr>
          <p:nvPr/>
        </p:nvPicPr>
        <p:blipFill>
          <a:blip r:embed="rId2"/>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B65C59D1-2617-62D9-6288-1EF3DA190139}"/>
                  </a:ext>
                </a:extLst>
              </p14:cNvPr>
              <p14:cNvContentPartPr/>
              <p14:nvPr/>
            </p14:nvContentPartPr>
            <p14:xfrm>
              <a:off x="3886128" y="1563336"/>
              <a:ext cx="2020680" cy="19440"/>
            </p14:xfrm>
          </p:contentPart>
        </mc:Choice>
        <mc:Fallback xmlns="">
          <p:pic>
            <p:nvPicPr>
              <p:cNvPr id="6" name="Ink 5">
                <a:extLst>
                  <a:ext uri="{FF2B5EF4-FFF2-40B4-BE49-F238E27FC236}">
                    <a16:creationId xmlns:a16="http://schemas.microsoft.com/office/drawing/2014/main" id="{B65C59D1-2617-62D9-6288-1EF3DA190139}"/>
                  </a:ext>
                </a:extLst>
              </p:cNvPr>
              <p:cNvPicPr/>
              <p:nvPr/>
            </p:nvPicPr>
            <p:blipFill>
              <a:blip r:embed="rId4"/>
              <a:stretch>
                <a:fillRect/>
              </a:stretch>
            </p:blipFill>
            <p:spPr>
              <a:xfrm>
                <a:off x="3850488" y="1491696"/>
                <a:ext cx="20923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516CAB8D-8D09-D1C6-CAEE-97AE5CD2590A}"/>
                  </a:ext>
                </a:extLst>
              </p14:cNvPr>
              <p14:cNvContentPartPr/>
              <p14:nvPr/>
            </p14:nvContentPartPr>
            <p14:xfrm>
              <a:off x="3904128" y="2155536"/>
              <a:ext cx="1964880" cy="30600"/>
            </p14:xfrm>
          </p:contentPart>
        </mc:Choice>
        <mc:Fallback xmlns="">
          <p:pic>
            <p:nvPicPr>
              <p:cNvPr id="7" name="Ink 6">
                <a:extLst>
                  <a:ext uri="{FF2B5EF4-FFF2-40B4-BE49-F238E27FC236}">
                    <a16:creationId xmlns:a16="http://schemas.microsoft.com/office/drawing/2014/main" id="{516CAB8D-8D09-D1C6-CAEE-97AE5CD2590A}"/>
                  </a:ext>
                </a:extLst>
              </p:cNvPr>
              <p:cNvPicPr/>
              <p:nvPr/>
            </p:nvPicPr>
            <p:blipFill>
              <a:blip r:embed="rId6"/>
              <a:stretch>
                <a:fillRect/>
              </a:stretch>
            </p:blipFill>
            <p:spPr>
              <a:xfrm>
                <a:off x="3868488" y="2083536"/>
                <a:ext cx="2036520" cy="174240"/>
              </a:xfrm>
              <a:prstGeom prst="rect">
                <a:avLst/>
              </a:prstGeom>
            </p:spPr>
          </p:pic>
        </mc:Fallback>
      </mc:AlternateContent>
    </p:spTree>
    <p:extLst>
      <p:ext uri="{BB962C8B-B14F-4D97-AF65-F5344CB8AC3E}">
        <p14:creationId xmlns:p14="http://schemas.microsoft.com/office/powerpoint/2010/main" val="522380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350F03-A149-BD73-26B9-8766C33D9ABB}"/>
              </a:ext>
            </a:extLst>
          </p:cNvPr>
          <p:cNvPicPr>
            <a:picLocks noChangeAspect="1"/>
          </p:cNvPicPr>
          <p:nvPr/>
        </p:nvPicPr>
        <p:blipFill>
          <a:blip r:embed="rId2"/>
          <a:stretch>
            <a:fillRect/>
          </a:stretch>
        </p:blipFill>
        <p:spPr>
          <a:xfrm>
            <a:off x="-17304" y="-225083"/>
            <a:ext cx="12209304" cy="7083083"/>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C7D73243-445E-0B04-A779-41352EFCFB99}"/>
                  </a:ext>
                </a:extLst>
              </p14:cNvPr>
              <p14:cNvContentPartPr/>
              <p14:nvPr/>
            </p14:nvContentPartPr>
            <p14:xfrm>
              <a:off x="6437088" y="1709784"/>
              <a:ext cx="1526400" cy="19440"/>
            </p14:xfrm>
          </p:contentPart>
        </mc:Choice>
        <mc:Fallback xmlns="">
          <p:pic>
            <p:nvPicPr>
              <p:cNvPr id="6" name="Ink 5">
                <a:extLst>
                  <a:ext uri="{FF2B5EF4-FFF2-40B4-BE49-F238E27FC236}">
                    <a16:creationId xmlns:a16="http://schemas.microsoft.com/office/drawing/2014/main" id="{C7D73243-445E-0B04-A779-41352EFCFB99}"/>
                  </a:ext>
                </a:extLst>
              </p:cNvPr>
              <p:cNvPicPr/>
              <p:nvPr/>
            </p:nvPicPr>
            <p:blipFill>
              <a:blip r:embed="rId4"/>
              <a:stretch>
                <a:fillRect/>
              </a:stretch>
            </p:blipFill>
            <p:spPr>
              <a:xfrm>
                <a:off x="6401088" y="1637784"/>
                <a:ext cx="1598040" cy="163080"/>
              </a:xfrm>
              <a:prstGeom prst="rect">
                <a:avLst/>
              </a:prstGeom>
            </p:spPr>
          </p:pic>
        </mc:Fallback>
      </mc:AlternateContent>
    </p:spTree>
    <p:extLst>
      <p:ext uri="{BB962C8B-B14F-4D97-AF65-F5344CB8AC3E}">
        <p14:creationId xmlns:p14="http://schemas.microsoft.com/office/powerpoint/2010/main" val="405284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4349BE-F07A-2A10-0BC0-DE99D4D44150}"/>
              </a:ext>
            </a:extLst>
          </p:cNvPr>
          <p:cNvPicPr>
            <a:picLocks noChangeAspect="1"/>
          </p:cNvPicPr>
          <p:nvPr/>
        </p:nvPicPr>
        <p:blipFill>
          <a:blip r:embed="rId2"/>
          <a:stretch>
            <a:fillRect/>
          </a:stretch>
        </p:blipFill>
        <p:spPr>
          <a:xfrm>
            <a:off x="0" y="0"/>
            <a:ext cx="11999567" cy="6858000"/>
          </a:xfrm>
          <a:prstGeom prst="rect">
            <a:avLst/>
          </a:prstGeom>
        </p:spPr>
      </p:pic>
    </p:spTree>
    <p:extLst>
      <p:ext uri="{BB962C8B-B14F-4D97-AF65-F5344CB8AC3E}">
        <p14:creationId xmlns:p14="http://schemas.microsoft.com/office/powerpoint/2010/main" val="2137746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6203E-28F1-BA0D-25E9-3D8E5EFB61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E1D5C93-D949-B81A-BB7C-0C29484C1FF8}"/>
              </a:ext>
            </a:extLst>
          </p:cNvPr>
          <p:cNvPicPr>
            <a:picLocks noChangeAspect="1"/>
          </p:cNvPicPr>
          <p:nvPr/>
        </p:nvPicPr>
        <p:blipFill>
          <a:blip r:embed="rId2"/>
          <a:stretch>
            <a:fillRect/>
          </a:stretch>
        </p:blipFill>
        <p:spPr>
          <a:xfrm>
            <a:off x="0" y="19810"/>
            <a:ext cx="12192000" cy="6818380"/>
          </a:xfrm>
          <a:prstGeom prst="rect">
            <a:avLst/>
          </a:prstGeom>
        </p:spPr>
      </p:pic>
    </p:spTree>
    <p:extLst>
      <p:ext uri="{BB962C8B-B14F-4D97-AF65-F5344CB8AC3E}">
        <p14:creationId xmlns:p14="http://schemas.microsoft.com/office/powerpoint/2010/main" val="4185853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593F0-E5EC-5139-C3F4-2A8BDA9E182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62795B3-1E27-E39A-27BD-1E0F28C2C129}"/>
              </a:ext>
            </a:extLst>
          </p:cNvPr>
          <p:cNvPicPr>
            <a:picLocks noChangeAspect="1"/>
          </p:cNvPicPr>
          <p:nvPr/>
        </p:nvPicPr>
        <p:blipFill>
          <a:blip r:embed="rId2"/>
          <a:stretch>
            <a:fillRect/>
          </a:stretch>
        </p:blipFill>
        <p:spPr>
          <a:xfrm>
            <a:off x="414549" y="0"/>
            <a:ext cx="11362901" cy="6858000"/>
          </a:xfrm>
          <a:prstGeom prst="rect">
            <a:avLst/>
          </a:prstGeom>
        </p:spPr>
      </p:pic>
    </p:spTree>
    <p:extLst>
      <p:ext uri="{BB962C8B-B14F-4D97-AF65-F5344CB8AC3E}">
        <p14:creationId xmlns:p14="http://schemas.microsoft.com/office/powerpoint/2010/main" val="655808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74B1A4-0C15-D874-CBCA-1FB85D3E881D}"/>
              </a:ext>
            </a:extLst>
          </p:cNvPr>
          <p:cNvSpPr>
            <a:spLocks noGrp="1"/>
          </p:cNvSpPr>
          <p:nvPr>
            <p:ph type="title"/>
          </p:nvPr>
        </p:nvSpPr>
        <p:spPr>
          <a:xfrm>
            <a:off x="4272534" y="84536"/>
            <a:ext cx="3278835"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Teams Page</a:t>
            </a:r>
          </a:p>
        </p:txBody>
      </p:sp>
      <p:pic>
        <p:nvPicPr>
          <p:cNvPr id="5" name="TeamsPageCoach">
            <a:hlinkClick r:id="" action="ppaction://media"/>
            <a:extLst>
              <a:ext uri="{FF2B5EF4-FFF2-40B4-BE49-F238E27FC236}">
                <a16:creationId xmlns:a16="http://schemas.microsoft.com/office/drawing/2014/main" id="{AD0A49AD-572F-1BD3-B96A-4F6CEBD54DC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 y="1574310"/>
            <a:ext cx="12191998" cy="5367226"/>
          </a:xfrm>
          <a:prstGeom prst="rect">
            <a:avLst/>
          </a:prstGeom>
        </p:spPr>
      </p:pic>
    </p:spTree>
    <p:extLst>
      <p:ext uri="{BB962C8B-B14F-4D97-AF65-F5344CB8AC3E}">
        <p14:creationId xmlns:p14="http://schemas.microsoft.com/office/powerpoint/2010/main" val="228207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89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138CFD-A501-8AEC-C666-BED845111F6D}"/>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56F68EF-088F-20DD-B4B1-6BCF0A8C9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EF082FE-D96F-0D2A-34AA-F987D0796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0BE13FF0-F6F1-375E-D271-70DAE72E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3A7F67B2-22A5-7F2D-13EB-E06229F5C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D6D36DC8-D9BF-8C26-69EA-ED89E34DB644}"/>
              </a:ext>
            </a:extLst>
          </p:cNvPr>
          <p:cNvSpPr>
            <a:spLocks noGrp="1"/>
          </p:cNvSpPr>
          <p:nvPr>
            <p:ph type="title"/>
          </p:nvPr>
        </p:nvSpPr>
        <p:spPr>
          <a:xfrm>
            <a:off x="4008559" y="768350"/>
            <a:ext cx="4162181" cy="920920"/>
          </a:xfrm>
        </p:spPr>
        <p:txBody>
          <a:bodyPr>
            <a:normAutofit fontScale="90000"/>
          </a:bodyPr>
          <a:lstStyle/>
          <a:p>
            <a:r>
              <a:rPr lang="en-US" dirty="0"/>
              <a:t>Week 12 Plan</a:t>
            </a:r>
          </a:p>
        </p:txBody>
      </p:sp>
      <p:graphicFrame>
        <p:nvGraphicFramePr>
          <p:cNvPr id="27" name="Text Placeholder 2">
            <a:extLst>
              <a:ext uri="{FF2B5EF4-FFF2-40B4-BE49-F238E27FC236}">
                <a16:creationId xmlns:a16="http://schemas.microsoft.com/office/drawing/2014/main" id="{D6B93F0B-FEB0-EDAB-CFE1-A57DEFE97FCD}"/>
              </a:ext>
            </a:extLst>
          </p:cNvPr>
          <p:cNvGraphicFramePr/>
          <p:nvPr>
            <p:extLst>
              <p:ext uri="{D42A27DB-BD31-4B8C-83A1-F6EECF244321}">
                <p14:modId xmlns:p14="http://schemas.microsoft.com/office/powerpoint/2010/main" val="3016178620"/>
              </p:ext>
            </p:extLst>
          </p:nvPr>
        </p:nvGraphicFramePr>
        <p:xfrm>
          <a:off x="838199" y="2688113"/>
          <a:ext cx="10515600" cy="30509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1402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523CF74-09B7-84B3-F859-D7073DC1C80F}"/>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kern="1200">
                <a:solidFill>
                  <a:schemeClr val="tx1"/>
                </a:solidFill>
                <a:latin typeface="+mj-lt"/>
                <a:ea typeface="+mj-ea"/>
                <a:cs typeface="+mj-cs"/>
              </a:rPr>
              <a:t>Planning</a:t>
            </a:r>
          </a:p>
        </p:txBody>
      </p:sp>
      <p:sp>
        <p:nvSpPr>
          <p:cNvPr id="32" name="Rectangle: Rounded Corners 31">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C605E30C-3490-D1E3-740D-40AD5E393958}"/>
              </a:ext>
            </a:extLst>
          </p:cNvPr>
          <p:cNvSpPr>
            <a:spLocks noGrp="1"/>
          </p:cNvSpPr>
          <p:nvPr>
            <p:ph type="body" idx="1"/>
          </p:nvPr>
        </p:nvSpPr>
        <p:spPr>
          <a:xfrm>
            <a:off x="2615738" y="1263807"/>
            <a:ext cx="6960524" cy="598516"/>
          </a:xfrm>
        </p:spPr>
        <p:txBody>
          <a:bodyPr vert="horz" lIns="91440" tIns="45720" rIns="91440" bIns="45720" rtlCol="0" anchor="ctr">
            <a:normAutofit/>
          </a:bodyPr>
          <a:lstStyle/>
          <a:p>
            <a:pPr algn="ctr"/>
            <a:r>
              <a:rPr lang="en-US" sz="2000" kern="1200">
                <a:solidFill>
                  <a:schemeClr val="bg1"/>
                </a:solidFill>
                <a:latin typeface="+mn-lt"/>
                <a:ea typeface="+mn-ea"/>
                <a:cs typeface="+mn-cs"/>
              </a:rPr>
              <a:t>Gant chart</a:t>
            </a:r>
          </a:p>
        </p:txBody>
      </p:sp>
      <p:pic>
        <p:nvPicPr>
          <p:cNvPr id="6" name="Picture 5">
            <a:extLst>
              <a:ext uri="{FF2B5EF4-FFF2-40B4-BE49-F238E27FC236}">
                <a16:creationId xmlns:a16="http://schemas.microsoft.com/office/drawing/2014/main" id="{0D4E0165-E852-9E37-91F6-9A7920B23AEB}"/>
              </a:ext>
            </a:extLst>
          </p:cNvPr>
          <p:cNvPicPr>
            <a:picLocks noChangeAspect="1"/>
          </p:cNvPicPr>
          <p:nvPr/>
        </p:nvPicPr>
        <p:blipFill>
          <a:blip r:embed="rId2"/>
          <a:stretch>
            <a:fillRect/>
          </a:stretch>
        </p:blipFill>
        <p:spPr>
          <a:xfrm>
            <a:off x="926432" y="2024164"/>
            <a:ext cx="10503568" cy="4706879"/>
          </a:xfrm>
          <a:prstGeom prst="rect">
            <a:avLst/>
          </a:prstGeom>
          <a:ln>
            <a:solidFill>
              <a:schemeClr val="accent2"/>
            </a:solidFill>
          </a:ln>
        </p:spPr>
      </p:pic>
    </p:spTree>
    <p:extLst>
      <p:ext uri="{BB962C8B-B14F-4D97-AF65-F5344CB8AC3E}">
        <p14:creationId xmlns:p14="http://schemas.microsoft.com/office/powerpoint/2010/main" val="3713997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9AD6B9-1CEE-7976-0BB7-22F5E9535735}"/>
              </a:ext>
            </a:extLst>
          </p:cNvPr>
          <p:cNvSpPr>
            <a:spLocks noGrp="1"/>
          </p:cNvSpPr>
          <p:nvPr>
            <p:ph type="title"/>
          </p:nvPr>
        </p:nvSpPr>
        <p:spPr>
          <a:xfrm>
            <a:off x="1523999" y="1180494"/>
            <a:ext cx="9144000" cy="2387600"/>
          </a:xfrm>
        </p:spPr>
        <p:txBody>
          <a:bodyPr vert="horz" lIns="91440" tIns="45720" rIns="91440" bIns="45720" rtlCol="0" anchor="b">
            <a:normAutofit/>
          </a:bodyPr>
          <a:lstStyle/>
          <a:p>
            <a:pPr algn="ctr"/>
            <a:r>
              <a:rPr lang="en-US" sz="3500" kern="1200" dirty="0">
                <a:solidFill>
                  <a:schemeClr val="tx1"/>
                </a:solidFill>
                <a:latin typeface="+mj-lt"/>
                <a:ea typeface="+mj-ea"/>
                <a:cs typeface="+mj-cs"/>
              </a:rPr>
              <a:t>Website: </a:t>
            </a:r>
            <a:r>
              <a:rPr lang="en-US" sz="3500" kern="1200" dirty="0">
                <a:solidFill>
                  <a:srgbClr val="0070C0"/>
                </a:solidFill>
                <a:latin typeface="+mj-lt"/>
                <a:ea typeface="+mj-ea"/>
                <a:cs typeface="+mj-cs"/>
                <a:hlinkClick r:id="rId2">
                  <a:extLst>
                    <a:ext uri="{A12FA001-AC4F-418D-AE19-62706E023703}">
                      <ahyp:hlinkClr xmlns:ahyp="http://schemas.microsoft.com/office/drawing/2018/hyperlinkcolor" val="tx"/>
                    </a:ext>
                  </a:extLst>
                </a:hlinkClick>
              </a:rPr>
              <a:t>https://jjdeuce06.github.io/VulcanActivityTracker/</a:t>
            </a:r>
            <a:endParaRPr lang="en-US" sz="3500" kern="1200" dirty="0">
              <a:solidFill>
                <a:srgbClr val="0070C0"/>
              </a:solidFill>
              <a:latin typeface="+mj-lt"/>
              <a:ea typeface="+mj-ea"/>
              <a:cs typeface="+mj-cs"/>
            </a:endParaRP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1983173"/>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B2D1F"/>
      </a:accent4>
      <a:accent5>
        <a:srgbClr val="918485"/>
      </a:accent5>
      <a:accent6>
        <a:srgbClr val="855D5D"/>
      </a:accent6>
      <a:hlink>
        <a:srgbClr val="CC9900"/>
      </a:hlink>
      <a:folHlink>
        <a:srgbClr val="96A9A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713</TotalTime>
  <Words>221</Words>
  <Application>Microsoft Office PowerPoint</Application>
  <PresentationFormat>Widescreen</PresentationFormat>
  <Paragraphs>33</Paragraphs>
  <Slides>14</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Vulcan Activity Tracker</vt:lpstr>
      <vt:lpstr>Project Description</vt:lpstr>
      <vt:lpstr>PowerPoint Presentation</vt:lpstr>
      <vt:lpstr>Challenges </vt:lpstr>
      <vt:lpstr> Progress </vt:lpstr>
      <vt:lpstr>PowerPoint Presentation</vt:lpstr>
      <vt:lpstr>PowerPoint Presentation</vt:lpstr>
      <vt:lpstr>PowerPoint Presentation</vt:lpstr>
      <vt:lpstr>PowerPoint Presentation</vt:lpstr>
      <vt:lpstr>PowerPoint Presentation</vt:lpstr>
      <vt:lpstr>Teams Page</vt:lpstr>
      <vt:lpstr>Week 12 Plan</vt:lpstr>
      <vt:lpstr>Planning</vt:lpstr>
      <vt:lpstr>Website: https://jjdeuce06.github.io/VulcanActivityTracker/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Margo Bonal</dc:creator>
  <cp:lastModifiedBy>Margo Bonal</cp:lastModifiedBy>
  <cp:revision>10</cp:revision>
  <dcterms:created xsi:type="dcterms:W3CDTF">2026-01-22T18:57:02Z</dcterms:created>
  <dcterms:modified xsi:type="dcterms:W3CDTF">2026-03-30T01:10:25Z</dcterms:modified>
</cp:coreProperties>
</file>