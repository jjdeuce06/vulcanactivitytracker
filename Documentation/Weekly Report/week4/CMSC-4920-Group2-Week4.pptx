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1"/>
  </p:sldMasterIdLst>
  <p:sldIdLst>
    <p:sldId id="256" r:id="rId2"/>
    <p:sldId id="258" r:id="rId3"/>
    <p:sldId id="260" r:id="rId4"/>
    <p:sldId id="266" r:id="rId5"/>
    <p:sldId id="259" r:id="rId6"/>
    <p:sldId id="265" r:id="rId7"/>
    <p:sldId id="267"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B362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Gerega" userId="bd3e1e46fb6a714b" providerId="LiveId" clId="{45F0C402-C550-4C82-B31D-5B32217A5E94}"/>
    <pc:docChg chg="custSel addSld modSld addMainMaster delMainMaster">
      <pc:chgData name="John Gerega" userId="bd3e1e46fb6a714b" providerId="LiveId" clId="{45F0C402-C550-4C82-B31D-5B32217A5E94}" dt="2026-02-13T20:54:44.180" v="1470" actId="20577"/>
      <pc:docMkLst>
        <pc:docMk/>
      </pc:docMkLst>
      <pc:sldChg chg="addSp modSp mod setBg modClrScheme addAnim setClrOvrMap chgLayout">
        <pc:chgData name="John Gerega" userId="bd3e1e46fb6a714b" providerId="LiveId" clId="{45F0C402-C550-4C82-B31D-5B32217A5E94}" dt="2026-02-02T20:35:33.043" v="127" actId="20577"/>
        <pc:sldMkLst>
          <pc:docMk/>
          <pc:sldMk cId="4082599719" sldId="256"/>
        </pc:sldMkLst>
        <pc:spChg chg="mod">
          <ac:chgData name="John Gerega" userId="bd3e1e46fb6a714b" providerId="LiveId" clId="{45F0C402-C550-4C82-B31D-5B32217A5E94}" dt="2026-02-02T20:33:55.195" v="25" actId="26606"/>
          <ac:spMkLst>
            <pc:docMk/>
            <pc:sldMk cId="4082599719" sldId="256"/>
            <ac:spMk id="2" creationId="{1DCB08A9-9D49-7FE1-6F2A-E39642A502B2}"/>
          </ac:spMkLst>
        </pc:spChg>
        <pc:spChg chg="mod">
          <ac:chgData name="John Gerega" userId="bd3e1e46fb6a714b" providerId="LiveId" clId="{45F0C402-C550-4C82-B31D-5B32217A5E94}" dt="2026-02-02T20:35:33.043" v="127" actId="20577"/>
          <ac:spMkLst>
            <pc:docMk/>
            <pc:sldMk cId="4082599719" sldId="256"/>
            <ac:spMk id="3" creationId="{3FCEC20E-E2EC-8210-59DB-3F89C20EC0D0}"/>
          </ac:spMkLst>
        </pc:spChg>
        <pc:spChg chg="add">
          <ac:chgData name="John Gerega" userId="bd3e1e46fb6a714b" providerId="LiveId" clId="{45F0C402-C550-4C82-B31D-5B32217A5E94}" dt="2026-02-02T20:33:55.195" v="25" actId="26606"/>
          <ac:spMkLst>
            <pc:docMk/>
            <pc:sldMk cId="4082599719" sldId="256"/>
            <ac:spMk id="9" creationId="{B7E2F724-2FB3-4D1D-A730-739B8654C030}"/>
          </ac:spMkLst>
        </pc:spChg>
        <pc:spChg chg="add">
          <ac:chgData name="John Gerega" userId="bd3e1e46fb6a714b" providerId="LiveId" clId="{45F0C402-C550-4C82-B31D-5B32217A5E94}" dt="2026-02-02T20:33:55.195" v="25" actId="26606"/>
          <ac:spMkLst>
            <pc:docMk/>
            <pc:sldMk cId="4082599719" sldId="256"/>
            <ac:spMk id="11" creationId="{B2C335F7-F61C-4EB4-80F2-4B1438FE66BB}"/>
          </ac:spMkLst>
        </pc:spChg>
        <pc:picChg chg="add">
          <ac:chgData name="John Gerega" userId="bd3e1e46fb6a714b" providerId="LiveId" clId="{45F0C402-C550-4C82-B31D-5B32217A5E94}" dt="2026-02-02T20:33:55.195" v="25" actId="26606"/>
          <ac:picMkLst>
            <pc:docMk/>
            <pc:sldMk cId="4082599719" sldId="256"/>
            <ac:picMk id="4" creationId="{88A7FD75-C4AD-D30D-B94B-BD1AB1F578FB}"/>
          </ac:picMkLst>
        </pc:picChg>
      </pc:sldChg>
      <pc:sldChg chg="modSp new mod">
        <pc:chgData name="John Gerega" userId="bd3e1e46fb6a714b" providerId="LiveId" clId="{45F0C402-C550-4C82-B31D-5B32217A5E94}" dt="2026-02-11T19:17:57.623" v="894" actId="20577"/>
        <pc:sldMkLst>
          <pc:docMk/>
          <pc:sldMk cId="15834778" sldId="258"/>
        </pc:sldMkLst>
        <pc:spChg chg="mod">
          <ac:chgData name="John Gerega" userId="bd3e1e46fb6a714b" providerId="LiveId" clId="{45F0C402-C550-4C82-B31D-5B32217A5E94}" dt="2026-02-02T20:35:58.107" v="152" actId="20577"/>
          <ac:spMkLst>
            <pc:docMk/>
            <pc:sldMk cId="15834778" sldId="258"/>
            <ac:spMk id="2" creationId="{35C0BA1F-8652-616C-B849-958E03EB7225}"/>
          </ac:spMkLst>
        </pc:spChg>
        <pc:spChg chg="mod">
          <ac:chgData name="John Gerega" userId="bd3e1e46fb6a714b" providerId="LiveId" clId="{45F0C402-C550-4C82-B31D-5B32217A5E94}" dt="2026-02-02T20:36:03.278" v="157" actId="20577"/>
          <ac:spMkLst>
            <pc:docMk/>
            <pc:sldMk cId="15834778" sldId="258"/>
            <ac:spMk id="3" creationId="{431AAD74-EB12-B48B-A428-3AE3FFD4726C}"/>
          </ac:spMkLst>
        </pc:spChg>
        <pc:spChg chg="mod">
          <ac:chgData name="John Gerega" userId="bd3e1e46fb6a714b" providerId="LiveId" clId="{45F0C402-C550-4C82-B31D-5B32217A5E94}" dt="2026-02-11T19:17:57.623" v="894" actId="20577"/>
          <ac:spMkLst>
            <pc:docMk/>
            <pc:sldMk cId="15834778" sldId="258"/>
            <ac:spMk id="4" creationId="{E561C6AA-9902-DF8F-9362-2CB01093FE3C}"/>
          </ac:spMkLst>
        </pc:spChg>
      </pc:sldChg>
      <pc:sldChg chg="modSp new mod">
        <pc:chgData name="John Gerega" userId="bd3e1e46fb6a714b" providerId="LiveId" clId="{45F0C402-C550-4C82-B31D-5B32217A5E94}" dt="2026-02-02T20:40:18.617" v="618" actId="20577"/>
        <pc:sldMkLst>
          <pc:docMk/>
          <pc:sldMk cId="1619079604" sldId="259"/>
        </pc:sldMkLst>
        <pc:spChg chg="mod">
          <ac:chgData name="John Gerega" userId="bd3e1e46fb6a714b" providerId="LiveId" clId="{45F0C402-C550-4C82-B31D-5B32217A5E94}" dt="2026-02-02T20:40:18.617" v="618" actId="20577"/>
          <ac:spMkLst>
            <pc:docMk/>
            <pc:sldMk cId="1619079604" sldId="259"/>
            <ac:spMk id="2" creationId="{6AEF2B38-CEDA-4975-20B3-61F49EDAA71B}"/>
          </ac:spMkLst>
        </pc:spChg>
      </pc:sldChg>
      <pc:sldChg chg="modSp mod">
        <pc:chgData name="John Gerega" userId="bd3e1e46fb6a714b" providerId="LiveId" clId="{45F0C402-C550-4C82-B31D-5B32217A5E94}" dt="2026-02-13T20:54:44.180" v="1470" actId="20577"/>
        <pc:sldMkLst>
          <pc:docMk/>
          <pc:sldMk cId="3161600005" sldId="260"/>
        </pc:sldMkLst>
        <pc:spChg chg="mod">
          <ac:chgData name="John Gerega" userId="bd3e1e46fb6a714b" providerId="LiveId" clId="{45F0C402-C550-4C82-B31D-5B32217A5E94}" dt="2026-02-11T19:18:59.216" v="1110" actId="20577"/>
          <ac:spMkLst>
            <pc:docMk/>
            <pc:sldMk cId="3161600005" sldId="260"/>
            <ac:spMk id="4" creationId="{776ECB18-DBAF-2BDD-C40E-4EABB40220F0}"/>
          </ac:spMkLst>
        </pc:spChg>
        <pc:spChg chg="mod">
          <ac:chgData name="John Gerega" userId="bd3e1e46fb6a714b" providerId="LiveId" clId="{45F0C402-C550-4C82-B31D-5B32217A5E94}" dt="2026-02-13T20:54:44.180" v="1470" actId="20577"/>
          <ac:spMkLst>
            <pc:docMk/>
            <pc:sldMk cId="3161600005" sldId="260"/>
            <ac:spMk id="6" creationId="{088E4DDC-393B-1288-15A0-F2DC55C7EA64}"/>
          </ac:spMkLst>
        </pc:spChg>
      </pc:sldChg>
      <pc:sldChg chg="modSp mod">
        <pc:chgData name="John Gerega" userId="bd3e1e46fb6a714b" providerId="LiveId" clId="{45F0C402-C550-4C82-B31D-5B32217A5E94}" dt="2026-02-11T19:22:29.161" v="1220" actId="20577"/>
        <pc:sldMkLst>
          <pc:docMk/>
          <pc:sldMk cId="908531274" sldId="265"/>
        </pc:sldMkLst>
        <pc:spChg chg="mod">
          <ac:chgData name="John Gerega" userId="bd3e1e46fb6a714b" providerId="LiveId" clId="{45F0C402-C550-4C82-B31D-5B32217A5E94}" dt="2026-02-11T19:19:06.732" v="1112" actId="20577"/>
          <ac:spMkLst>
            <pc:docMk/>
            <pc:sldMk cId="908531274" sldId="265"/>
            <ac:spMk id="2" creationId="{9CD0FCC9-9B2B-2FB9-60E5-72F1827F24DF}"/>
          </ac:spMkLst>
        </pc:spChg>
        <pc:graphicFrameChg chg="modGraphic">
          <ac:chgData name="John Gerega" userId="bd3e1e46fb6a714b" providerId="LiveId" clId="{45F0C402-C550-4C82-B31D-5B32217A5E94}" dt="2026-02-11T19:22:29.161" v="1220" actId="20577"/>
          <ac:graphicFrameMkLst>
            <pc:docMk/>
            <pc:sldMk cId="908531274" sldId="265"/>
            <ac:graphicFrameMk id="23" creationId="{44CD89A8-8DA1-F116-3D4F-01244121EF2F}"/>
          </ac:graphicFrameMkLst>
        </pc:graphicFrameChg>
      </pc:sldChg>
      <pc:sldChg chg="new">
        <pc:chgData name="John Gerega" userId="bd3e1e46fb6a714b" providerId="LiveId" clId="{45F0C402-C550-4C82-B31D-5B32217A5E94}" dt="2026-02-09T15:55:13.147" v="700" actId="680"/>
        <pc:sldMkLst>
          <pc:docMk/>
          <pc:sldMk cId="1387929111" sldId="267"/>
        </pc:sldMkLst>
      </pc:sldChg>
      <pc:sldMasterChg chg="add addSldLayout">
        <pc:chgData name="John Gerega" userId="bd3e1e46fb6a714b" providerId="LiveId" clId="{45F0C402-C550-4C82-B31D-5B32217A5E94}" dt="2026-02-02T20:33:55.195" v="25" actId="26606"/>
        <pc:sldMasterMkLst>
          <pc:docMk/>
          <pc:sldMasterMk cId="2277188416" sldId="2147483686"/>
        </pc:sldMasterMkLst>
        <pc:sldLayoutChg chg="add">
          <pc:chgData name="John Gerega" userId="bd3e1e46fb6a714b" providerId="LiveId" clId="{45F0C402-C550-4C82-B31D-5B32217A5E94}" dt="2026-02-02T20:33:55.195" v="25" actId="26606"/>
          <pc:sldLayoutMkLst>
            <pc:docMk/>
            <pc:sldMasterMk cId="2277188416" sldId="2147483686"/>
            <pc:sldLayoutMk cId="3320327472" sldId="2147483675"/>
          </pc:sldLayoutMkLst>
        </pc:sldLayoutChg>
        <pc:sldLayoutChg chg="add">
          <pc:chgData name="John Gerega" userId="bd3e1e46fb6a714b" providerId="LiveId" clId="{45F0C402-C550-4C82-B31D-5B32217A5E94}" dt="2026-02-02T20:33:55.195" v="25" actId="26606"/>
          <pc:sldLayoutMkLst>
            <pc:docMk/>
            <pc:sldMasterMk cId="2277188416" sldId="2147483686"/>
            <pc:sldLayoutMk cId="1877383696" sldId="2147483676"/>
          </pc:sldLayoutMkLst>
        </pc:sldLayoutChg>
        <pc:sldLayoutChg chg="add">
          <pc:chgData name="John Gerega" userId="bd3e1e46fb6a714b" providerId="LiveId" clId="{45F0C402-C550-4C82-B31D-5B32217A5E94}" dt="2026-02-02T20:33:55.195" v="25" actId="26606"/>
          <pc:sldLayoutMkLst>
            <pc:docMk/>
            <pc:sldMasterMk cId="2277188416" sldId="2147483686"/>
            <pc:sldLayoutMk cId="2196479191" sldId="2147483677"/>
          </pc:sldLayoutMkLst>
        </pc:sldLayoutChg>
        <pc:sldLayoutChg chg="add">
          <pc:chgData name="John Gerega" userId="bd3e1e46fb6a714b" providerId="LiveId" clId="{45F0C402-C550-4C82-B31D-5B32217A5E94}" dt="2026-02-02T20:33:55.195" v="25" actId="26606"/>
          <pc:sldLayoutMkLst>
            <pc:docMk/>
            <pc:sldMasterMk cId="2277188416" sldId="2147483686"/>
            <pc:sldLayoutMk cId="3346899338" sldId="2147483678"/>
          </pc:sldLayoutMkLst>
        </pc:sldLayoutChg>
        <pc:sldLayoutChg chg="add">
          <pc:chgData name="John Gerega" userId="bd3e1e46fb6a714b" providerId="LiveId" clId="{45F0C402-C550-4C82-B31D-5B32217A5E94}" dt="2026-02-02T20:33:55.195" v="25" actId="26606"/>
          <pc:sldLayoutMkLst>
            <pc:docMk/>
            <pc:sldMasterMk cId="2277188416" sldId="2147483686"/>
            <pc:sldLayoutMk cId="2346954145" sldId="2147483679"/>
          </pc:sldLayoutMkLst>
        </pc:sldLayoutChg>
        <pc:sldLayoutChg chg="add">
          <pc:chgData name="John Gerega" userId="bd3e1e46fb6a714b" providerId="LiveId" clId="{45F0C402-C550-4C82-B31D-5B32217A5E94}" dt="2026-02-02T20:33:55.195" v="25" actId="26606"/>
          <pc:sldLayoutMkLst>
            <pc:docMk/>
            <pc:sldMasterMk cId="2277188416" sldId="2147483686"/>
            <pc:sldLayoutMk cId="1161231552" sldId="2147483680"/>
          </pc:sldLayoutMkLst>
        </pc:sldLayoutChg>
        <pc:sldLayoutChg chg="add">
          <pc:chgData name="John Gerega" userId="bd3e1e46fb6a714b" providerId="LiveId" clId="{45F0C402-C550-4C82-B31D-5B32217A5E94}" dt="2026-02-02T20:33:55.195" v="25" actId="26606"/>
          <pc:sldLayoutMkLst>
            <pc:docMk/>
            <pc:sldMasterMk cId="2277188416" sldId="2147483686"/>
            <pc:sldLayoutMk cId="430509238" sldId="2147483681"/>
          </pc:sldLayoutMkLst>
        </pc:sldLayoutChg>
        <pc:sldLayoutChg chg="add">
          <pc:chgData name="John Gerega" userId="bd3e1e46fb6a714b" providerId="LiveId" clId="{45F0C402-C550-4C82-B31D-5B32217A5E94}" dt="2026-02-02T20:33:55.195" v="25" actId="26606"/>
          <pc:sldLayoutMkLst>
            <pc:docMk/>
            <pc:sldMasterMk cId="2277188416" sldId="2147483686"/>
            <pc:sldLayoutMk cId="1144109887" sldId="2147483682"/>
          </pc:sldLayoutMkLst>
        </pc:sldLayoutChg>
        <pc:sldLayoutChg chg="add">
          <pc:chgData name="John Gerega" userId="bd3e1e46fb6a714b" providerId="LiveId" clId="{45F0C402-C550-4C82-B31D-5B32217A5E94}" dt="2026-02-02T20:33:55.195" v="25" actId="26606"/>
          <pc:sldLayoutMkLst>
            <pc:docMk/>
            <pc:sldMasterMk cId="2277188416" sldId="2147483686"/>
            <pc:sldLayoutMk cId="1488737144" sldId="2147483683"/>
          </pc:sldLayoutMkLst>
        </pc:sldLayoutChg>
        <pc:sldLayoutChg chg="add">
          <pc:chgData name="John Gerega" userId="bd3e1e46fb6a714b" providerId="LiveId" clId="{45F0C402-C550-4C82-B31D-5B32217A5E94}" dt="2026-02-02T20:33:55.195" v="25" actId="26606"/>
          <pc:sldLayoutMkLst>
            <pc:docMk/>
            <pc:sldMasterMk cId="2277188416" sldId="2147483686"/>
            <pc:sldLayoutMk cId="2356902003" sldId="2147483684"/>
          </pc:sldLayoutMkLst>
        </pc:sldLayoutChg>
        <pc:sldLayoutChg chg="add">
          <pc:chgData name="John Gerega" userId="bd3e1e46fb6a714b" providerId="LiveId" clId="{45F0C402-C550-4C82-B31D-5B32217A5E94}" dt="2026-02-02T20:33:55.195" v="25" actId="26606"/>
          <pc:sldLayoutMkLst>
            <pc:docMk/>
            <pc:sldMasterMk cId="2277188416" sldId="2147483686"/>
            <pc:sldLayoutMk cId="3783778473" sldId="2147483685"/>
          </pc:sldLayoutMkLst>
        </pc:sldLayoutChg>
      </pc:sldMasterChg>
    </pc:docChg>
  </pc:docChgLst>
  <pc:docChgLst>
    <pc:chgData name="Margo Bonal" userId="18c9fa0f-b53d-478b-9dc0-6ad88786c19f" providerId="ADAL" clId="{93D479E5-F67F-4B8A-A78F-A0B574A116B6}"/>
    <pc:docChg chg="undo custSel addSld delSld modSld">
      <pc:chgData name="Margo Bonal" userId="18c9fa0f-b53d-478b-9dc0-6ad88786c19f" providerId="ADAL" clId="{93D479E5-F67F-4B8A-A78F-A0B574A116B6}" dt="2026-02-08T18:38:49.546" v="1128" actId="20577"/>
      <pc:docMkLst>
        <pc:docMk/>
      </pc:docMkLst>
      <pc:sldChg chg="modSp mod">
        <pc:chgData name="Margo Bonal" userId="18c9fa0f-b53d-478b-9dc0-6ad88786c19f" providerId="ADAL" clId="{93D479E5-F67F-4B8A-A78F-A0B574A116B6}" dt="2026-02-08T13:51:50.428" v="748" actId="20577"/>
        <pc:sldMkLst>
          <pc:docMk/>
          <pc:sldMk cId="15834778" sldId="258"/>
        </pc:sldMkLst>
        <pc:spChg chg="mod">
          <ac:chgData name="Margo Bonal" userId="18c9fa0f-b53d-478b-9dc0-6ad88786c19f" providerId="ADAL" clId="{93D479E5-F67F-4B8A-A78F-A0B574A116B6}" dt="2026-02-08T13:51:50.428" v="748" actId="20577"/>
          <ac:spMkLst>
            <pc:docMk/>
            <pc:sldMk cId="15834778" sldId="258"/>
            <ac:spMk id="4" creationId="{E561C6AA-9902-DF8F-9362-2CB01093FE3C}"/>
          </ac:spMkLst>
        </pc:spChg>
      </pc:sldChg>
      <pc:sldChg chg="addSp delSp modSp mod setBg addAnim delAnim">
        <pc:chgData name="Margo Bonal" userId="18c9fa0f-b53d-478b-9dc0-6ad88786c19f" providerId="ADAL" clId="{93D479E5-F67F-4B8A-A78F-A0B574A116B6}" dt="2026-02-03T23:01:29.897" v="9" actId="14100"/>
        <pc:sldMkLst>
          <pc:docMk/>
          <pc:sldMk cId="1619079604" sldId="259"/>
        </pc:sldMkLst>
        <pc:spChg chg="mod">
          <ac:chgData name="Margo Bonal" userId="18c9fa0f-b53d-478b-9dc0-6ad88786c19f" providerId="ADAL" clId="{93D479E5-F67F-4B8A-A78F-A0B574A116B6}" dt="2026-02-03T23:01:21.843" v="7" actId="26606"/>
          <ac:spMkLst>
            <pc:docMk/>
            <pc:sldMk cId="1619079604" sldId="259"/>
            <ac:spMk id="2" creationId="{6AEF2B38-CEDA-4975-20B3-61F49EDAA71B}"/>
          </ac:spMkLst>
        </pc:spChg>
        <pc:picChg chg="add mod">
          <ac:chgData name="Margo Bonal" userId="18c9fa0f-b53d-478b-9dc0-6ad88786c19f" providerId="ADAL" clId="{93D479E5-F67F-4B8A-A78F-A0B574A116B6}" dt="2026-02-03T23:01:29.897" v="9" actId="14100"/>
          <ac:picMkLst>
            <pc:docMk/>
            <pc:sldMk cId="1619079604" sldId="259"/>
            <ac:picMk id="6" creationId="{6D225721-0D4B-0F5E-1772-DBEBF94E117B}"/>
          </ac:picMkLst>
        </pc:picChg>
      </pc:sldChg>
      <pc:sldChg chg="modSp mod">
        <pc:chgData name="Margo Bonal" userId="18c9fa0f-b53d-478b-9dc0-6ad88786c19f" providerId="ADAL" clId="{93D479E5-F67F-4B8A-A78F-A0B574A116B6}" dt="2026-02-08T13:52:54.191" v="864" actId="313"/>
        <pc:sldMkLst>
          <pc:docMk/>
          <pc:sldMk cId="3161600005" sldId="260"/>
        </pc:sldMkLst>
        <pc:spChg chg="mod">
          <ac:chgData name="Margo Bonal" userId="18c9fa0f-b53d-478b-9dc0-6ad88786c19f" providerId="ADAL" clId="{93D479E5-F67F-4B8A-A78F-A0B574A116B6}" dt="2026-02-08T13:52:30.423" v="801" actId="20577"/>
          <ac:spMkLst>
            <pc:docMk/>
            <pc:sldMk cId="3161600005" sldId="260"/>
            <ac:spMk id="4" creationId="{776ECB18-DBAF-2BDD-C40E-4EABB40220F0}"/>
          </ac:spMkLst>
        </pc:spChg>
        <pc:spChg chg="mod">
          <ac:chgData name="Margo Bonal" userId="18c9fa0f-b53d-478b-9dc0-6ad88786c19f" providerId="ADAL" clId="{93D479E5-F67F-4B8A-A78F-A0B574A116B6}" dt="2026-02-08T13:52:54.191" v="864" actId="313"/>
          <ac:spMkLst>
            <pc:docMk/>
            <pc:sldMk cId="3161600005" sldId="260"/>
            <ac:spMk id="6" creationId="{088E4DDC-393B-1288-15A0-F2DC55C7EA64}"/>
          </ac:spMkLst>
        </pc:spChg>
      </pc:sldChg>
      <pc:sldChg chg="addSp modSp mod setBg">
        <pc:chgData name="Margo Bonal" userId="18c9fa0f-b53d-478b-9dc0-6ad88786c19f" providerId="ADAL" clId="{93D479E5-F67F-4B8A-A78F-A0B574A116B6}" dt="2026-02-08T13:57:07.036" v="892" actId="12100"/>
        <pc:sldMkLst>
          <pc:docMk/>
          <pc:sldMk cId="908531274" sldId="265"/>
        </pc:sldMkLst>
        <pc:spChg chg="mod">
          <ac:chgData name="Margo Bonal" userId="18c9fa0f-b53d-478b-9dc0-6ad88786c19f" providerId="ADAL" clId="{93D479E5-F67F-4B8A-A78F-A0B574A116B6}" dt="2026-02-08T13:55:15.747" v="889" actId="26606"/>
          <ac:spMkLst>
            <pc:docMk/>
            <pc:sldMk cId="908531274" sldId="265"/>
            <ac:spMk id="2" creationId="{9CD0FCC9-9B2B-2FB9-60E5-72F1827F24DF}"/>
          </ac:spMkLst>
        </pc:spChg>
        <pc:spChg chg="add">
          <ac:chgData name="Margo Bonal" userId="18c9fa0f-b53d-478b-9dc0-6ad88786c19f" providerId="ADAL" clId="{93D479E5-F67F-4B8A-A78F-A0B574A116B6}" dt="2026-02-08T13:55:15.747" v="889" actId="26606"/>
          <ac:spMkLst>
            <pc:docMk/>
            <pc:sldMk cId="908531274" sldId="265"/>
            <ac:spMk id="28" creationId="{817D949E-564D-4503-A64E-D22FA3232C29}"/>
          </ac:spMkLst>
        </pc:spChg>
        <pc:spChg chg="add">
          <ac:chgData name="Margo Bonal" userId="18c9fa0f-b53d-478b-9dc0-6ad88786c19f" providerId="ADAL" clId="{93D479E5-F67F-4B8A-A78F-A0B574A116B6}" dt="2026-02-08T13:55:15.747" v="889" actId="26606"/>
          <ac:spMkLst>
            <pc:docMk/>
            <pc:sldMk cId="908531274" sldId="265"/>
            <ac:spMk id="30" creationId="{92BE0106-0C20-465B-A1BE-0BAC2737B1AD}"/>
          </ac:spMkLst>
        </pc:spChg>
        <pc:spChg chg="add">
          <ac:chgData name="Margo Bonal" userId="18c9fa0f-b53d-478b-9dc0-6ad88786c19f" providerId="ADAL" clId="{93D479E5-F67F-4B8A-A78F-A0B574A116B6}" dt="2026-02-08T13:55:15.747" v="889" actId="26606"/>
          <ac:spMkLst>
            <pc:docMk/>
            <pc:sldMk cId="908531274" sldId="265"/>
            <ac:spMk id="32" creationId="{851808AB-2943-464C-A710-F2A18D869334}"/>
          </ac:spMkLst>
        </pc:spChg>
        <pc:graphicFrameChg chg="mod modGraphic">
          <ac:chgData name="Margo Bonal" userId="18c9fa0f-b53d-478b-9dc0-6ad88786c19f" providerId="ADAL" clId="{93D479E5-F67F-4B8A-A78F-A0B574A116B6}" dt="2026-02-08T13:57:07.036" v="892" actId="12100"/>
          <ac:graphicFrameMkLst>
            <pc:docMk/>
            <pc:sldMk cId="908531274" sldId="265"/>
            <ac:graphicFrameMk id="23" creationId="{44CD89A8-8DA1-F116-3D4F-01244121EF2F}"/>
          </ac:graphicFrameMkLst>
        </pc:graphicFrameChg>
      </pc:sldChg>
      <pc:sldChg chg="addSp delSp modSp new mod setBg">
        <pc:chgData name="Margo Bonal" userId="18c9fa0f-b53d-478b-9dc0-6ad88786c19f" providerId="ADAL" clId="{93D479E5-F67F-4B8A-A78F-A0B574A116B6}" dt="2026-02-08T18:38:49.546" v="1128" actId="20577"/>
        <pc:sldMkLst>
          <pc:docMk/>
          <pc:sldMk cId="4227096544" sldId="266"/>
        </pc:sldMkLst>
        <pc:spChg chg="mod">
          <ac:chgData name="Margo Bonal" userId="18c9fa0f-b53d-478b-9dc0-6ad88786c19f" providerId="ADAL" clId="{93D479E5-F67F-4B8A-A78F-A0B574A116B6}" dt="2026-02-08T18:38:49.546" v="1128" actId="20577"/>
          <ac:spMkLst>
            <pc:docMk/>
            <pc:sldMk cId="4227096544" sldId="266"/>
            <ac:spMk id="2" creationId="{6E9A9E5D-07AB-E926-5C64-E2F9B691E543}"/>
          </ac:spMkLst>
        </pc:spChg>
        <pc:spChg chg="add">
          <ac:chgData name="Margo Bonal" userId="18c9fa0f-b53d-478b-9dc0-6ad88786c19f" providerId="ADAL" clId="{93D479E5-F67F-4B8A-A78F-A0B574A116B6}" dt="2026-02-08T18:35:30.335" v="1122" actId="26606"/>
          <ac:spMkLst>
            <pc:docMk/>
            <pc:sldMk cId="4227096544" sldId="266"/>
            <ac:spMk id="10" creationId="{774A975B-A886-5202-0489-6965514A0D14}"/>
          </ac:spMkLst>
        </pc:spChg>
        <pc:spChg chg="add">
          <ac:chgData name="Margo Bonal" userId="18c9fa0f-b53d-478b-9dc0-6ad88786c19f" providerId="ADAL" clId="{93D479E5-F67F-4B8A-A78F-A0B574A116B6}" dt="2026-02-08T18:35:30.335" v="1122" actId="26606"/>
          <ac:spMkLst>
            <pc:docMk/>
            <pc:sldMk cId="4227096544" sldId="266"/>
            <ac:spMk id="12" creationId="{E8BAA160-18A6-38AE-4699-2AD01EF53C77}"/>
          </ac:spMkLst>
        </pc:spChg>
        <pc:spChg chg="add">
          <ac:chgData name="Margo Bonal" userId="18c9fa0f-b53d-478b-9dc0-6ad88786c19f" providerId="ADAL" clId="{93D479E5-F67F-4B8A-A78F-A0B574A116B6}" dt="2026-02-08T18:35:30.335" v="1122" actId="26606"/>
          <ac:spMkLst>
            <pc:docMk/>
            <pc:sldMk cId="4227096544" sldId="266"/>
            <ac:spMk id="14" creationId="{04213918-F1EB-4BCE-BE23-F5E9851EE05C}"/>
          </ac:spMkLst>
        </pc:spChg>
        <pc:spChg chg="add">
          <ac:chgData name="Margo Bonal" userId="18c9fa0f-b53d-478b-9dc0-6ad88786c19f" providerId="ADAL" clId="{93D479E5-F67F-4B8A-A78F-A0B574A116B6}" dt="2026-02-08T18:35:30.335" v="1122" actId="26606"/>
          <ac:spMkLst>
            <pc:docMk/>
            <pc:sldMk cId="4227096544" sldId="266"/>
            <ac:spMk id="16" creationId="{2062E862-C7F7-4CA1-B929-D0B75F5E9FB9}"/>
          </ac:spMkLst>
        </pc:spChg>
        <pc:graphicFrameChg chg="add mod">
          <ac:chgData name="Margo Bonal" userId="18c9fa0f-b53d-478b-9dc0-6ad88786c19f" providerId="ADAL" clId="{93D479E5-F67F-4B8A-A78F-A0B574A116B6}" dt="2026-02-08T18:36:27.854" v="1123" actId="12100"/>
          <ac:graphicFrameMkLst>
            <pc:docMk/>
            <pc:sldMk cId="4227096544" sldId="266"/>
            <ac:graphicFrameMk id="7" creationId="{09FEC443-CB09-EFC4-CCC3-4CB5EB7F2E1D}"/>
          </ac:graphicFrameMkLst>
        </pc:graphicFrameChg>
      </pc:sldChg>
    </pc:docChg>
  </pc:docChgLst>
  <pc:docChgLst>
    <pc:chgData name="Luke ruffing" userId="c83d55373a9d0f60" providerId="LiveId" clId="{7F051426-1AF3-4D06-899D-16659997B519}"/>
    <pc:docChg chg="custSel modSld">
      <pc:chgData name="Luke ruffing" userId="c83d55373a9d0f60" providerId="LiveId" clId="{7F051426-1AF3-4D06-899D-16659997B519}" dt="2026-02-06T23:17:14.450" v="45" actId="5793"/>
      <pc:docMkLst>
        <pc:docMk/>
      </pc:docMkLst>
      <pc:sldChg chg="modSp mod">
        <pc:chgData name="Luke ruffing" userId="c83d55373a9d0f60" providerId="LiveId" clId="{7F051426-1AF3-4D06-899D-16659997B519}" dt="2026-02-06T23:17:14.450" v="45" actId="5793"/>
        <pc:sldMkLst>
          <pc:docMk/>
          <pc:sldMk cId="15834778" sldId="258"/>
        </pc:sldMkLst>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image" Target="../media/image2.png"/><Relationship Id="rId4" Type="http://schemas.openxmlformats.org/officeDocument/2006/relationships/image" Target="../media/image5.svg"/></Relationships>
</file>

<file path=ppt/diagrams/_rels/drawing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image" Target="../media/image2.png"/><Relationship Id="rId4" Type="http://schemas.openxmlformats.org/officeDocument/2006/relationships/image" Target="../media/image5.svg"/></Relationships>
</file>

<file path=ppt/diagrams/colors1.xml><?xml version="1.0" encoding="utf-8"?>
<dgm:colorsDef xmlns:dgm="http://schemas.openxmlformats.org/drawingml/2006/diagram" xmlns:a="http://schemas.openxmlformats.org/drawingml/2006/main" uniqueId="urn:microsoft.com/office/officeart/2005/8/colors/accent3_4">
  <dgm:title val=""/>
  <dgm:desc val=""/>
  <dgm:catLst>
    <dgm:cat type="accent3" pri="11400"/>
  </dgm:catLst>
  <dgm:styleLbl name="node0">
    <dgm:fillClrLst meth="cycle">
      <a:schemeClr val="accent3">
        <a:shade val="60000"/>
      </a:schemeClr>
    </dgm:fillClrLst>
    <dgm:linClrLst meth="repeat">
      <a:schemeClr val="lt1"/>
    </dgm:linClrLst>
    <dgm:effectClrLst/>
    <dgm:txLinClrLst/>
    <dgm:txFillClrLst/>
    <dgm:txEffectClrLst/>
  </dgm:styleLbl>
  <dgm:styleLbl name="node1">
    <dgm:fillClrLst meth="cycle">
      <a:schemeClr val="accent3">
        <a:shade val="50000"/>
      </a:schemeClr>
      <a:schemeClr val="accent3">
        <a:tint val="55000"/>
      </a:schemeClr>
    </dgm:fillClrLst>
    <dgm:linClrLst meth="repeat">
      <a:schemeClr val="lt1"/>
    </dgm:linClrLst>
    <dgm:effectClrLst/>
    <dgm:txLinClrLst/>
    <dgm:txFillClrLst/>
    <dgm:txEffectClrLst/>
  </dgm:styleLbl>
  <dgm:styleLbl name="alignNode1">
    <dgm:fillClrLst meth="cycle">
      <a:schemeClr val="accent3">
        <a:shade val="50000"/>
      </a:schemeClr>
      <a:schemeClr val="accent3">
        <a:tint val="55000"/>
      </a:schemeClr>
    </dgm:fillClrLst>
    <dgm:linClrLst meth="cycle">
      <a:schemeClr val="accent3">
        <a:shade val="50000"/>
      </a:schemeClr>
      <a:schemeClr val="accent3">
        <a:tint val="55000"/>
      </a:schemeClr>
    </dgm:linClrLst>
    <dgm:effectClrLst/>
    <dgm:txLinClrLst/>
    <dgm:txFillClrLst/>
    <dgm:txEffectClrLst/>
  </dgm:styleLbl>
  <dgm:styleLbl name="lnNode1">
    <dgm:fillClrLst meth="cycle">
      <a:schemeClr val="accent3">
        <a:shade val="50000"/>
      </a:schemeClr>
      <a:schemeClr val="accent3">
        <a:tint val="55000"/>
      </a:schemeClr>
    </dgm:fillClrLst>
    <dgm:linClrLst meth="repeat">
      <a:schemeClr val="lt1"/>
    </dgm:linClrLst>
    <dgm:effectClrLst/>
    <dgm:txLinClrLst/>
    <dgm:txFillClrLst/>
    <dgm:txEffectClrLst/>
  </dgm:styleLbl>
  <dgm:styleLbl name="vennNode1">
    <dgm:fillClrLst meth="cycle">
      <a:schemeClr val="accent3">
        <a:shade val="80000"/>
        <a:alpha val="50000"/>
      </a:schemeClr>
      <a:schemeClr val="accent3">
        <a:tint val="50000"/>
        <a:alpha val="50000"/>
      </a:schemeClr>
    </dgm:fillClrLst>
    <dgm:linClrLst meth="repeat">
      <a:schemeClr val="lt1"/>
    </dgm:linClrLst>
    <dgm:effectClrLst/>
    <dgm:txLinClrLst/>
    <dgm:txFillClrLst/>
    <dgm:txEffectClrLst/>
  </dgm:styleLbl>
  <dgm:styleLbl name="node2">
    <dgm:fillClrLst>
      <a:schemeClr val="accent3">
        <a:shade val="80000"/>
      </a:schemeClr>
    </dgm:fillClrLst>
    <dgm:linClrLst meth="repeat">
      <a:schemeClr val="lt1"/>
    </dgm:linClrLst>
    <dgm:effectClrLst/>
    <dgm:txLinClrLst/>
    <dgm:txFillClrLst/>
    <dgm:txEffectClrLst/>
  </dgm:styleLbl>
  <dgm:styleLbl name="node3">
    <dgm:fillClrLst>
      <a:schemeClr val="accent3">
        <a:tint val="99000"/>
      </a:schemeClr>
    </dgm:fillClrLst>
    <dgm:linClrLst meth="repeat">
      <a:schemeClr val="lt1"/>
    </dgm:linClrLst>
    <dgm:effectClrLst/>
    <dgm:txLinClrLst/>
    <dgm:txFillClrLst/>
    <dgm:txEffectClrLst/>
  </dgm:styleLbl>
  <dgm:styleLbl name="node4">
    <dgm:fillClrLst>
      <a:schemeClr val="accent3">
        <a:tint val="70000"/>
      </a:schemeClr>
    </dgm:fillClrLst>
    <dgm:linClrLst meth="repeat">
      <a:schemeClr val="lt1"/>
    </dgm:linClrLst>
    <dgm:effectClrLst/>
    <dgm:txLinClrLst/>
    <dgm:txFillClrLst/>
    <dgm:txEffectClrLst/>
  </dgm:styleLbl>
  <dgm:styleLbl name="fgImgPlace1">
    <dgm:fillClrLst>
      <a:schemeClr val="accent3">
        <a:tint val="50000"/>
      </a:schemeClr>
      <a:schemeClr val="accent3">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3">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3">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3">
        <a:shade val="90000"/>
      </a:schemeClr>
      <a:schemeClr val="accent3">
        <a:tint val="50000"/>
      </a:schemeClr>
    </dgm:fillClrLst>
    <dgm:linClrLst meth="cycle">
      <a:schemeClr val="accent3">
        <a:shade val="90000"/>
      </a:schemeClr>
      <a:schemeClr val="accent3">
        <a:tint val="50000"/>
      </a:schemeClr>
    </dgm:linClrLst>
    <dgm:effectClrLst/>
    <dgm:txLinClrLst/>
    <dgm:txFillClrLst/>
    <dgm:txEffectClrLst/>
  </dgm:styleLbl>
  <dgm:styleLbl name="fgSibTrans2D1">
    <dgm:fillClrLst meth="cycle">
      <a:schemeClr val="accent3">
        <a:shade val="90000"/>
      </a:schemeClr>
      <a:schemeClr val="accent3">
        <a:tint val="50000"/>
      </a:schemeClr>
    </dgm:fillClrLst>
    <dgm:linClrLst meth="cycle">
      <a:schemeClr val="accent3">
        <a:shade val="90000"/>
      </a:schemeClr>
      <a:schemeClr val="accent3">
        <a:tint val="50000"/>
      </a:schemeClr>
    </dgm:linClrLst>
    <dgm:effectClrLst/>
    <dgm:txLinClrLst/>
    <dgm:txFillClrLst/>
    <dgm:txEffectClrLst/>
  </dgm:styleLbl>
  <dgm:styleLbl name="bgSibTrans2D1">
    <dgm:fillClrLst meth="cycle">
      <a:schemeClr val="accent3">
        <a:shade val="90000"/>
      </a:schemeClr>
      <a:schemeClr val="accent3">
        <a:tint val="50000"/>
      </a:schemeClr>
    </dgm:fillClrLst>
    <dgm:linClrLst meth="cycle">
      <a:schemeClr val="accent3">
        <a:shade val="90000"/>
      </a:schemeClr>
      <a:schemeClr val="accent3">
        <a:tint val="50000"/>
      </a:schemeClr>
    </dgm:linClrLst>
    <dgm:effectClrLst/>
    <dgm:txLinClrLst/>
    <dgm:txFillClrLst/>
    <dgm:txEffectClrLst/>
  </dgm:styleLbl>
  <dgm:styleLbl name="sibTrans1D1">
    <dgm:fillClrLst meth="cycle">
      <a:schemeClr val="accent3">
        <a:shade val="90000"/>
      </a:schemeClr>
      <a:schemeClr val="accent3">
        <a:tint val="50000"/>
      </a:schemeClr>
    </dgm:fillClrLst>
    <dgm:linClrLst meth="cycle">
      <a:schemeClr val="accent3">
        <a:shade val="90000"/>
      </a:schemeClr>
      <a:schemeClr val="accent3">
        <a:tint val="50000"/>
      </a:schemeClr>
    </dgm:linClrLst>
    <dgm:effectClrLst/>
    <dgm:txLinClrLst/>
    <dgm:txFillClrLst meth="repeat">
      <a:schemeClr val="tx1"/>
    </dgm:txFillClrLst>
    <dgm:txEffectClrLst/>
  </dgm:styleLbl>
  <dgm:styleLbl name="callout">
    <dgm:fillClrLst meth="repeat">
      <a:schemeClr val="accent3"/>
    </dgm:fillClrLst>
    <dgm:linClrLst meth="repeat">
      <a:schemeClr val="accent3"/>
    </dgm:linClrLst>
    <dgm:effectClrLst/>
    <dgm:txLinClrLst/>
    <dgm:txFillClrLst meth="repeat">
      <a:schemeClr val="tx1"/>
    </dgm:txFillClrLst>
    <dgm:txEffectClrLst/>
  </dgm:styleLbl>
  <dgm:styleLbl name="asst0">
    <dgm:fillClrLst meth="repeat">
      <a:schemeClr val="accent3">
        <a:shade val="80000"/>
      </a:schemeClr>
    </dgm:fillClrLst>
    <dgm:linClrLst meth="repeat">
      <a:schemeClr val="lt1"/>
    </dgm:linClrLst>
    <dgm:effectClrLst/>
    <dgm:txLinClrLst/>
    <dgm:txFillClrLst/>
    <dgm:txEffectClrLst/>
  </dgm:styleLbl>
  <dgm:styleLbl name="asst1">
    <dgm:fillClrLst meth="repeat">
      <a:schemeClr val="accent3">
        <a:shade val="80000"/>
      </a:schemeClr>
    </dgm:fillClrLst>
    <dgm:linClrLst meth="repeat">
      <a:schemeClr val="lt1"/>
    </dgm:linClrLst>
    <dgm:effectClrLst/>
    <dgm:txLinClrLst/>
    <dgm:txFillClrLst/>
    <dgm:txEffectClrLst/>
  </dgm:styleLbl>
  <dgm:styleLbl name="asst2">
    <dgm:fillClrLst>
      <a:schemeClr val="accent3">
        <a:tint val="90000"/>
      </a:schemeClr>
    </dgm:fillClrLst>
    <dgm:linClrLst meth="repeat">
      <a:schemeClr val="lt1"/>
    </dgm:linClrLst>
    <dgm:effectClrLst/>
    <dgm:txLinClrLst/>
    <dgm:txFillClrLst/>
    <dgm:txEffectClrLst/>
  </dgm:styleLbl>
  <dgm:styleLbl name="asst3">
    <dgm:fillClrLst>
      <a:schemeClr val="accent3">
        <a:tint val="70000"/>
      </a:schemeClr>
    </dgm:fillClrLst>
    <dgm:linClrLst meth="repeat">
      <a:schemeClr val="lt1"/>
    </dgm:linClrLst>
    <dgm:effectClrLst/>
    <dgm:txLinClrLst/>
    <dgm:txFillClrLst/>
    <dgm:txEffectClrLst/>
  </dgm:styleLbl>
  <dgm:styleLbl name="asst4">
    <dgm:fillClrLst>
      <a:schemeClr val="accent3">
        <a:tint val="50000"/>
      </a:schemeClr>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shade val="80000"/>
      </a:schemeClr>
    </dgm:linClrLst>
    <dgm:effectClrLst/>
    <dgm:txLinClrLst/>
    <dgm:txFillClrLst/>
    <dgm:txEffectClrLst/>
  </dgm:styleLbl>
  <dgm:styleLbl name="parChTrans2D2">
    <dgm:fillClrLst meth="repeat">
      <a:schemeClr val="accent3">
        <a:tint val="90000"/>
      </a:schemeClr>
    </dgm:fillClrLst>
    <dgm:linClrLst meth="repeat">
      <a:schemeClr val="accent3">
        <a:tint val="90000"/>
      </a:schemeClr>
    </dgm:linClrLst>
    <dgm:effectClrLst/>
    <dgm:txLinClrLst/>
    <dgm:txFillClrLst/>
    <dgm:txEffectClrLst/>
  </dgm:styleLbl>
  <dgm:styleLbl name="parChTrans2D3">
    <dgm:fillClrLst meth="repeat">
      <a:schemeClr val="accent3">
        <a:tint val="70000"/>
      </a:schemeClr>
    </dgm:fillClrLst>
    <dgm:linClrLst meth="repeat">
      <a:schemeClr val="accent3">
        <a:tint val="70000"/>
      </a:schemeClr>
    </dgm:linClrLst>
    <dgm:effectClrLst/>
    <dgm:txLinClrLst/>
    <dgm:txFillClrLst/>
    <dgm:txEffectClrLst/>
  </dgm:styleLbl>
  <dgm:styleLbl name="parChTrans2D4">
    <dgm:fillClrLst meth="repeat">
      <a:schemeClr val="accent3">
        <a:tint val="50000"/>
      </a:schemeClr>
    </dgm:fillClrLst>
    <dgm:linClrLst meth="repeat">
      <a:schemeClr val="accent3">
        <a:tint val="50000"/>
      </a:schemeClr>
    </dgm:linClrLst>
    <dgm:effectClrLst/>
    <dgm:txLinClrLst/>
    <dgm:txFillClrLst meth="repeat">
      <a:schemeClr val="dk1"/>
    </dgm:txFillClrLst>
    <dgm:txEffectClrLst/>
  </dgm:styleLbl>
  <dgm:styleLbl name="parChTrans1D1">
    <dgm:fillClrLst meth="repeat">
      <a:schemeClr val="accent3">
        <a:shade val="80000"/>
      </a:schemeClr>
    </dgm:fillClrLst>
    <dgm:linClrLst meth="repeat">
      <a:schemeClr val="accent3">
        <a:shade val="80000"/>
      </a:schemeClr>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3">
        <a:tint val="90000"/>
      </a:schemeClr>
    </dgm:linClrLst>
    <dgm:effectClrLst/>
    <dgm:txLinClrLst/>
    <dgm:txFillClrLst meth="repeat">
      <a:schemeClr val="tx1"/>
    </dgm:txFillClrLst>
    <dgm:txEffectClrLst/>
  </dgm:styleLbl>
  <dgm:styleLbl name="parChTrans1D3">
    <dgm:fillClrLst meth="repeat">
      <a:schemeClr val="accent3">
        <a:tint val="70000"/>
      </a:schemeClr>
    </dgm:fillClrLst>
    <dgm:linClrLst meth="repeat">
      <a:schemeClr val="accent3">
        <a:tint val="70000"/>
      </a:schemeClr>
    </dgm:linClrLst>
    <dgm:effectClrLst/>
    <dgm:txLinClrLst/>
    <dgm:txFillClrLst meth="repeat">
      <a:schemeClr val="tx1"/>
    </dgm:txFillClrLst>
    <dgm:txEffectClrLst/>
  </dgm:styleLbl>
  <dgm:styleLbl name="parChTrans1D4">
    <dgm:fillClrLst meth="repeat">
      <a:schemeClr val="accent3">
        <a:tint val="50000"/>
      </a:schemeClr>
    </dgm:fillClrLst>
    <dgm:linClrLst meth="repeat">
      <a:schemeClr val="accent3">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3">
        <a:shade val="50000"/>
      </a:schemeClr>
      <a:schemeClr val="accent3">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3">
        <a:shade val="50000"/>
      </a:schemeClr>
      <a:schemeClr val="accent3">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3">
        <a:shade val="50000"/>
      </a:schemeClr>
      <a:schemeClr val="accent3">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3">
        <a:shade val="50000"/>
      </a:schemeClr>
      <a:schemeClr val="accent3">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3">
        <a:shade val="50000"/>
      </a:schemeClr>
      <a:schemeClr val="accent3">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55000"/>
      </a:schemeClr>
    </dgm:fillClrLst>
    <dgm:linClrLst meth="repeat">
      <a:schemeClr val="accent3">
        <a:alpha val="90000"/>
        <a:tint val="55000"/>
      </a:schemeClr>
    </dgm:linClrLst>
    <dgm:effectClrLst/>
    <dgm:txLinClrLst/>
    <dgm:txFillClrLst meth="repeat">
      <a:schemeClr val="dk1"/>
    </dgm:txFillClrLst>
    <dgm:txEffectClrLst/>
  </dgm:styleLbl>
  <dgm:styleLbl name="alignAccFollowNode1">
    <dgm:fillClrLst meth="repeat">
      <a:schemeClr val="accent3">
        <a:alpha val="90000"/>
        <a:tint val="55000"/>
      </a:schemeClr>
    </dgm:fillClrLst>
    <dgm:linClrLst meth="repeat">
      <a:schemeClr val="accent3">
        <a:alpha val="90000"/>
        <a:tint val="55000"/>
      </a:schemeClr>
    </dgm:linClrLst>
    <dgm:effectClrLst/>
    <dgm:txLinClrLst/>
    <dgm:txFillClrLst meth="repeat">
      <a:schemeClr val="dk1"/>
    </dgm:txFillClrLst>
    <dgm:txEffectClrLst/>
  </dgm:styleLbl>
  <dgm:styleLbl name="bgAccFollowNode1">
    <dgm:fillClrLst meth="repeat">
      <a:schemeClr val="accent3">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a:tint val="50000"/>
      </a:schemeClr>
    </dgm:linClrLst>
    <dgm:effectClrLst/>
    <dgm:txLinClrLst/>
    <dgm:txFillClrLst meth="repeat">
      <a:schemeClr val="dk1"/>
    </dgm:txFillClrLst>
    <dgm:txEffectClrLst/>
  </dgm:styleLbl>
  <dgm:styleLbl name="bgShp">
    <dgm:fillClrLst meth="repeat">
      <a:schemeClr val="accent3">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3">
        <a:tint val="50000"/>
        <a:alpha val="55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D9AED39-6EA4-4C8F-8F93-0109BCE29F73}" type="doc">
      <dgm:prSet loTypeId="urn:microsoft.com/office/officeart/2018/2/layout/IconLabelList" loCatId="icon" qsTypeId="urn:microsoft.com/office/officeart/2005/8/quickstyle/simple1" qsCatId="simple" csTypeId="urn:microsoft.com/office/officeart/2005/8/colors/accent3_4" csCatId="accent3" phldr="1"/>
      <dgm:spPr/>
      <dgm:t>
        <a:bodyPr/>
        <a:lstStyle/>
        <a:p>
          <a:endParaRPr lang="en-US"/>
        </a:p>
      </dgm:t>
    </dgm:pt>
    <dgm:pt modelId="{7A943B02-5C04-46D6-A68D-B6CA78642443}">
      <dgm:prSet/>
      <dgm:spPr/>
      <dgm:t>
        <a:bodyPr/>
        <a:lstStyle/>
        <a:p>
          <a:pPr>
            <a:lnSpc>
              <a:spcPct val="100000"/>
            </a:lnSpc>
          </a:pPr>
          <a:r>
            <a:rPr lang="en-US"/>
            <a:t>Vulcan Platform</a:t>
          </a:r>
        </a:p>
      </dgm:t>
    </dgm:pt>
    <dgm:pt modelId="{DCE7D11E-72ED-4379-92AB-B4DD3163FFDD}" type="parTrans" cxnId="{0607399A-5388-4DF6-AF8F-B30347370EA9}">
      <dgm:prSet/>
      <dgm:spPr/>
      <dgm:t>
        <a:bodyPr/>
        <a:lstStyle/>
        <a:p>
          <a:endParaRPr lang="en-US"/>
        </a:p>
      </dgm:t>
    </dgm:pt>
    <dgm:pt modelId="{40F66F96-190F-4E10-A10D-B436D4D705FE}" type="sibTrans" cxnId="{0607399A-5388-4DF6-AF8F-B30347370EA9}">
      <dgm:prSet/>
      <dgm:spPr/>
      <dgm:t>
        <a:bodyPr/>
        <a:lstStyle/>
        <a:p>
          <a:endParaRPr lang="en-US"/>
        </a:p>
      </dgm:t>
    </dgm:pt>
    <dgm:pt modelId="{B95C487C-5DFF-4263-92CB-57434121393C}">
      <dgm:prSet/>
      <dgm:spPr/>
      <dgm:t>
        <a:bodyPr/>
        <a:lstStyle/>
        <a:p>
          <a:pPr>
            <a:lnSpc>
              <a:spcPct val="100000"/>
            </a:lnSpc>
          </a:pPr>
          <a:r>
            <a:rPr lang="en-US"/>
            <a:t>Database</a:t>
          </a:r>
        </a:p>
      </dgm:t>
    </dgm:pt>
    <dgm:pt modelId="{D039C51C-121D-4A59-95DB-0DFFAA9D1793}" type="parTrans" cxnId="{FD2FD9E5-C328-47DA-8160-3C42737E9923}">
      <dgm:prSet/>
      <dgm:spPr/>
      <dgm:t>
        <a:bodyPr/>
        <a:lstStyle/>
        <a:p>
          <a:endParaRPr lang="en-US"/>
        </a:p>
      </dgm:t>
    </dgm:pt>
    <dgm:pt modelId="{37A95161-BDCF-49DB-9C9F-BC4185772BE6}" type="sibTrans" cxnId="{FD2FD9E5-C328-47DA-8160-3C42737E9923}">
      <dgm:prSet/>
      <dgm:spPr/>
      <dgm:t>
        <a:bodyPr/>
        <a:lstStyle/>
        <a:p>
          <a:endParaRPr lang="en-US"/>
        </a:p>
      </dgm:t>
    </dgm:pt>
    <dgm:pt modelId="{13E91AA6-E007-471F-9FFD-79CEA9BE8816}" type="pres">
      <dgm:prSet presAssocID="{BD9AED39-6EA4-4C8F-8F93-0109BCE29F73}" presName="root" presStyleCnt="0">
        <dgm:presLayoutVars>
          <dgm:dir/>
          <dgm:resizeHandles val="exact"/>
        </dgm:presLayoutVars>
      </dgm:prSet>
      <dgm:spPr/>
    </dgm:pt>
    <dgm:pt modelId="{F0D2D979-8208-4E4D-8088-1AD6645EF552}" type="pres">
      <dgm:prSet presAssocID="{7A943B02-5C04-46D6-A68D-B6CA78642443}" presName="compNode" presStyleCnt="0"/>
      <dgm:spPr/>
    </dgm:pt>
    <dgm:pt modelId="{E557C3BD-D7A2-464C-BE25-619C37B50F74}" type="pres">
      <dgm:prSet presAssocID="{7A943B02-5C04-46D6-A68D-B6CA78642443}"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Computer"/>
        </a:ext>
      </dgm:extLst>
    </dgm:pt>
    <dgm:pt modelId="{E22FC596-4987-4853-A0E2-2DF8372DFA46}" type="pres">
      <dgm:prSet presAssocID="{7A943B02-5C04-46D6-A68D-B6CA78642443}" presName="spaceRect" presStyleCnt="0"/>
      <dgm:spPr/>
    </dgm:pt>
    <dgm:pt modelId="{E6680325-7C17-42F6-86F8-9886BFB08F91}" type="pres">
      <dgm:prSet presAssocID="{7A943B02-5C04-46D6-A68D-B6CA78642443}" presName="textRect" presStyleLbl="revTx" presStyleIdx="0" presStyleCnt="2">
        <dgm:presLayoutVars>
          <dgm:chMax val="1"/>
          <dgm:chPref val="1"/>
        </dgm:presLayoutVars>
      </dgm:prSet>
      <dgm:spPr/>
    </dgm:pt>
    <dgm:pt modelId="{7EB9B54A-00CC-4CF8-BDBF-99668919C167}" type="pres">
      <dgm:prSet presAssocID="{40F66F96-190F-4E10-A10D-B436D4D705FE}" presName="sibTrans" presStyleCnt="0"/>
      <dgm:spPr/>
    </dgm:pt>
    <dgm:pt modelId="{0D44D646-F99A-4330-ACC4-8D4C0D804D93}" type="pres">
      <dgm:prSet presAssocID="{B95C487C-5DFF-4263-92CB-57434121393C}" presName="compNode" presStyleCnt="0"/>
      <dgm:spPr/>
    </dgm:pt>
    <dgm:pt modelId="{FF6F7BDB-D2D7-4FED-87CF-3AAA37E25CAB}" type="pres">
      <dgm:prSet presAssocID="{B95C487C-5DFF-4263-92CB-57434121393C}"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Database"/>
        </a:ext>
      </dgm:extLst>
    </dgm:pt>
    <dgm:pt modelId="{CB986672-CB4A-4110-B13B-F92917FA0DA7}" type="pres">
      <dgm:prSet presAssocID="{B95C487C-5DFF-4263-92CB-57434121393C}" presName="spaceRect" presStyleCnt="0"/>
      <dgm:spPr/>
    </dgm:pt>
    <dgm:pt modelId="{6ECF080C-DF9F-4C1D-A50C-86DA5ACE30A9}" type="pres">
      <dgm:prSet presAssocID="{B95C487C-5DFF-4263-92CB-57434121393C}" presName="textRect" presStyleLbl="revTx" presStyleIdx="1" presStyleCnt="2">
        <dgm:presLayoutVars>
          <dgm:chMax val="1"/>
          <dgm:chPref val="1"/>
        </dgm:presLayoutVars>
      </dgm:prSet>
      <dgm:spPr/>
    </dgm:pt>
  </dgm:ptLst>
  <dgm:cxnLst>
    <dgm:cxn modelId="{0607399A-5388-4DF6-AF8F-B30347370EA9}" srcId="{BD9AED39-6EA4-4C8F-8F93-0109BCE29F73}" destId="{7A943B02-5C04-46D6-A68D-B6CA78642443}" srcOrd="0" destOrd="0" parTransId="{DCE7D11E-72ED-4379-92AB-B4DD3163FFDD}" sibTransId="{40F66F96-190F-4E10-A10D-B436D4D705FE}"/>
    <dgm:cxn modelId="{47EA91D3-7308-4970-A81B-2F4E6CF95EC4}" type="presOf" srcId="{7A943B02-5C04-46D6-A68D-B6CA78642443}" destId="{E6680325-7C17-42F6-86F8-9886BFB08F91}" srcOrd="0" destOrd="0" presId="urn:microsoft.com/office/officeart/2018/2/layout/IconLabelList"/>
    <dgm:cxn modelId="{4E4B84DC-07A3-4DC4-8E3F-0E759BA52666}" type="presOf" srcId="{BD9AED39-6EA4-4C8F-8F93-0109BCE29F73}" destId="{13E91AA6-E007-471F-9FFD-79CEA9BE8816}" srcOrd="0" destOrd="0" presId="urn:microsoft.com/office/officeart/2018/2/layout/IconLabelList"/>
    <dgm:cxn modelId="{FD2FD9E5-C328-47DA-8160-3C42737E9923}" srcId="{BD9AED39-6EA4-4C8F-8F93-0109BCE29F73}" destId="{B95C487C-5DFF-4263-92CB-57434121393C}" srcOrd="1" destOrd="0" parTransId="{D039C51C-121D-4A59-95DB-0DFFAA9D1793}" sibTransId="{37A95161-BDCF-49DB-9C9F-BC4185772BE6}"/>
    <dgm:cxn modelId="{44732CED-2364-4390-93C4-A8ABD76970EE}" type="presOf" srcId="{B95C487C-5DFF-4263-92CB-57434121393C}" destId="{6ECF080C-DF9F-4C1D-A50C-86DA5ACE30A9}" srcOrd="0" destOrd="0" presId="urn:microsoft.com/office/officeart/2018/2/layout/IconLabelList"/>
    <dgm:cxn modelId="{50B1A358-82E7-4D33-B6D2-EC3002965EAA}" type="presParOf" srcId="{13E91AA6-E007-471F-9FFD-79CEA9BE8816}" destId="{F0D2D979-8208-4E4D-8088-1AD6645EF552}" srcOrd="0" destOrd="0" presId="urn:microsoft.com/office/officeart/2018/2/layout/IconLabelList"/>
    <dgm:cxn modelId="{A3436B7C-5F3D-4068-8EA0-3FCC19CDEE50}" type="presParOf" srcId="{F0D2D979-8208-4E4D-8088-1AD6645EF552}" destId="{E557C3BD-D7A2-464C-BE25-619C37B50F74}" srcOrd="0" destOrd="0" presId="urn:microsoft.com/office/officeart/2018/2/layout/IconLabelList"/>
    <dgm:cxn modelId="{FFFF9F44-E6FF-45FF-B077-3B2EB70DF2F3}" type="presParOf" srcId="{F0D2D979-8208-4E4D-8088-1AD6645EF552}" destId="{E22FC596-4987-4853-A0E2-2DF8372DFA46}" srcOrd="1" destOrd="0" presId="urn:microsoft.com/office/officeart/2018/2/layout/IconLabelList"/>
    <dgm:cxn modelId="{D7571999-42BC-4FD4-BF06-EB9311547827}" type="presParOf" srcId="{F0D2D979-8208-4E4D-8088-1AD6645EF552}" destId="{E6680325-7C17-42F6-86F8-9886BFB08F91}" srcOrd="2" destOrd="0" presId="urn:microsoft.com/office/officeart/2018/2/layout/IconLabelList"/>
    <dgm:cxn modelId="{89242AC9-800F-4273-9E39-CEAC167444F5}" type="presParOf" srcId="{13E91AA6-E007-471F-9FFD-79CEA9BE8816}" destId="{7EB9B54A-00CC-4CF8-BDBF-99668919C167}" srcOrd="1" destOrd="0" presId="urn:microsoft.com/office/officeart/2018/2/layout/IconLabelList"/>
    <dgm:cxn modelId="{51FD7A71-0DF2-4ED0-B3AC-AE10039AAA96}" type="presParOf" srcId="{13E91AA6-E007-471F-9FFD-79CEA9BE8816}" destId="{0D44D646-F99A-4330-ACC4-8D4C0D804D93}" srcOrd="2" destOrd="0" presId="urn:microsoft.com/office/officeart/2018/2/layout/IconLabelList"/>
    <dgm:cxn modelId="{1B0B2985-DE63-4415-BE54-208EE40B9B9B}" type="presParOf" srcId="{0D44D646-F99A-4330-ACC4-8D4C0D804D93}" destId="{FF6F7BDB-D2D7-4FED-87CF-3AAA37E25CAB}" srcOrd="0" destOrd="0" presId="urn:microsoft.com/office/officeart/2018/2/layout/IconLabelList"/>
    <dgm:cxn modelId="{BD30E0E6-8B69-42BC-B54E-079972CF2407}" type="presParOf" srcId="{0D44D646-F99A-4330-ACC4-8D4C0D804D93}" destId="{CB986672-CB4A-4110-B13B-F92917FA0DA7}" srcOrd="1" destOrd="0" presId="urn:microsoft.com/office/officeart/2018/2/layout/IconLabelList"/>
    <dgm:cxn modelId="{7F8AF791-CDFE-473A-93BC-025A496BB659}" type="presParOf" srcId="{0D44D646-F99A-4330-ACC4-8D4C0D804D93}" destId="{6ECF080C-DF9F-4C1D-A50C-86DA5ACE30A9}"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C883F58-09E0-4E70-98D4-32C537E6F358}" type="doc">
      <dgm:prSet loTypeId="urn:microsoft.com/office/officeart/2008/layout/LinedList" loCatId="list" qsTypeId="urn:microsoft.com/office/officeart/2005/8/quickstyle/simple1" qsCatId="simple" csTypeId="urn:microsoft.com/office/officeart/2005/8/colors/accent0_1" csCatId="mainScheme" phldr="1"/>
      <dgm:spPr/>
      <dgm:t>
        <a:bodyPr/>
        <a:lstStyle/>
        <a:p>
          <a:endParaRPr lang="en-US"/>
        </a:p>
      </dgm:t>
    </dgm:pt>
    <dgm:pt modelId="{C65EF1A1-4987-4440-88B2-2E7916CF0BC5}">
      <dgm:prSet/>
      <dgm:spPr/>
      <dgm:t>
        <a:bodyPr/>
        <a:lstStyle/>
        <a:p>
          <a:r>
            <a:rPr lang="en-US" dirty="0"/>
            <a:t>Begin Team Page Development</a:t>
          </a:r>
        </a:p>
      </dgm:t>
    </dgm:pt>
    <dgm:pt modelId="{DD7D6ECE-FF12-4EA8-A8E4-5F2EAA2892FB}" type="parTrans" cxnId="{35FCEE86-B5FE-47DA-87C2-D0F72527B7F6}">
      <dgm:prSet/>
      <dgm:spPr/>
      <dgm:t>
        <a:bodyPr/>
        <a:lstStyle/>
        <a:p>
          <a:endParaRPr lang="en-US"/>
        </a:p>
      </dgm:t>
    </dgm:pt>
    <dgm:pt modelId="{FCF3654C-E3BD-47D0-A0CA-9FC07C5BE1B5}" type="sibTrans" cxnId="{35FCEE86-B5FE-47DA-87C2-D0F72527B7F6}">
      <dgm:prSet/>
      <dgm:spPr/>
      <dgm:t>
        <a:bodyPr/>
        <a:lstStyle/>
        <a:p>
          <a:endParaRPr lang="en-US"/>
        </a:p>
      </dgm:t>
    </dgm:pt>
    <dgm:pt modelId="{9DC6CDF4-2BCB-4D5A-A2F7-9F8ECB80A928}">
      <dgm:prSet/>
      <dgm:spPr/>
      <dgm:t>
        <a:bodyPr/>
        <a:lstStyle/>
        <a:p>
          <a:r>
            <a:rPr lang="en-US" dirty="0"/>
            <a:t>Implement </a:t>
          </a:r>
          <a:r>
            <a:rPr lang="en-US"/>
            <a:t>password requirements</a:t>
          </a:r>
          <a:endParaRPr lang="en-US" dirty="0"/>
        </a:p>
      </dgm:t>
    </dgm:pt>
    <dgm:pt modelId="{7C9BC6AB-481B-4ADC-BE3C-005DE147CD6E}" type="parTrans" cxnId="{078A1CDD-EFC7-4264-AE23-9CD8AA11F804}">
      <dgm:prSet/>
      <dgm:spPr/>
      <dgm:t>
        <a:bodyPr/>
        <a:lstStyle/>
        <a:p>
          <a:endParaRPr lang="en-US"/>
        </a:p>
      </dgm:t>
    </dgm:pt>
    <dgm:pt modelId="{4D855D76-FE7B-46C2-B885-4E579779B739}" type="sibTrans" cxnId="{078A1CDD-EFC7-4264-AE23-9CD8AA11F804}">
      <dgm:prSet/>
      <dgm:spPr/>
      <dgm:t>
        <a:bodyPr/>
        <a:lstStyle/>
        <a:p>
          <a:endParaRPr lang="en-US"/>
        </a:p>
      </dgm:t>
    </dgm:pt>
    <dgm:pt modelId="{276604CE-7742-461E-A1FB-5048586C5350}" type="pres">
      <dgm:prSet presAssocID="{7C883F58-09E0-4E70-98D4-32C537E6F358}" presName="vert0" presStyleCnt="0">
        <dgm:presLayoutVars>
          <dgm:dir/>
          <dgm:animOne val="branch"/>
          <dgm:animLvl val="lvl"/>
        </dgm:presLayoutVars>
      </dgm:prSet>
      <dgm:spPr/>
    </dgm:pt>
    <dgm:pt modelId="{0F199995-7505-4B9F-9DBC-C39FD8496ABF}" type="pres">
      <dgm:prSet presAssocID="{C65EF1A1-4987-4440-88B2-2E7916CF0BC5}" presName="thickLine" presStyleLbl="alignNode1" presStyleIdx="0" presStyleCnt="2"/>
      <dgm:spPr/>
    </dgm:pt>
    <dgm:pt modelId="{5DE2624A-6D7F-4DAA-96DF-B718DA4E7783}" type="pres">
      <dgm:prSet presAssocID="{C65EF1A1-4987-4440-88B2-2E7916CF0BC5}" presName="horz1" presStyleCnt="0"/>
      <dgm:spPr/>
    </dgm:pt>
    <dgm:pt modelId="{E7487A2F-0727-4597-8435-723BD19D3B22}" type="pres">
      <dgm:prSet presAssocID="{C65EF1A1-4987-4440-88B2-2E7916CF0BC5}" presName="tx1" presStyleLbl="revTx" presStyleIdx="0" presStyleCnt="2"/>
      <dgm:spPr/>
    </dgm:pt>
    <dgm:pt modelId="{4DC4D27E-86DA-4630-9F1E-424B508FE567}" type="pres">
      <dgm:prSet presAssocID="{C65EF1A1-4987-4440-88B2-2E7916CF0BC5}" presName="vert1" presStyleCnt="0"/>
      <dgm:spPr/>
    </dgm:pt>
    <dgm:pt modelId="{42DE9A3D-D36B-48B0-A9CC-5C9B4FB79C2A}" type="pres">
      <dgm:prSet presAssocID="{9DC6CDF4-2BCB-4D5A-A2F7-9F8ECB80A928}" presName="thickLine" presStyleLbl="alignNode1" presStyleIdx="1" presStyleCnt="2"/>
      <dgm:spPr/>
    </dgm:pt>
    <dgm:pt modelId="{D09D6C41-8919-4657-A155-C826C3ACFB78}" type="pres">
      <dgm:prSet presAssocID="{9DC6CDF4-2BCB-4D5A-A2F7-9F8ECB80A928}" presName="horz1" presStyleCnt="0"/>
      <dgm:spPr/>
    </dgm:pt>
    <dgm:pt modelId="{A7348878-5FE5-4EEF-AE6E-6E7EA3A90261}" type="pres">
      <dgm:prSet presAssocID="{9DC6CDF4-2BCB-4D5A-A2F7-9F8ECB80A928}" presName="tx1" presStyleLbl="revTx" presStyleIdx="1" presStyleCnt="2"/>
      <dgm:spPr/>
    </dgm:pt>
    <dgm:pt modelId="{44310A2F-0535-4896-BE26-02EE5186D6AC}" type="pres">
      <dgm:prSet presAssocID="{9DC6CDF4-2BCB-4D5A-A2F7-9F8ECB80A928}" presName="vert1" presStyleCnt="0"/>
      <dgm:spPr/>
    </dgm:pt>
  </dgm:ptLst>
  <dgm:cxnLst>
    <dgm:cxn modelId="{791CF645-63C7-4EDC-8A49-3104EA8923E4}" type="presOf" srcId="{C65EF1A1-4987-4440-88B2-2E7916CF0BC5}" destId="{E7487A2F-0727-4597-8435-723BD19D3B22}" srcOrd="0" destOrd="0" presId="urn:microsoft.com/office/officeart/2008/layout/LinedList"/>
    <dgm:cxn modelId="{35FCEE86-B5FE-47DA-87C2-D0F72527B7F6}" srcId="{7C883F58-09E0-4E70-98D4-32C537E6F358}" destId="{C65EF1A1-4987-4440-88B2-2E7916CF0BC5}" srcOrd="0" destOrd="0" parTransId="{DD7D6ECE-FF12-4EA8-A8E4-5F2EAA2892FB}" sibTransId="{FCF3654C-E3BD-47D0-A0CA-9FC07C5BE1B5}"/>
    <dgm:cxn modelId="{5301BA8C-06F8-48F6-8C0F-730BC0AA449A}" type="presOf" srcId="{7C883F58-09E0-4E70-98D4-32C537E6F358}" destId="{276604CE-7742-461E-A1FB-5048586C5350}" srcOrd="0" destOrd="0" presId="urn:microsoft.com/office/officeart/2008/layout/LinedList"/>
    <dgm:cxn modelId="{078A1CDD-EFC7-4264-AE23-9CD8AA11F804}" srcId="{7C883F58-09E0-4E70-98D4-32C537E6F358}" destId="{9DC6CDF4-2BCB-4D5A-A2F7-9F8ECB80A928}" srcOrd="1" destOrd="0" parTransId="{7C9BC6AB-481B-4ADC-BE3C-005DE147CD6E}" sibTransId="{4D855D76-FE7B-46C2-B885-4E579779B739}"/>
    <dgm:cxn modelId="{EAFDCAF9-29AC-48D4-A298-CC2F75849CE0}" type="presOf" srcId="{9DC6CDF4-2BCB-4D5A-A2F7-9F8ECB80A928}" destId="{A7348878-5FE5-4EEF-AE6E-6E7EA3A90261}" srcOrd="0" destOrd="0" presId="urn:microsoft.com/office/officeart/2008/layout/LinedList"/>
    <dgm:cxn modelId="{25B94CAD-06A9-4658-960A-A4895F617863}" type="presParOf" srcId="{276604CE-7742-461E-A1FB-5048586C5350}" destId="{0F199995-7505-4B9F-9DBC-C39FD8496ABF}" srcOrd="0" destOrd="0" presId="urn:microsoft.com/office/officeart/2008/layout/LinedList"/>
    <dgm:cxn modelId="{6432556C-3E58-42B8-ACBD-C63FC7681150}" type="presParOf" srcId="{276604CE-7742-461E-A1FB-5048586C5350}" destId="{5DE2624A-6D7F-4DAA-96DF-B718DA4E7783}" srcOrd="1" destOrd="0" presId="urn:microsoft.com/office/officeart/2008/layout/LinedList"/>
    <dgm:cxn modelId="{283053C9-D01A-4B11-9730-24F38F89D221}" type="presParOf" srcId="{5DE2624A-6D7F-4DAA-96DF-B718DA4E7783}" destId="{E7487A2F-0727-4597-8435-723BD19D3B22}" srcOrd="0" destOrd="0" presId="urn:microsoft.com/office/officeart/2008/layout/LinedList"/>
    <dgm:cxn modelId="{378B700A-CDAE-402D-B998-C7E834E32F34}" type="presParOf" srcId="{5DE2624A-6D7F-4DAA-96DF-B718DA4E7783}" destId="{4DC4D27E-86DA-4630-9F1E-424B508FE567}" srcOrd="1" destOrd="0" presId="urn:microsoft.com/office/officeart/2008/layout/LinedList"/>
    <dgm:cxn modelId="{171C8AA9-AFB1-4DF4-9D8B-63A1FFA0716C}" type="presParOf" srcId="{276604CE-7742-461E-A1FB-5048586C5350}" destId="{42DE9A3D-D36B-48B0-A9CC-5C9B4FB79C2A}" srcOrd="2" destOrd="0" presId="urn:microsoft.com/office/officeart/2008/layout/LinedList"/>
    <dgm:cxn modelId="{599C4CA5-3C60-4EB7-9C5C-9406BD5FD5C5}" type="presParOf" srcId="{276604CE-7742-461E-A1FB-5048586C5350}" destId="{D09D6C41-8919-4657-A155-C826C3ACFB78}" srcOrd="3" destOrd="0" presId="urn:microsoft.com/office/officeart/2008/layout/LinedList"/>
    <dgm:cxn modelId="{3066C009-1AEC-4838-A837-B79E73E88EBE}" type="presParOf" srcId="{D09D6C41-8919-4657-A155-C826C3ACFB78}" destId="{A7348878-5FE5-4EEF-AE6E-6E7EA3A90261}" srcOrd="0" destOrd="0" presId="urn:microsoft.com/office/officeart/2008/layout/LinedList"/>
    <dgm:cxn modelId="{822D3625-81AB-4EF6-A864-89D886D52500}" type="presParOf" srcId="{D09D6C41-8919-4657-A155-C826C3ACFB78}" destId="{44310A2F-0535-4896-BE26-02EE5186D6AC}"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557C3BD-D7A2-464C-BE25-619C37B50F74}">
      <dsp:nvSpPr>
        <dsp:cNvPr id="0" name=""/>
        <dsp:cNvSpPr/>
      </dsp:nvSpPr>
      <dsp:spPr>
        <a:xfrm>
          <a:off x="2068474" y="316490"/>
          <a:ext cx="1944000" cy="1944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6680325-7C17-42F6-86F8-9886BFB08F91}">
      <dsp:nvSpPr>
        <dsp:cNvPr id="0" name=""/>
        <dsp:cNvSpPr/>
      </dsp:nvSpPr>
      <dsp:spPr>
        <a:xfrm>
          <a:off x="880474" y="2730647"/>
          <a:ext cx="432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2089150">
            <a:lnSpc>
              <a:spcPct val="100000"/>
            </a:lnSpc>
            <a:spcBef>
              <a:spcPct val="0"/>
            </a:spcBef>
            <a:spcAft>
              <a:spcPct val="35000"/>
            </a:spcAft>
            <a:buNone/>
          </a:pPr>
          <a:r>
            <a:rPr lang="en-US" sz="4700" kern="1200"/>
            <a:t>Vulcan Platform</a:t>
          </a:r>
        </a:p>
      </dsp:txBody>
      <dsp:txXfrm>
        <a:off x="880474" y="2730647"/>
        <a:ext cx="4320000" cy="720000"/>
      </dsp:txXfrm>
    </dsp:sp>
    <dsp:sp modelId="{FF6F7BDB-D2D7-4FED-87CF-3AAA37E25CAB}">
      <dsp:nvSpPr>
        <dsp:cNvPr id="0" name=""/>
        <dsp:cNvSpPr/>
      </dsp:nvSpPr>
      <dsp:spPr>
        <a:xfrm>
          <a:off x="7144475" y="316490"/>
          <a:ext cx="1944000" cy="1944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ECF080C-DF9F-4C1D-A50C-86DA5ACE30A9}">
      <dsp:nvSpPr>
        <dsp:cNvPr id="0" name=""/>
        <dsp:cNvSpPr/>
      </dsp:nvSpPr>
      <dsp:spPr>
        <a:xfrm>
          <a:off x="5956475" y="2730647"/>
          <a:ext cx="432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2089150">
            <a:lnSpc>
              <a:spcPct val="100000"/>
            </a:lnSpc>
            <a:spcBef>
              <a:spcPct val="0"/>
            </a:spcBef>
            <a:spcAft>
              <a:spcPct val="35000"/>
            </a:spcAft>
            <a:buNone/>
          </a:pPr>
          <a:r>
            <a:rPr lang="en-US" sz="4700" kern="1200"/>
            <a:t>Database</a:t>
          </a:r>
        </a:p>
      </dsp:txBody>
      <dsp:txXfrm>
        <a:off x="5956475" y="2730647"/>
        <a:ext cx="4320000"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199995-7505-4B9F-9DBC-C39FD8496ABF}">
      <dsp:nvSpPr>
        <dsp:cNvPr id="0" name=""/>
        <dsp:cNvSpPr/>
      </dsp:nvSpPr>
      <dsp:spPr>
        <a:xfrm>
          <a:off x="0" y="0"/>
          <a:ext cx="6620255" cy="0"/>
        </a:xfrm>
        <a:prstGeom prst="line">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7487A2F-0727-4597-8435-723BD19D3B22}">
      <dsp:nvSpPr>
        <dsp:cNvPr id="0" name=""/>
        <dsp:cNvSpPr/>
      </dsp:nvSpPr>
      <dsp:spPr>
        <a:xfrm>
          <a:off x="0" y="0"/>
          <a:ext cx="6620255" cy="24825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1930" tIns="201930" rIns="201930" bIns="201930" numCol="1" spcCol="1270" anchor="t" anchorCtr="0">
          <a:noAutofit/>
        </a:bodyPr>
        <a:lstStyle/>
        <a:p>
          <a:pPr marL="0" lvl="0" indent="0" algn="l" defTabSz="2355850">
            <a:lnSpc>
              <a:spcPct val="90000"/>
            </a:lnSpc>
            <a:spcBef>
              <a:spcPct val="0"/>
            </a:spcBef>
            <a:spcAft>
              <a:spcPct val="35000"/>
            </a:spcAft>
            <a:buNone/>
          </a:pPr>
          <a:r>
            <a:rPr lang="en-US" sz="5300" kern="1200" dirty="0"/>
            <a:t>Begin Team Page Development</a:t>
          </a:r>
        </a:p>
      </dsp:txBody>
      <dsp:txXfrm>
        <a:off x="0" y="0"/>
        <a:ext cx="6620255" cy="2482596"/>
      </dsp:txXfrm>
    </dsp:sp>
    <dsp:sp modelId="{42DE9A3D-D36B-48B0-A9CC-5C9B4FB79C2A}">
      <dsp:nvSpPr>
        <dsp:cNvPr id="0" name=""/>
        <dsp:cNvSpPr/>
      </dsp:nvSpPr>
      <dsp:spPr>
        <a:xfrm>
          <a:off x="0" y="2482596"/>
          <a:ext cx="6620255" cy="0"/>
        </a:xfrm>
        <a:prstGeom prst="line">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7348878-5FE5-4EEF-AE6E-6E7EA3A90261}">
      <dsp:nvSpPr>
        <dsp:cNvPr id="0" name=""/>
        <dsp:cNvSpPr/>
      </dsp:nvSpPr>
      <dsp:spPr>
        <a:xfrm>
          <a:off x="0" y="2482596"/>
          <a:ext cx="6620255" cy="24825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1930" tIns="201930" rIns="201930" bIns="201930" numCol="1" spcCol="1270" anchor="t" anchorCtr="0">
          <a:noAutofit/>
        </a:bodyPr>
        <a:lstStyle/>
        <a:p>
          <a:pPr marL="0" lvl="0" indent="0" algn="l" defTabSz="2355850">
            <a:lnSpc>
              <a:spcPct val="90000"/>
            </a:lnSpc>
            <a:spcBef>
              <a:spcPct val="0"/>
            </a:spcBef>
            <a:spcAft>
              <a:spcPct val="35000"/>
            </a:spcAft>
            <a:buNone/>
          </a:pPr>
          <a:r>
            <a:rPr lang="en-US" sz="5300" kern="1200" dirty="0"/>
            <a:t>Implement </a:t>
          </a:r>
          <a:r>
            <a:rPr lang="en-US" sz="5300" kern="1200"/>
            <a:t>password requirements</a:t>
          </a:r>
          <a:endParaRPr lang="en-US" sz="5300" kern="1200" dirty="0"/>
        </a:p>
      </dsp:txBody>
      <dsp:txXfrm>
        <a:off x="0" y="2482596"/>
        <a:ext cx="6620255" cy="2482596"/>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t">
            <a:normAutofit/>
          </a:bodyPr>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fld id="{E80C50CD-E178-4744-9B35-B2F624D6C5E9}" type="datetimeFigureOut">
              <a:rPr lang="en-US" smtClean="0"/>
              <a:t>2/13/2026</a:t>
            </a:fld>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305092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fld id="{E80C50CD-E178-4744-9B35-B2F624D6C5E9}" type="datetimeFigureOut">
              <a:rPr lang="en-US" smtClean="0"/>
              <a:t>2/13/2026</a:t>
            </a:fld>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144109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fld id="{E80C50CD-E178-4744-9B35-B2F624D6C5E9}" type="datetimeFigureOut">
              <a:rPr lang="en-US" smtClean="0"/>
              <a:t>2/13/2026</a:t>
            </a:fld>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887371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fld id="{E80C50CD-E178-4744-9B35-B2F624D6C5E9}" type="datetimeFigureOut">
              <a:rPr lang="en-US" smtClean="0"/>
              <a:t>2/13/2026</a:t>
            </a:fld>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3569020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fld id="{E80C50CD-E178-4744-9B35-B2F624D6C5E9}" type="datetimeFigureOut">
              <a:rPr lang="en-US" smtClean="0"/>
              <a:t>2/13/2026</a:t>
            </a:fld>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7837784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fld id="{E80C50CD-E178-4744-9B35-B2F624D6C5E9}" type="datetimeFigureOut">
              <a:rPr lang="en-US" smtClean="0"/>
              <a:t>2/13/2026</a:t>
            </a:fld>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3469541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fld id="{E80C50CD-E178-4744-9B35-B2F624D6C5E9}" type="datetimeFigureOut">
              <a:rPr lang="en-US" smtClean="0"/>
              <a:t>2/13/2026</a:t>
            </a:fld>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3203274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fld id="{E80C50CD-E178-4744-9B35-B2F624D6C5E9}" type="datetimeFigureOut">
              <a:rPr lang="en-US" smtClean="0"/>
              <a:t>2/13/2026</a:t>
            </a:fld>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877383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fld id="{E80C50CD-E178-4744-9B35-B2F624D6C5E9}" type="datetimeFigureOut">
              <a:rPr lang="en-US" smtClean="0"/>
              <a:t>2/13/2026</a:t>
            </a:fld>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1964791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fld id="{E80C50CD-E178-4744-9B35-B2F624D6C5E9}" type="datetimeFigureOut">
              <a:rPr lang="en-US" smtClean="0"/>
              <a:t>2/13/2026</a:t>
            </a:fld>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3468993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fld id="{E80C50CD-E178-4744-9B35-B2F624D6C5E9}" type="datetimeFigureOut">
              <a:rPr lang="en-US" smtClean="0"/>
              <a:t>2/13/2026</a:t>
            </a:fld>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612315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21208" y="978408"/>
            <a:ext cx="11155680" cy="146304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2578608"/>
            <a:ext cx="11155680" cy="376732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vert="horz" lIns="91440" tIns="45720" rIns="91440" bIns="45720" rtlCol="0" anchor="ctr"/>
          <a:lstStyle>
            <a:lvl1pPr algn="l">
              <a:defRPr sz="900">
                <a:solidFill>
                  <a:schemeClr val="tx1"/>
                </a:solidFill>
              </a:defRPr>
            </a:lvl1pPr>
          </a:lstStyle>
          <a:p>
            <a:fld id="{E80C50CD-E178-4744-9B35-B2F624D6C5E9}" type="datetimeFigureOut">
              <a:rPr lang="en-US" smtClean="0"/>
              <a:pPr/>
              <a:t>2/13/2026</a:t>
            </a:fld>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vert="horz" lIns="91440" tIns="45720" rIns="91440" bIns="45720" rtlCol="0" anchor="ctr"/>
          <a:lstStyle>
            <a:lvl1pPr algn="l">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vert="horz" lIns="91440" tIns="45720" rIns="91440" bIns="45720" rtlCol="0" anchor="ctr"/>
          <a:lstStyle>
            <a:lvl1pPr algn="r">
              <a:defRPr sz="9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277188416"/>
      </p:ext>
    </p:extLst>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79" r:id="rId6"/>
    <p:sldLayoutId id="2147483675" r:id="rId7"/>
    <p:sldLayoutId id="2147483676" r:id="rId8"/>
    <p:sldLayoutId id="2147483677" r:id="rId9"/>
    <p:sldLayoutId id="2147483678" r:id="rId10"/>
    <p:sldLayoutId id="2147483680" r:id="rId11"/>
  </p:sldLayoutIdLst>
  <p:txStyles>
    <p:titleStyle>
      <a:lvl1pPr algn="l" defTabSz="914400" rtl="0" eaLnBrk="1" latinLnBrk="0" hangingPunct="1">
        <a:lnSpc>
          <a:spcPct val="10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7E2F724-2FB3-4D1D-A730-739B8654C0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descr="Time compass on hand">
            <a:extLst>
              <a:ext uri="{FF2B5EF4-FFF2-40B4-BE49-F238E27FC236}">
                <a16:creationId xmlns:a16="http://schemas.microsoft.com/office/drawing/2014/main" id="{88A7FD75-C4AD-D30D-B94B-BD1AB1F578FB}"/>
              </a:ext>
            </a:extLst>
          </p:cNvPr>
          <p:cNvPicPr>
            <a:picLocks noChangeAspect="1"/>
          </p:cNvPicPr>
          <p:nvPr/>
        </p:nvPicPr>
        <p:blipFill>
          <a:blip r:embed="rId2">
            <a:alphaModFix amt="40000"/>
          </a:blip>
          <a:srcRect t="15414"/>
          <a:stretch>
            <a:fillRect/>
          </a:stretch>
        </p:blipFill>
        <p:spPr>
          <a:xfrm>
            <a:off x="-2" y="-2"/>
            <a:ext cx="12192001" cy="6858001"/>
          </a:xfrm>
          <a:prstGeom prst="rect">
            <a:avLst/>
          </a:prstGeom>
        </p:spPr>
      </p:pic>
      <p:sp>
        <p:nvSpPr>
          <p:cNvPr id="2" name="Title 1">
            <a:extLst>
              <a:ext uri="{FF2B5EF4-FFF2-40B4-BE49-F238E27FC236}">
                <a16:creationId xmlns:a16="http://schemas.microsoft.com/office/drawing/2014/main" id="{1DCB08A9-9D49-7FE1-6F2A-E39642A502B2}"/>
              </a:ext>
            </a:extLst>
          </p:cNvPr>
          <p:cNvSpPr>
            <a:spLocks noGrp="1"/>
          </p:cNvSpPr>
          <p:nvPr>
            <p:ph type="ctrTitle"/>
          </p:nvPr>
        </p:nvSpPr>
        <p:spPr>
          <a:xfrm>
            <a:off x="517870" y="978407"/>
            <a:ext cx="5021182" cy="3290107"/>
          </a:xfrm>
        </p:spPr>
        <p:txBody>
          <a:bodyPr anchor="t">
            <a:normAutofit/>
          </a:bodyPr>
          <a:lstStyle/>
          <a:p>
            <a:r>
              <a:rPr lang="en-US" sz="6000">
                <a:solidFill>
                  <a:srgbClr val="FFFFFF"/>
                </a:solidFill>
              </a:rPr>
              <a:t>Vulcan Activity Tracker</a:t>
            </a:r>
          </a:p>
        </p:txBody>
      </p:sp>
      <p:sp>
        <p:nvSpPr>
          <p:cNvPr id="3" name="Subtitle 2">
            <a:extLst>
              <a:ext uri="{FF2B5EF4-FFF2-40B4-BE49-F238E27FC236}">
                <a16:creationId xmlns:a16="http://schemas.microsoft.com/office/drawing/2014/main" id="{3FCEC20E-E2EC-8210-59DB-3F89C20EC0D0}"/>
              </a:ext>
            </a:extLst>
          </p:cNvPr>
          <p:cNvSpPr>
            <a:spLocks noGrp="1"/>
          </p:cNvSpPr>
          <p:nvPr>
            <p:ph type="subTitle" idx="1"/>
          </p:nvPr>
        </p:nvSpPr>
        <p:spPr>
          <a:xfrm>
            <a:off x="517870" y="4482450"/>
            <a:ext cx="5040785" cy="2119317"/>
          </a:xfrm>
        </p:spPr>
        <p:txBody>
          <a:bodyPr anchor="t">
            <a:normAutofit fontScale="92500" lnSpcReduction="20000"/>
          </a:bodyPr>
          <a:lstStyle/>
          <a:p>
            <a:r>
              <a:rPr lang="en-US" sz="2400" dirty="0">
                <a:solidFill>
                  <a:srgbClr val="FFFFFF"/>
                </a:solidFill>
              </a:rPr>
              <a:t>CMSC-4920-SeniorProject2</a:t>
            </a:r>
          </a:p>
          <a:p>
            <a:r>
              <a:rPr lang="en-US" sz="2400" dirty="0">
                <a:solidFill>
                  <a:srgbClr val="FFFFFF"/>
                </a:solidFill>
              </a:rPr>
              <a:t>Group 2</a:t>
            </a:r>
          </a:p>
          <a:p>
            <a:r>
              <a:rPr lang="en-US" sz="2400" dirty="0">
                <a:solidFill>
                  <a:srgbClr val="FFFFFF"/>
                </a:solidFill>
              </a:rPr>
              <a:t>Margo Bonal</a:t>
            </a:r>
          </a:p>
          <a:p>
            <a:r>
              <a:rPr lang="en-US" sz="2400" dirty="0">
                <a:solidFill>
                  <a:srgbClr val="FFFFFF"/>
                </a:solidFill>
              </a:rPr>
              <a:t>John Gerega</a:t>
            </a:r>
          </a:p>
          <a:p>
            <a:r>
              <a:rPr lang="en-US" sz="2400" dirty="0">
                <a:solidFill>
                  <a:srgbClr val="FFFFFF"/>
                </a:solidFill>
              </a:rPr>
              <a:t>Luke Ruffing</a:t>
            </a:r>
          </a:p>
        </p:txBody>
      </p:sp>
      <p:sp>
        <p:nvSpPr>
          <p:cNvPr id="11" name="Rectangle 10">
            <a:extLst>
              <a:ext uri="{FF2B5EF4-FFF2-40B4-BE49-F238E27FC236}">
                <a16:creationId xmlns:a16="http://schemas.microsoft.com/office/drawing/2014/main" id="{B2C335F7-F61C-4EB4-80F2-4B1438FE66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8259971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C0BA1F-8652-616C-B849-958E03EB7225}"/>
              </a:ext>
            </a:extLst>
          </p:cNvPr>
          <p:cNvSpPr>
            <a:spLocks noGrp="1"/>
          </p:cNvSpPr>
          <p:nvPr>
            <p:ph type="title"/>
          </p:nvPr>
        </p:nvSpPr>
        <p:spPr/>
        <p:txBody>
          <a:bodyPr/>
          <a:lstStyle/>
          <a:p>
            <a:r>
              <a:rPr lang="en-US" dirty="0"/>
              <a:t>Weekly Progress</a:t>
            </a:r>
          </a:p>
        </p:txBody>
      </p:sp>
      <p:sp>
        <p:nvSpPr>
          <p:cNvPr id="3" name="Text Placeholder 2">
            <a:extLst>
              <a:ext uri="{FF2B5EF4-FFF2-40B4-BE49-F238E27FC236}">
                <a16:creationId xmlns:a16="http://schemas.microsoft.com/office/drawing/2014/main" id="{431AAD74-EB12-B48B-A428-3AE3FFD4726C}"/>
              </a:ext>
            </a:extLst>
          </p:cNvPr>
          <p:cNvSpPr>
            <a:spLocks noGrp="1"/>
          </p:cNvSpPr>
          <p:nvPr>
            <p:ph type="body" idx="1"/>
          </p:nvPr>
        </p:nvSpPr>
        <p:spPr>
          <a:xfrm>
            <a:off x="521207" y="1947553"/>
            <a:ext cx="11164823" cy="1051679"/>
          </a:xfrm>
        </p:spPr>
        <p:txBody>
          <a:bodyPr>
            <a:normAutofit/>
          </a:bodyPr>
          <a:lstStyle/>
          <a:p>
            <a:r>
              <a:rPr lang="en-US" sz="2800" b="1" dirty="0">
                <a:solidFill>
                  <a:srgbClr val="8B3625"/>
                </a:solidFill>
              </a:rPr>
              <a:t>Goals</a:t>
            </a:r>
          </a:p>
        </p:txBody>
      </p:sp>
      <p:sp>
        <p:nvSpPr>
          <p:cNvPr id="4" name="Content Placeholder 3">
            <a:extLst>
              <a:ext uri="{FF2B5EF4-FFF2-40B4-BE49-F238E27FC236}">
                <a16:creationId xmlns:a16="http://schemas.microsoft.com/office/drawing/2014/main" id="{E561C6AA-9902-DF8F-9362-2CB01093FE3C}"/>
              </a:ext>
            </a:extLst>
          </p:cNvPr>
          <p:cNvSpPr>
            <a:spLocks noGrp="1"/>
          </p:cNvSpPr>
          <p:nvPr>
            <p:ph sz="half" idx="2"/>
          </p:nvPr>
        </p:nvSpPr>
        <p:spPr>
          <a:xfrm>
            <a:off x="521207" y="3035808"/>
            <a:ext cx="11425369" cy="3310128"/>
          </a:xfrm>
        </p:spPr>
        <p:txBody>
          <a:bodyPr/>
          <a:lstStyle/>
          <a:p>
            <a:r>
              <a:rPr lang="en-US" dirty="0"/>
              <a:t>Continue Club Page development</a:t>
            </a:r>
          </a:p>
          <a:p>
            <a:r>
              <a:rPr lang="en-US" dirty="0"/>
              <a:t>Fix leaderboard sport-specific data issue</a:t>
            </a:r>
          </a:p>
          <a:p>
            <a:r>
              <a:rPr lang="en-US" dirty="0"/>
              <a:t>Begin challenges page</a:t>
            </a:r>
          </a:p>
          <a:p>
            <a:r>
              <a:rPr lang="en-US" dirty="0"/>
              <a:t>Include the ability to view a friend’s profile</a:t>
            </a:r>
          </a:p>
          <a:p>
            <a:endParaRPr lang="en-US" dirty="0"/>
          </a:p>
          <a:p>
            <a:endParaRPr lang="en-US" dirty="0"/>
          </a:p>
          <a:p>
            <a:endParaRPr lang="en-US" dirty="0"/>
          </a:p>
        </p:txBody>
      </p:sp>
    </p:spTree>
    <p:extLst>
      <p:ext uri="{BB962C8B-B14F-4D97-AF65-F5344CB8AC3E}">
        <p14:creationId xmlns:p14="http://schemas.microsoft.com/office/powerpoint/2010/main" val="158347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EE7C0-6265-A65C-D5B2-56F77E5C93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AB8774-44D3-88FB-845F-39DBA85322A7}"/>
              </a:ext>
            </a:extLst>
          </p:cNvPr>
          <p:cNvSpPr>
            <a:spLocks noGrp="1"/>
          </p:cNvSpPr>
          <p:nvPr>
            <p:ph type="title"/>
          </p:nvPr>
        </p:nvSpPr>
        <p:spPr/>
        <p:txBody>
          <a:bodyPr/>
          <a:lstStyle/>
          <a:p>
            <a:r>
              <a:rPr lang="en-US" dirty="0"/>
              <a:t>Challenges &amp; Solutions</a:t>
            </a:r>
          </a:p>
        </p:txBody>
      </p:sp>
      <p:sp>
        <p:nvSpPr>
          <p:cNvPr id="3" name="Text Placeholder 2">
            <a:extLst>
              <a:ext uri="{FF2B5EF4-FFF2-40B4-BE49-F238E27FC236}">
                <a16:creationId xmlns:a16="http://schemas.microsoft.com/office/drawing/2014/main" id="{A954D469-5A0B-78A0-68F9-2BD6DD5BD091}"/>
              </a:ext>
            </a:extLst>
          </p:cNvPr>
          <p:cNvSpPr>
            <a:spLocks noGrp="1"/>
          </p:cNvSpPr>
          <p:nvPr>
            <p:ph type="body" idx="1"/>
          </p:nvPr>
        </p:nvSpPr>
        <p:spPr/>
        <p:txBody>
          <a:bodyPr/>
          <a:lstStyle/>
          <a:p>
            <a:r>
              <a:rPr lang="en-US" sz="2400" b="1" dirty="0">
                <a:solidFill>
                  <a:srgbClr val="8B3625"/>
                </a:solidFill>
              </a:rPr>
              <a:t>Challenges</a:t>
            </a:r>
          </a:p>
        </p:txBody>
      </p:sp>
      <p:sp>
        <p:nvSpPr>
          <p:cNvPr id="4" name="Content Placeholder 3">
            <a:extLst>
              <a:ext uri="{FF2B5EF4-FFF2-40B4-BE49-F238E27FC236}">
                <a16:creationId xmlns:a16="http://schemas.microsoft.com/office/drawing/2014/main" id="{776ECB18-DBAF-2BDD-C40E-4EABB40220F0}"/>
              </a:ext>
            </a:extLst>
          </p:cNvPr>
          <p:cNvSpPr>
            <a:spLocks noGrp="1"/>
          </p:cNvSpPr>
          <p:nvPr>
            <p:ph sz="half" idx="2"/>
          </p:nvPr>
        </p:nvSpPr>
        <p:spPr/>
        <p:txBody>
          <a:bodyPr/>
          <a:lstStyle/>
          <a:p>
            <a:pPr marL="342900" indent="-342900">
              <a:buFont typeface="+mj-lt"/>
              <a:buAutoNum type="arabicPeriod"/>
            </a:pPr>
            <a:r>
              <a:rPr lang="en-US" dirty="0"/>
              <a:t>Once the leaderboard began extracting sport-specific data correctly, the table rankings would not accurately reflect the data</a:t>
            </a:r>
          </a:p>
          <a:p>
            <a:pPr marL="342900" indent="-342900">
              <a:buFont typeface="+mj-lt"/>
              <a:buAutoNum type="arabicPeriod"/>
            </a:pPr>
            <a:endParaRPr lang="en-US" dirty="0"/>
          </a:p>
        </p:txBody>
      </p:sp>
      <p:sp>
        <p:nvSpPr>
          <p:cNvPr id="5" name="Text Placeholder 4">
            <a:extLst>
              <a:ext uri="{FF2B5EF4-FFF2-40B4-BE49-F238E27FC236}">
                <a16:creationId xmlns:a16="http://schemas.microsoft.com/office/drawing/2014/main" id="{8E815449-EECC-EF8D-AD62-79884879F69F}"/>
              </a:ext>
            </a:extLst>
          </p:cNvPr>
          <p:cNvSpPr>
            <a:spLocks noGrp="1"/>
          </p:cNvSpPr>
          <p:nvPr>
            <p:ph type="body" sz="quarter" idx="3"/>
          </p:nvPr>
        </p:nvSpPr>
        <p:spPr/>
        <p:txBody>
          <a:bodyPr>
            <a:normAutofit/>
          </a:bodyPr>
          <a:lstStyle/>
          <a:p>
            <a:r>
              <a:rPr lang="en-US" sz="2400" b="1" dirty="0">
                <a:solidFill>
                  <a:srgbClr val="8B3625"/>
                </a:solidFill>
              </a:rPr>
              <a:t>Solutions</a:t>
            </a:r>
          </a:p>
        </p:txBody>
      </p:sp>
      <p:sp>
        <p:nvSpPr>
          <p:cNvPr id="6" name="Content Placeholder 5">
            <a:extLst>
              <a:ext uri="{FF2B5EF4-FFF2-40B4-BE49-F238E27FC236}">
                <a16:creationId xmlns:a16="http://schemas.microsoft.com/office/drawing/2014/main" id="{088E4DDC-393B-1288-15A0-F2DC55C7EA64}"/>
              </a:ext>
            </a:extLst>
          </p:cNvPr>
          <p:cNvSpPr>
            <a:spLocks noGrp="1"/>
          </p:cNvSpPr>
          <p:nvPr>
            <p:ph sz="quarter" idx="4"/>
          </p:nvPr>
        </p:nvSpPr>
        <p:spPr/>
        <p:txBody>
          <a:bodyPr/>
          <a:lstStyle/>
          <a:p>
            <a:pPr marL="342900" indent="-342900">
              <a:buFont typeface="+mj-lt"/>
              <a:buAutoNum type="arabicPeriod"/>
            </a:pPr>
            <a:r>
              <a:rPr lang="en-US" dirty="0"/>
              <a:t>Rankings were based on only initial build of the leaderboard table. No matter what, the rankings were based on values at time of rendering. Function to continuously render based on filter implemented.</a:t>
            </a:r>
          </a:p>
        </p:txBody>
      </p:sp>
    </p:spTree>
    <p:extLst>
      <p:ext uri="{BB962C8B-B14F-4D97-AF65-F5344CB8AC3E}">
        <p14:creationId xmlns:p14="http://schemas.microsoft.com/office/powerpoint/2010/main" val="31616000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2" name="Rectangle 11">
            <a:extLst>
              <a:ext uri="{FF2B5EF4-FFF2-40B4-BE49-F238E27FC236}">
                <a16:creationId xmlns:a16="http://schemas.microsoft.com/office/drawing/2014/main" id="{E8BAA160-18A6-38AE-4699-2AD01EF53C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4" name="Rectangle 13">
            <a:extLst>
              <a:ext uri="{FF2B5EF4-FFF2-40B4-BE49-F238E27FC236}">
                <a16:creationId xmlns:a16="http://schemas.microsoft.com/office/drawing/2014/main" id="{04213918-F1EB-4BCE-BE23-F5E9851EE0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6E9A9E5D-07AB-E926-5C64-E2F9B691E543}"/>
              </a:ext>
            </a:extLst>
          </p:cNvPr>
          <p:cNvSpPr>
            <a:spLocks noGrp="1"/>
          </p:cNvSpPr>
          <p:nvPr>
            <p:ph type="title"/>
          </p:nvPr>
        </p:nvSpPr>
        <p:spPr>
          <a:xfrm>
            <a:off x="521208" y="978408"/>
            <a:ext cx="11155680" cy="1463040"/>
          </a:xfrm>
        </p:spPr>
        <p:txBody>
          <a:bodyPr vert="horz" lIns="91440" tIns="45720" rIns="91440" bIns="45720" rtlCol="0" anchor="t">
            <a:normAutofit/>
          </a:bodyPr>
          <a:lstStyle/>
          <a:p>
            <a:r>
              <a:rPr lang="en-US" b="1" kern="1200" dirty="0">
                <a:solidFill>
                  <a:schemeClr val="tx1"/>
                </a:solidFill>
                <a:latin typeface="+mj-lt"/>
                <a:ea typeface="+mj-ea"/>
                <a:cs typeface="+mj-cs"/>
              </a:rPr>
              <a:t>Video Progress </a:t>
            </a:r>
          </a:p>
        </p:txBody>
      </p:sp>
      <p:sp>
        <p:nvSpPr>
          <p:cNvPr id="16" name="Rectangle 15">
            <a:extLst>
              <a:ext uri="{FF2B5EF4-FFF2-40B4-BE49-F238E27FC236}">
                <a16:creationId xmlns:a16="http://schemas.microsoft.com/office/drawing/2014/main" id="{2062E862-C7F7-4CA1-B929-D0B75F5E9F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9" y="508090"/>
            <a:ext cx="11155680"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7" name="Content Placeholder 3">
            <a:extLst>
              <a:ext uri="{FF2B5EF4-FFF2-40B4-BE49-F238E27FC236}">
                <a16:creationId xmlns:a16="http://schemas.microsoft.com/office/drawing/2014/main" id="{09FEC443-CB09-EFC4-CCC3-4CB5EB7F2E1D}"/>
              </a:ext>
            </a:extLst>
          </p:cNvPr>
          <p:cNvGraphicFramePr>
            <a:graphicFrameLocks noGrp="1"/>
          </p:cNvGraphicFramePr>
          <p:nvPr>
            <p:ph sz="half" idx="2"/>
            <p:extLst>
              <p:ext uri="{D42A27DB-BD31-4B8C-83A1-F6EECF244321}">
                <p14:modId xmlns:p14="http://schemas.microsoft.com/office/powerpoint/2010/main" val="523790096"/>
              </p:ext>
            </p:extLst>
          </p:nvPr>
        </p:nvGraphicFramePr>
        <p:xfrm>
          <a:off x="520700" y="2578100"/>
          <a:ext cx="11156950" cy="37671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2270965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EF2B38-CEDA-4975-20B3-61F49EDAA71B}"/>
              </a:ext>
            </a:extLst>
          </p:cNvPr>
          <p:cNvSpPr>
            <a:spLocks noGrp="1"/>
          </p:cNvSpPr>
          <p:nvPr>
            <p:ph type="title"/>
          </p:nvPr>
        </p:nvSpPr>
        <p:spPr/>
        <p:txBody>
          <a:bodyPr/>
          <a:lstStyle/>
          <a:p>
            <a:r>
              <a:rPr lang="en-US"/>
              <a:t>Gant Chart Progress</a:t>
            </a:r>
            <a:endParaRPr lang="en-US" dirty="0"/>
          </a:p>
        </p:txBody>
      </p:sp>
      <p:pic>
        <p:nvPicPr>
          <p:cNvPr id="6" name="Picture 5">
            <a:extLst>
              <a:ext uri="{FF2B5EF4-FFF2-40B4-BE49-F238E27FC236}">
                <a16:creationId xmlns:a16="http://schemas.microsoft.com/office/drawing/2014/main" id="{6D225721-0D4B-0F5E-1772-DBEBF94E117B}"/>
              </a:ext>
            </a:extLst>
          </p:cNvPr>
          <p:cNvPicPr>
            <a:picLocks noChangeAspect="1"/>
          </p:cNvPicPr>
          <p:nvPr/>
        </p:nvPicPr>
        <p:blipFill>
          <a:blip r:embed="rId2"/>
          <a:stretch>
            <a:fillRect/>
          </a:stretch>
        </p:blipFill>
        <p:spPr>
          <a:xfrm>
            <a:off x="666119" y="1795221"/>
            <a:ext cx="11068839" cy="4744858"/>
          </a:xfrm>
          <a:prstGeom prst="rect">
            <a:avLst/>
          </a:prstGeom>
          <a:ln>
            <a:solidFill>
              <a:schemeClr val="tx1"/>
            </a:solidFill>
          </a:ln>
        </p:spPr>
      </p:pic>
    </p:spTree>
    <p:extLst>
      <p:ext uri="{BB962C8B-B14F-4D97-AF65-F5344CB8AC3E}">
        <p14:creationId xmlns:p14="http://schemas.microsoft.com/office/powerpoint/2010/main" val="16190796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817D949E-564D-4503-A64E-D22FA3232C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CD0FCC9-9B2B-2FB9-60E5-72F1827F24DF}"/>
              </a:ext>
            </a:extLst>
          </p:cNvPr>
          <p:cNvSpPr>
            <a:spLocks noGrp="1"/>
          </p:cNvSpPr>
          <p:nvPr>
            <p:ph type="title"/>
          </p:nvPr>
        </p:nvSpPr>
        <p:spPr>
          <a:xfrm>
            <a:off x="521208" y="978408"/>
            <a:ext cx="4032504" cy="3364992"/>
          </a:xfrm>
        </p:spPr>
        <p:txBody>
          <a:bodyPr>
            <a:normAutofit/>
          </a:bodyPr>
          <a:lstStyle/>
          <a:p>
            <a:r>
              <a:rPr lang="en-US" dirty="0"/>
              <a:t>Team Week 5 Schedule:</a:t>
            </a:r>
          </a:p>
        </p:txBody>
      </p:sp>
      <p:sp>
        <p:nvSpPr>
          <p:cNvPr id="30" name="Rectangle 29">
            <a:extLst>
              <a:ext uri="{FF2B5EF4-FFF2-40B4-BE49-F238E27FC236}">
                <a16:creationId xmlns:a16="http://schemas.microsoft.com/office/drawing/2014/main" id="{92BE0106-0C20-465B-A1BE-0BAC2737B1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403250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51808AB-2943-464C-A710-F2A18D8693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65776" y="6300216"/>
            <a:ext cx="6620256"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3" name="Content Placeholder 2">
            <a:extLst>
              <a:ext uri="{FF2B5EF4-FFF2-40B4-BE49-F238E27FC236}">
                <a16:creationId xmlns:a16="http://schemas.microsoft.com/office/drawing/2014/main" id="{44CD89A8-8DA1-F116-3D4F-01244121EF2F}"/>
              </a:ext>
            </a:extLst>
          </p:cNvPr>
          <p:cNvGraphicFramePr>
            <a:graphicFrameLocks noGrp="1"/>
          </p:cNvGraphicFramePr>
          <p:nvPr>
            <p:ph idx="1"/>
            <p:extLst>
              <p:ext uri="{D42A27DB-BD31-4B8C-83A1-F6EECF244321}">
                <p14:modId xmlns:p14="http://schemas.microsoft.com/office/powerpoint/2010/main" val="1837571450"/>
              </p:ext>
            </p:extLst>
          </p:nvPr>
        </p:nvGraphicFramePr>
        <p:xfrm>
          <a:off x="5065776" y="978408"/>
          <a:ext cx="6620256" cy="496519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085312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2A0143-14B3-E3F5-40C1-B722B11D6C3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E69346B-FA36-CD4B-AB2D-E8D1E6148C8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387929111"/>
      </p:ext>
    </p:extLst>
  </p:cSld>
  <p:clrMapOvr>
    <a:masterClrMapping/>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Bierstadt"/>
        <a:ea typeface=""/>
        <a:cs typeface=""/>
      </a:majorFont>
      <a:minorFont>
        <a:latin typeface="Bierstad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docProps/app.xml><?xml version="1.0" encoding="utf-8"?>
<Properties xmlns="http://schemas.openxmlformats.org/officeDocument/2006/extended-properties" xmlns:vt="http://schemas.openxmlformats.org/officeDocument/2006/docPropsVTypes">
  <TotalTime>538</TotalTime>
  <Words>114</Words>
  <Application>Microsoft Office PowerPoint</Application>
  <PresentationFormat>Widescreen</PresentationFormat>
  <Paragraphs>25</Paragraphs>
  <Slides>7</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Bierstadt</vt:lpstr>
      <vt:lpstr>GestaltVTI</vt:lpstr>
      <vt:lpstr>Vulcan Activity Tracker</vt:lpstr>
      <vt:lpstr>Weekly Progress</vt:lpstr>
      <vt:lpstr>Challenges &amp; Solutions</vt:lpstr>
      <vt:lpstr>Video Progress </vt:lpstr>
      <vt:lpstr>Gant Chart Progress</vt:lpstr>
      <vt:lpstr>Team Week 5 Schedule: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Gerega</dc:creator>
  <cp:lastModifiedBy>John Gerega</cp:lastModifiedBy>
  <cp:revision>3</cp:revision>
  <dcterms:created xsi:type="dcterms:W3CDTF">2026-02-02T20:32:56Z</dcterms:created>
  <dcterms:modified xsi:type="dcterms:W3CDTF">2026-02-13T20:54:52Z</dcterms:modified>
</cp:coreProperties>
</file>