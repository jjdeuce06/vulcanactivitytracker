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80" r:id="rId4"/>
    <p:sldId id="264" r:id="rId5"/>
    <p:sldId id="281" r:id="rId6"/>
    <p:sldId id="259" r:id="rId7"/>
    <p:sldId id="275" r:id="rId8"/>
    <p:sldId id="279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8BD0A3-E72A-4148-9985-93B00B834DD1}" v="20" dt="2026-04-16T21:07:46.3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9" d="100"/>
          <a:sy n="79" d="100"/>
        </p:scale>
        <p:origin x="6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14T17:16:21.241" v="2683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</pc:sldChg>
      <pc:sldChg chg="modSp mod">
        <pc:chgData name="John Gerega" userId="bd3e1e46fb6a714b" providerId="LiveId" clId="{45F0C402-C550-4C82-B31D-5B32217A5E94}" dt="2026-04-14T17:16:21.241" v="2683" actId="20577"/>
        <pc:sldMkLst>
          <pc:docMk/>
          <pc:sldMk cId="606434410" sldId="275"/>
        </pc:sldMkLst>
        <pc:graphicFrameChg chg="modGraphic">
          <ac:chgData name="John Gerega" userId="bd3e1e46fb6a714b" providerId="LiveId" clId="{45F0C402-C550-4C82-B31D-5B32217A5E94}" dt="2026-04-14T17:16:21.241" v="2683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 sldOrd addSection delSection">
      <pc:chgData name="Margo Bonal" userId="18c9fa0f-b53d-478b-9dc0-6ad88786c19f" providerId="ADAL" clId="{93D479E5-F67F-4B8A-A78F-A0B574A116B6}" dt="2026-04-16T21:09:17.487" v="3965" actId="20577"/>
      <pc:docMkLst>
        <pc:docMk/>
      </pc:docMkLst>
      <pc:sldChg chg="addSp delSp modSp mod">
        <pc:chgData name="Margo Bonal" userId="18c9fa0f-b53d-478b-9dc0-6ad88786c19f" providerId="ADAL" clId="{93D479E5-F67F-4B8A-A78F-A0B574A116B6}" dt="2026-04-16T21:09:17.487" v="3965" actId="2057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3-30T22:08:34.818" v="2527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4-16T21:09:17.487" v="3965" actId="2057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4-16T21:01:05.603" v="3864"/>
          <ac:spMkLst>
            <pc:docMk/>
            <pc:sldMk cId="850630602" sldId="257"/>
            <ac:spMk id="5" creationId="{395342C8-E04B-2162-020A-4681778ACE06}"/>
          </ac:spMkLst>
        </pc:spChg>
        <pc:spChg chg="add">
          <ac:chgData name="Margo Bonal" userId="18c9fa0f-b53d-478b-9dc0-6ad88786c19f" providerId="ADAL" clId="{93D479E5-F67F-4B8A-A78F-A0B574A116B6}" dt="2026-04-16T21:01:08.129" v="3865"/>
          <ac:spMkLst>
            <pc:docMk/>
            <pc:sldMk cId="850630602" sldId="257"/>
            <ac:spMk id="6" creationId="{1E76F355-8472-420A-DD2C-CE65BAFB6324}"/>
          </ac:spMkLst>
        </pc:spChg>
        <pc:spChg chg="add">
          <ac:chgData name="Margo Bonal" userId="18c9fa0f-b53d-478b-9dc0-6ad88786c19f" providerId="ADAL" clId="{93D479E5-F67F-4B8A-A78F-A0B574A116B6}" dt="2026-04-16T21:01:10.300" v="3866"/>
          <ac:spMkLst>
            <pc:docMk/>
            <pc:sldMk cId="850630602" sldId="257"/>
            <ac:spMk id="7" creationId="{D4D2537A-AC35-D7B5-52C0-6E753B2EC17A}"/>
          </ac:spMkLst>
        </pc:spChg>
        <pc:spChg chg="add">
          <ac:chgData name="Margo Bonal" userId="18c9fa0f-b53d-478b-9dc0-6ad88786c19f" providerId="ADAL" clId="{93D479E5-F67F-4B8A-A78F-A0B574A116B6}" dt="2026-04-16T21:01:16.056" v="3874"/>
          <ac:spMkLst>
            <pc:docMk/>
            <pc:sldMk cId="850630602" sldId="257"/>
            <ac:spMk id="8" creationId="{93E54D18-111D-0CCD-47BA-11D137323642}"/>
          </ac:spMkLst>
        </pc:spChg>
        <pc:spChg chg="add">
          <ac:chgData name="Margo Bonal" userId="18c9fa0f-b53d-478b-9dc0-6ad88786c19f" providerId="ADAL" clId="{93D479E5-F67F-4B8A-A78F-A0B574A116B6}" dt="2026-04-16T21:01:34.651" v="3879"/>
          <ac:spMkLst>
            <pc:docMk/>
            <pc:sldMk cId="850630602" sldId="257"/>
            <ac:spMk id="9" creationId="{2B63DC5E-37C9-A44E-8CFC-7875B511E3B6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6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8" creationId="{04357C93-F0CB-4A1C-8F77-4E9063789819}"/>
          </ac:spMkLst>
        </pc:spChg>
        <pc:grpChg chg="add">
          <ac:chgData name="Margo Bonal" userId="18c9fa0f-b53d-478b-9dc0-6ad88786c19f" providerId="ADAL" clId="{93D479E5-F67F-4B8A-A78F-A0B574A116B6}" dt="2026-03-30T22:08:24.843" v="2522" actId="26606"/>
          <ac:grpSpMkLst>
            <pc:docMk/>
            <pc:sldMk cId="850630602" sldId="257"/>
            <ac:grpSpMk id="47" creationId="{3AF6A671-C637-4547-85F4-51B6D1881399}"/>
          </ac:grpSpMkLst>
        </pc:grpChg>
        <pc:picChg chg="add mod ord">
          <ac:chgData name="Margo Bonal" userId="18c9fa0f-b53d-478b-9dc0-6ad88786c19f" providerId="ADAL" clId="{93D479E5-F67F-4B8A-A78F-A0B574A116B6}" dt="2026-03-30T22:08:24.843" v="2522" actId="26606"/>
          <ac:picMkLst>
            <pc:docMk/>
            <pc:sldMk cId="850630602" sldId="257"/>
            <ac:picMk id="4" creationId="{01D0E672-3D69-D0A4-00DD-6EEF061C1C1F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36.677" v="3814" actId="122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4-09T13:35:36.677" v="3814" actId="122"/>
          <ac:spMkLst>
            <pc:docMk/>
            <pc:sldMk cId="3713997872" sldId="259"/>
            <ac:spMk id="5" creationId="{331CE70E-6CCB-81A3-9CE7-F5BEF0B6CA1C}"/>
          </ac:spMkLst>
        </pc:spChg>
        <pc:spChg chg="add mod">
          <ac:chgData name="Margo Bonal" userId="18c9fa0f-b53d-478b-9dc0-6ad88786c19f" providerId="ADAL" clId="{93D479E5-F67F-4B8A-A78F-A0B574A116B6}" dt="2026-03-30T21:23:47.482" v="987" actId="478"/>
          <ac:spMkLst>
            <pc:docMk/>
            <pc:sldMk cId="3713997872" sldId="259"/>
            <ac:spMk id="8" creationId="{243C43E9-308C-3F97-571D-4B2588459719}"/>
          </ac:spMkLst>
        </pc:spChg>
        <pc:picChg chg="add mod">
          <ac:chgData name="Margo Bonal" userId="18c9fa0f-b53d-478b-9dc0-6ad88786c19f" providerId="ADAL" clId="{93D479E5-F67F-4B8A-A78F-A0B574A116B6}" dt="2026-03-30T21:56:07.063" v="2111" actId="14100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17.931" v="3813" actId="115"/>
        <pc:sldMkLst>
          <pc:docMk/>
          <pc:sldMk cId="2561402868" sldId="264"/>
        </pc:sldMkLst>
        <pc:spChg chg="add mod">
          <ac:chgData name="Margo Bonal" userId="18c9fa0f-b53d-478b-9dc0-6ad88786c19f" providerId="ADAL" clId="{93D479E5-F67F-4B8A-A78F-A0B574A116B6}" dt="2026-04-09T13:21:30.865" v="3432" actId="1076"/>
          <ac:spMkLst>
            <pc:docMk/>
            <pc:sldMk cId="2561402868" sldId="264"/>
            <ac:spMk id="2" creationId="{02FE80CD-EADA-FCE8-C9C2-A97024CA7E4E}"/>
          </ac:spMkLst>
        </pc:spChg>
        <pc:spChg chg="add mod">
          <ac:chgData name="Margo Bonal" userId="18c9fa0f-b53d-478b-9dc0-6ad88786c19f" providerId="ADAL" clId="{93D479E5-F67F-4B8A-A78F-A0B574A116B6}" dt="2026-04-09T13:22:07.812" v="3437" actId="1076"/>
          <ac:spMkLst>
            <pc:docMk/>
            <pc:sldMk cId="2561402868" sldId="264"/>
            <ac:spMk id="3" creationId="{EE3A7013-427A-D329-7065-099CB2E8DF32}"/>
          </ac:spMkLst>
        </pc:spChg>
        <pc:spChg chg="add mod">
          <ac:chgData name="Margo Bonal" userId="18c9fa0f-b53d-478b-9dc0-6ad88786c19f" providerId="ADAL" clId="{93D479E5-F67F-4B8A-A78F-A0B574A116B6}" dt="2026-04-09T13:35:17.931" v="3813" actId="115"/>
          <ac:spMkLst>
            <pc:docMk/>
            <pc:sldMk cId="2561402868" sldId="264"/>
            <ac:spMk id="4" creationId="{1C887DFC-839F-0DF5-2BFF-4D0D0149ACB2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0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2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4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6" creationId="{F10BCCF5-D685-47FF-B675-647EAEB72C8E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8" creationId="{B0EE8A42-107A-4D4C-8D56-BBAE95C7FC0D}"/>
          </ac:spMkLst>
        </pc:spChg>
        <pc:picChg chg="add mod">
          <ac:chgData name="Margo Bonal" userId="18c9fa0f-b53d-478b-9dc0-6ad88786c19f" providerId="ADAL" clId="{93D479E5-F67F-4B8A-A78F-A0B574A116B6}" dt="2026-04-09T13:34:43.494" v="3807" actId="1076"/>
          <ac:picMkLst>
            <pc:docMk/>
            <pc:sldMk cId="2561402868" sldId="264"/>
            <ac:picMk id="2050" creationId="{E2914869-979F-F160-748E-9C42739E978D}"/>
          </ac:picMkLst>
        </pc:picChg>
        <pc:picChg chg="add mod">
          <ac:chgData name="Margo Bonal" userId="18c9fa0f-b53d-478b-9dc0-6ad88786c19f" providerId="ADAL" clId="{93D479E5-F67F-4B8A-A78F-A0B574A116B6}" dt="2026-04-09T13:35:04.328" v="3811" actId="1076"/>
          <ac:picMkLst>
            <pc:docMk/>
            <pc:sldMk cId="2561402868" sldId="264"/>
            <ac:picMk id="2052" creationId="{5A01E59D-1B37-A98E-7F31-80DAC36672FA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36:42.127" v="3827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 mod">
          <ac:chgData name="Margo Bonal" userId="18c9fa0f-b53d-478b-9dc0-6ad88786c19f" providerId="ADAL" clId="{93D479E5-F67F-4B8A-A78F-A0B574A116B6}" dt="2026-04-09T13:35:53.927" v="3822" actId="1076"/>
          <ac:spMkLst>
            <pc:docMk/>
            <pc:sldMk cId="606434410" sldId="275"/>
            <ac:spMk id="3" creationId="{5BA1FDAB-BF64-1FC7-8CE6-75537E5CD8D5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4-09T13:36:42.127" v="382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09T13:34:23.453" v="3806" actId="27636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2" creationId="{153C799C-4835-C8CB-B090-70E82B558CED}"/>
          </ac:spMkLst>
        </pc:spChg>
        <pc:spChg chg="add mod">
          <ac:chgData name="Margo Bonal" userId="18c9fa0f-b53d-478b-9dc0-6ad88786c19f" providerId="ADAL" clId="{93D479E5-F67F-4B8A-A78F-A0B574A116B6}" dt="2026-04-09T13:34:23.453" v="3806" actId="27636"/>
          <ac:spMkLst>
            <pc:docMk/>
            <pc:sldMk cId="3773506301" sldId="278"/>
            <ac:spMk id="4" creationId="{B7AD252D-6AEF-5D34-92C0-C2F37203AEB8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07:04.833" v="3109" actId="1076"/>
        <pc:sldMkLst>
          <pc:docMk/>
          <pc:sldMk cId="532806018" sldId="279"/>
        </pc:sldMkLst>
        <pc:spChg chg="mod">
          <ac:chgData name="Margo Bonal" userId="18c9fa0f-b53d-478b-9dc0-6ad88786c19f" providerId="ADAL" clId="{93D479E5-F67F-4B8A-A78F-A0B574A116B6}" dt="2026-04-09T13:07:04.833" v="3109" actId="1076"/>
          <ac:spMkLst>
            <pc:docMk/>
            <pc:sldMk cId="532806018" sldId="279"/>
            <ac:spMk id="2" creationId="{255BA779-BC14-3414-2543-22E141EF061A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39" creationId="{1A3C89F8-0D2F-47FF-B903-151248265F47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0" creationId="{C5CB530E-515E-412C-9DF1-5F8FFBD6F383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1" creationId="{712D4376-A578-4FF1-94FC-245E7A6A48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2" creationId="{AEA7509D-F04F-40CB-A0B3-EEF16499CC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4" creationId="{508BEF50-7B1E-49A4-BC19-5F4F1D755E64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5" creationId="{3FBAD350-5664-4811-A208-657FB882D350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6" creationId="{C39ADB8F-D187-49D7-BDCF-C1B6DC727068}"/>
          </ac:spMkLst>
        </pc:spChg>
        <pc:cxnChg chg="add">
          <ac:chgData name="Margo Bonal" userId="18c9fa0f-b53d-478b-9dc0-6ad88786c19f" providerId="ADAL" clId="{93D479E5-F67F-4B8A-A78F-A0B574A116B6}" dt="2026-04-09T13:06:45.235" v="3104" actId="26606"/>
          <ac:cxnSpMkLst>
            <pc:docMk/>
            <pc:sldMk cId="532806018" sldId="279"/>
            <ac:cxnSpMk id="43" creationId="{56020367-4FD5-4596-8E10-C5F095CD8DBF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4-16T14:00:34.226" v="3829" actId="1076"/>
        <pc:sldMkLst>
          <pc:docMk/>
          <pc:sldMk cId="2474028920" sldId="280"/>
        </pc:sldMkLst>
        <pc:spChg chg="mo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2" creationId="{B666C79B-15BD-0F1D-9881-740DA4CFFA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1" creationId="{4E130362-2F35-4AB7-9EA5-DBC0F771A58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2" creationId="{56BE988C-7A5B-41EC-A46C-AEA93D8D32F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3" creationId="{E3CB1EC0-40A9-4D5E-B7E2-6E3423CE28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4" creationId="{DCBE52EF-2889-423F-947C-0E44A760D696}"/>
          </ac:spMkLst>
        </pc:spChg>
        <pc:picChg chg="add mod">
          <ac:chgData name="Margo Bonal" userId="18c9fa0f-b53d-478b-9dc0-6ad88786c19f" providerId="ADAL" clId="{93D479E5-F67F-4B8A-A78F-A0B574A116B6}" dt="2026-04-16T14:00:34.226" v="3829" actId="1076"/>
          <ac:picMkLst>
            <pc:docMk/>
            <pc:sldMk cId="2474028920" sldId="280"/>
            <ac:picMk id="3" creationId="{0F1D920F-0BAE-D0DE-A928-BA4537274DDF}"/>
          </ac:picMkLst>
        </pc:picChg>
        <pc:picChg chg="add mod or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4" creationId="{EDFBADEB-616D-34B9-5432-DC7881488B99}"/>
          </ac:picMkLst>
        </pc:picChg>
        <pc:picChg chg="add mo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5" creationId="{6FFB3FA8-3C5A-C5BD-77A6-08D932D39EC5}"/>
          </ac:picMkLst>
        </pc:picChg>
        <pc:picChg chg="add mo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6" creationId="{B8F60341-51FB-4BA3-3CDA-6A5D89CF768D}"/>
          </ac:picMkLst>
        </pc:picChg>
        <pc:picChg chg="add mod or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7" creationId="{9E248987-0EF8-5FE1-35CE-14FB215C9B88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29:27.355" v="3697" actId="20577"/>
        <pc:sldMkLst>
          <pc:docMk/>
          <pc:sldMk cId="2582527457" sldId="281"/>
        </pc:sldMkLst>
        <pc:spChg chg="mod">
          <ac:chgData name="Margo Bonal" userId="18c9fa0f-b53d-478b-9dc0-6ad88786c19f" providerId="ADAL" clId="{93D479E5-F67F-4B8A-A78F-A0B574A116B6}" dt="2026-04-09T13:28:58.515" v="3689" actId="1076"/>
          <ac:spMkLst>
            <pc:docMk/>
            <pc:sldMk cId="2582527457" sldId="281"/>
            <ac:spMk id="2" creationId="{E518CE02-C586-54B8-3A67-74E2C0971911}"/>
          </ac:spMkLst>
        </pc:spChg>
        <pc:spChg chg="add del mod">
          <ac:chgData name="Margo Bonal" userId="18c9fa0f-b53d-478b-9dc0-6ad88786c19f" providerId="ADAL" clId="{93D479E5-F67F-4B8A-A78F-A0B574A116B6}" dt="2026-04-09T13:29:27.355" v="3697" actId="20577"/>
          <ac:spMkLst>
            <pc:docMk/>
            <pc:sldMk cId="2582527457" sldId="281"/>
            <ac:spMk id="3" creationId="{88E87286-C813-E53C-8EAF-C70AA9478D5A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5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7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9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4-09T13:28:52.291" v="3687" actId="26606"/>
          <ac:cxnSpMkLst>
            <pc:docMk/>
            <pc:sldMk cId="2582527457" sldId="281"/>
            <ac:cxnSpMk id="51" creationId="{F7C8EA93-3210-4C62-99E9-153C275E3A87}"/>
          </ac:cxnSpMkLst>
        </pc:cxn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jjdeuce06.github.io/VulcanActivityTracke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11854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07" y="2276918"/>
            <a:ext cx="5043190" cy="4020936"/>
          </a:xfrm>
        </p:spPr>
        <p:txBody>
          <a:bodyPr vert="horz" lIns="91440" tIns="45720" rIns="91440" bIns="45720" rtlCol="0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Fitness app for tracking campus athletics activities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Combines multiple fitness tools into one platform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Connect with </a:t>
            </a:r>
            <a:r>
              <a:rPr lang="en-US" sz="2000">
                <a:solidFill>
                  <a:schemeClr val="tx1"/>
                </a:solidFill>
              </a:rPr>
              <a:t>friends to </a:t>
            </a:r>
            <a:r>
              <a:rPr lang="en-US" sz="2000" dirty="0">
                <a:solidFill>
                  <a:schemeClr val="tx1"/>
                </a:solidFill>
              </a:rPr>
              <a:t>build a fitness community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Supports student organizations needs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Free and accessible for all students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01D0E672-3D69-D0A4-00DD-6EEF061C1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898B8EB-E53C-4E72-9817-B4BFCAD73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4E130362-2F35-4AB7-9EA5-DBC0F771A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56BE988C-7A5B-41EC-A46C-AEA93D8D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6C79B-15BD-0F1D-9881-740DA4CF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1124712"/>
            <a:ext cx="4023360" cy="32004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Development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CB1EC0-40A9-4D5E-B7E2-6E3423CE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8" descr="Docker Logo PNG Transparent &amp; SVG Vector - Freebie Supply">
            <a:extLst>
              <a:ext uri="{FF2B5EF4-FFF2-40B4-BE49-F238E27FC236}">
                <a16:creationId xmlns:a16="http://schemas.microsoft.com/office/drawing/2014/main" id="{9E248987-0EF8-5FE1-35CE-14FB215C9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746840"/>
            <a:ext cx="3236976" cy="2427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Understanding Flask and Building Web API using Python and Flask. | by  Nikhil pentapalli | Analytics Vidhya | Medium">
            <a:extLst>
              <a:ext uri="{FF2B5EF4-FFF2-40B4-BE49-F238E27FC236}">
                <a16:creationId xmlns:a16="http://schemas.microsoft.com/office/drawing/2014/main" id="{6FFB3FA8-3C5A-C5BD-77A6-08D932D39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5" r="18964" b="11215"/>
          <a:stretch>
            <a:fillRect/>
          </a:stretch>
        </p:blipFill>
        <p:spPr bwMode="auto">
          <a:xfrm>
            <a:off x="8764077" y="625682"/>
            <a:ext cx="3118998" cy="267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DCBE52EF-2889-423F-947C-0E44A760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10" descr="Icon Request: fa-javascript OR fa-js · Issue #11419 ·  FortAwesome/Font-Awesome">
            <a:extLst>
              <a:ext uri="{FF2B5EF4-FFF2-40B4-BE49-F238E27FC236}">
                <a16:creationId xmlns:a16="http://schemas.microsoft.com/office/drawing/2014/main" id="{EDFBADEB-616D-34B9-5432-DC7881488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3776268"/>
            <a:ext cx="3236976" cy="1893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SQL in Azure Pricing - Azure SQL Server Database - Royal Discount - Royal  Discount">
            <a:extLst>
              <a:ext uri="{FF2B5EF4-FFF2-40B4-BE49-F238E27FC236}">
                <a16:creationId xmlns:a16="http://schemas.microsoft.com/office/drawing/2014/main" id="{B8F60341-51FB-4BA3-3CDA-6A5D89CF7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06042" y="3870601"/>
            <a:ext cx="3236976" cy="171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1D920F-0BAE-D0DE-A928-BA4537274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5218" b="34796"/>
          <a:stretch>
            <a:fillRect/>
          </a:stretch>
        </p:blipFill>
        <p:spPr>
          <a:xfrm>
            <a:off x="6746111" y="5673235"/>
            <a:ext cx="3728977" cy="111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02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887DFC-839F-0DF5-2BFF-4D0D0149ACB2}"/>
              </a:ext>
            </a:extLst>
          </p:cNvPr>
          <p:cNvSpPr txBox="1">
            <a:spLocks/>
          </p:cNvSpPr>
          <p:nvPr/>
        </p:nvSpPr>
        <p:spPr>
          <a:xfrm>
            <a:off x="2292407" y="926821"/>
            <a:ext cx="7300860" cy="11000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Collaboration Method</a:t>
            </a:r>
          </a:p>
        </p:txBody>
      </p:sp>
      <p:pic>
        <p:nvPicPr>
          <p:cNvPr id="2050" name="Picture 2" descr="Logo - Brand Toolkit">
            <a:extLst>
              <a:ext uri="{FF2B5EF4-FFF2-40B4-BE49-F238E27FC236}">
                <a16:creationId xmlns:a16="http://schemas.microsoft.com/office/drawing/2014/main" id="{E2914869-979F-F160-748E-9C42739E97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4" t="26243" r="15350" b="23699"/>
          <a:stretch>
            <a:fillRect/>
          </a:stretch>
        </p:blipFill>
        <p:spPr bwMode="auto">
          <a:xfrm>
            <a:off x="842766" y="2388061"/>
            <a:ext cx="4654820" cy="1492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hat is Agile Software Development?">
            <a:extLst>
              <a:ext uri="{FF2B5EF4-FFF2-40B4-BE49-F238E27FC236}">
                <a16:creationId xmlns:a16="http://schemas.microsoft.com/office/drawing/2014/main" id="{5A01E59D-1B37-A98E-7F31-80DAC3667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8861" y="2388061"/>
            <a:ext cx="3264621" cy="153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FE80CD-EADA-FCE8-C9C2-A97024CA7E4E}"/>
              </a:ext>
            </a:extLst>
          </p:cNvPr>
          <p:cNvSpPr txBox="1"/>
          <p:nvPr/>
        </p:nvSpPr>
        <p:spPr>
          <a:xfrm>
            <a:off x="859520" y="3980651"/>
            <a:ext cx="44154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Shared Team Repository, Implemented Branching policies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3A7013-427A-D329-7065-099CB2E8DF32}"/>
              </a:ext>
            </a:extLst>
          </p:cNvPr>
          <p:cNvSpPr txBox="1"/>
          <p:nvPr/>
        </p:nvSpPr>
        <p:spPr>
          <a:xfrm>
            <a:off x="6545703" y="3988098"/>
            <a:ext cx="5144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SDL: Agile, assigned tasks merged upon completion </a:t>
            </a:r>
          </a:p>
        </p:txBody>
      </p:sp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8CE02-C586-54B8-3A67-74E2C097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4868" y="817934"/>
            <a:ext cx="9144000" cy="10285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87286-C813-E53C-8EAF-C70AA9478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112471"/>
            <a:ext cx="9144000" cy="3271553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Modern UI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Aid Students overall organization by reducing app paywall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Data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SHA-256 &amp; Argon2 paired with salt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Prevents GPU, ASIC, rainbow, and Parallel attacks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 stored as unique 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information never sent as raw data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252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1CE70E-6CCB-81A3-9CE7-F5BEF0B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2218" y="203921"/>
            <a:ext cx="4509215" cy="112885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Gantt Chart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43C43E9-308C-3F97-571D-4B2588459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02B36E-6D51-126E-4A69-0F52E1A3F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1" y="2168842"/>
            <a:ext cx="12095110" cy="468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C076D5-0B0F-A0A5-DAB4-A94391E2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702" y="291688"/>
            <a:ext cx="10515600" cy="1004594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Business Model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1FDAB-BF64-1FC7-8CE6-75537E5CD8D5}"/>
              </a:ext>
            </a:extLst>
          </p:cNvPr>
          <p:cNvSpPr txBox="1"/>
          <p:nvPr/>
        </p:nvSpPr>
        <p:spPr>
          <a:xfrm>
            <a:off x="3955284" y="1929650"/>
            <a:ext cx="4752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Estimated Production for 100 users/month:</a:t>
            </a:r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EACA2E-750E-36F7-A7AE-14DB1D64E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26350"/>
              </p:ext>
            </p:extLst>
          </p:nvPr>
        </p:nvGraphicFramePr>
        <p:xfrm>
          <a:off x="2195502" y="3044990"/>
          <a:ext cx="8128000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09541740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44060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1493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Microsoft Azure SQL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$7 – $15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13341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Azure 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$7 – $20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554711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Render Hosting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$7 – $15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904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Domain: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83009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Monthly Maintenance: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$5 – $10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63185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MailerSend</a:t>
                      </a:r>
                      <a:r>
                        <a:rPr lang="en-US" dirty="0"/>
                        <a:t> Starter Subscription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6242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Total: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$55 – $89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3192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434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BA779-BC14-3414-2543-22E141EF0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03" y="2504911"/>
            <a:ext cx="9328558" cy="17261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Demonstration</a:t>
            </a:r>
          </a:p>
        </p:txBody>
      </p:sp>
      <p:sp>
        <p:nvSpPr>
          <p:cNvPr id="4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2806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7AD252D-6AEF-5D34-92C0-C2F37203AEB8}"/>
              </a:ext>
            </a:extLst>
          </p:cNvPr>
          <p:cNvSpPr txBox="1">
            <a:spLocks/>
          </p:cNvSpPr>
          <p:nvPr/>
        </p:nvSpPr>
        <p:spPr>
          <a:xfrm>
            <a:off x="310853" y="5480501"/>
            <a:ext cx="11476057" cy="119644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/>
              <a:t>Documentation: </a:t>
            </a:r>
            <a:r>
              <a:rPr lang="en-US" sz="3500" dirty="0">
                <a:solidFill>
                  <a:srgbClr val="0070C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dirty="0">
              <a:solidFill>
                <a:srgbClr val="0070C0"/>
              </a:solidFill>
            </a:endParaRPr>
          </a:p>
          <a:p>
            <a:endParaRPr lang="en-US" sz="3500" dirty="0">
              <a:solidFill>
                <a:srgbClr val="0070C0"/>
              </a:solidFill>
            </a:endParaRPr>
          </a:p>
          <a:p>
            <a:r>
              <a:rPr lang="en-US" sz="3500" dirty="0"/>
              <a:t>Live: </a:t>
            </a:r>
            <a:r>
              <a:rPr lang="en-US" sz="3500" dirty="0">
                <a:solidFill>
                  <a:srgbClr val="0070C0"/>
                </a:solidFill>
              </a:rPr>
              <a:t>https://vulcanactivitytracker.onrender.com</a:t>
            </a:r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871</TotalTime>
  <Words>196</Words>
  <Application>Microsoft Office PowerPoint</Application>
  <PresentationFormat>Widescreen</PresentationFormat>
  <Paragraphs>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Vulcan Activity Tracker</vt:lpstr>
      <vt:lpstr>Description</vt:lpstr>
      <vt:lpstr>Development Stack</vt:lpstr>
      <vt:lpstr>PowerPoint Presentation</vt:lpstr>
      <vt:lpstr>Project Goals</vt:lpstr>
      <vt:lpstr>Gantt Chart</vt:lpstr>
      <vt:lpstr>Business Model </vt:lpstr>
      <vt:lpstr>Live Demonstration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10</cp:revision>
  <dcterms:created xsi:type="dcterms:W3CDTF">2026-01-22T18:57:02Z</dcterms:created>
  <dcterms:modified xsi:type="dcterms:W3CDTF">2026-04-16T21:09:24Z</dcterms:modified>
</cp:coreProperties>
</file>