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6" r:id="rId2"/>
    <p:sldId id="257" r:id="rId3"/>
    <p:sldId id="280" r:id="rId4"/>
    <p:sldId id="264" r:id="rId5"/>
    <p:sldId id="281" r:id="rId6"/>
    <p:sldId id="259" r:id="rId7"/>
    <p:sldId id="279" r:id="rId8"/>
    <p:sldId id="275" r:id="rId9"/>
    <p:sldId id="27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2FA33C1-F523-4383-BC77-0B58484EDADC}" v="1" dt="2026-04-22T12:03:41.1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undo custSel addSld delSld modSld">
      <pc:chgData name="John Gerega" userId="bd3e1e46fb6a714b" providerId="LiveId" clId="{45F0C402-C550-4C82-B31D-5B32217A5E94}" dt="2026-04-14T17:16:21.241" v="2683" actId="20577"/>
      <pc:docMkLst>
        <pc:docMk/>
      </pc:docMkLst>
      <pc:sldChg chg="modSp mod">
        <pc:chgData name="John Gerega" userId="bd3e1e46fb6a714b" providerId="LiveId" clId="{45F0C402-C550-4C82-B31D-5B32217A5E94}" dt="2026-03-29T13:00:56.525" v="2636" actId="20577"/>
        <pc:sldMkLst>
          <pc:docMk/>
          <pc:sldMk cId="2561402868" sldId="264"/>
        </pc:sldMkLst>
      </pc:sldChg>
      <pc:sldChg chg="modSp mod">
        <pc:chgData name="John Gerega" userId="bd3e1e46fb6a714b" providerId="LiveId" clId="{45F0C402-C550-4C82-B31D-5B32217A5E94}" dt="2026-04-14T17:16:21.241" v="2683" actId="20577"/>
        <pc:sldMkLst>
          <pc:docMk/>
          <pc:sldMk cId="606434410" sldId="275"/>
        </pc:sldMkLst>
        <pc:graphicFrameChg chg="modGraphic">
          <ac:chgData name="John Gerega" userId="bd3e1e46fb6a714b" providerId="LiveId" clId="{45F0C402-C550-4C82-B31D-5B32217A5E94}" dt="2026-04-14T17:16:21.241" v="2683" actId="20577"/>
          <ac:graphicFrameMkLst>
            <pc:docMk/>
            <pc:sldMk cId="606434410" sldId="275"/>
            <ac:graphicFrameMk id="6" creationId="{27EACA2E-750E-36F7-A7AE-14DB1D64E678}"/>
          </ac:graphicFrameMkLst>
        </pc:graphicFrameChg>
      </pc:sldChg>
    </pc:docChg>
  </pc:docChgLst>
  <pc:docChgLst>
    <pc:chgData name="Margo Bonal" userId="18c9fa0f-b53d-478b-9dc0-6ad88786c19f" providerId="ADAL" clId="{93D479E5-F67F-4B8A-A78F-A0B574A116B6}"/>
    <pc:docChg chg="undo redo custSel addSld delSld modSld sldOrd addSection delSection">
      <pc:chgData name="Margo Bonal" userId="18c9fa0f-b53d-478b-9dc0-6ad88786c19f" providerId="ADAL" clId="{93D479E5-F67F-4B8A-A78F-A0B574A116B6}" dt="2026-04-21T15:26:24.082" v="3978"/>
      <pc:docMkLst>
        <pc:docMk/>
      </pc:docMkLst>
      <pc:sldChg chg="addSp delSp modSp mod">
        <pc:chgData name="Margo Bonal" userId="18c9fa0f-b53d-478b-9dc0-6ad88786c19f" providerId="ADAL" clId="{93D479E5-F67F-4B8A-A78F-A0B574A116B6}" dt="2026-04-19T17:11:20.284" v="3976" actId="20577"/>
        <pc:sldMkLst>
          <pc:docMk/>
          <pc:sldMk cId="850630602" sldId="257"/>
        </pc:sldMkLst>
        <pc:spChg chg="mod">
          <ac:chgData name="Margo Bonal" userId="18c9fa0f-b53d-478b-9dc0-6ad88786c19f" providerId="ADAL" clId="{93D479E5-F67F-4B8A-A78F-A0B574A116B6}" dt="2026-03-30T22:08:34.818" v="2527" actId="14100"/>
          <ac:spMkLst>
            <pc:docMk/>
            <pc:sldMk cId="850630602" sldId="257"/>
            <ac:spMk id="2" creationId="{F4D47601-A3D5-5EAD-C1BB-4EBE55051F15}"/>
          </ac:spMkLst>
        </pc:spChg>
        <pc:spChg chg="mod">
          <ac:chgData name="Margo Bonal" userId="18c9fa0f-b53d-478b-9dc0-6ad88786c19f" providerId="ADAL" clId="{93D479E5-F67F-4B8A-A78F-A0B574A116B6}" dt="2026-04-19T17:11:20.284" v="3976" actId="20577"/>
          <ac:spMkLst>
            <pc:docMk/>
            <pc:sldMk cId="850630602" sldId="257"/>
            <ac:spMk id="3" creationId="{3AD821AA-AA04-E3EB-5027-44FA0EFD591D}"/>
          </ac:spMkLst>
        </pc:spChg>
        <pc:spChg chg="add">
          <ac:chgData name="Margo Bonal" userId="18c9fa0f-b53d-478b-9dc0-6ad88786c19f" providerId="ADAL" clId="{93D479E5-F67F-4B8A-A78F-A0B574A116B6}" dt="2026-03-30T22:08:24.843" v="2522" actId="26606"/>
          <ac:spMkLst>
            <pc:docMk/>
            <pc:sldMk cId="850630602" sldId="257"/>
            <ac:spMk id="46" creationId="{91DC6ABD-215C-4EA8-A483-CEF5B99AB385}"/>
          </ac:spMkLst>
        </pc:spChg>
        <pc:spChg chg="add">
          <ac:chgData name="Margo Bonal" userId="18c9fa0f-b53d-478b-9dc0-6ad88786c19f" providerId="ADAL" clId="{93D479E5-F67F-4B8A-A78F-A0B574A116B6}" dt="2026-03-30T22:08:24.843" v="2522" actId="26606"/>
          <ac:spMkLst>
            <pc:docMk/>
            <pc:sldMk cId="850630602" sldId="257"/>
            <ac:spMk id="48" creationId="{04357C93-F0CB-4A1C-8F77-4E9063789819}"/>
          </ac:spMkLst>
        </pc:spChg>
        <pc:grpChg chg="add">
          <ac:chgData name="Margo Bonal" userId="18c9fa0f-b53d-478b-9dc0-6ad88786c19f" providerId="ADAL" clId="{93D479E5-F67F-4B8A-A78F-A0B574A116B6}" dt="2026-03-30T22:08:24.843" v="2522" actId="26606"/>
          <ac:grpSpMkLst>
            <pc:docMk/>
            <pc:sldMk cId="850630602" sldId="257"/>
            <ac:grpSpMk id="47" creationId="{3AF6A671-C637-4547-85F4-51B6D1881399}"/>
          </ac:grpSpMkLst>
        </pc:grpChg>
        <pc:picChg chg="add mod ord">
          <ac:chgData name="Margo Bonal" userId="18c9fa0f-b53d-478b-9dc0-6ad88786c19f" providerId="ADAL" clId="{93D479E5-F67F-4B8A-A78F-A0B574A116B6}" dt="2026-03-30T22:08:24.843" v="2522" actId="26606"/>
          <ac:picMkLst>
            <pc:docMk/>
            <pc:sldMk cId="850630602" sldId="257"/>
            <ac:picMk id="4" creationId="{01D0E672-3D69-D0A4-00DD-6EEF061C1C1F}"/>
          </ac:picMkLst>
        </pc:picChg>
      </pc:sldChg>
      <pc:sldChg chg="addSp delSp modSp mod ord">
        <pc:chgData name="Margo Bonal" userId="18c9fa0f-b53d-478b-9dc0-6ad88786c19f" providerId="ADAL" clId="{93D479E5-F67F-4B8A-A78F-A0B574A116B6}" dt="2026-04-09T13:35:36.677" v="3814" actId="122"/>
        <pc:sldMkLst>
          <pc:docMk/>
          <pc:sldMk cId="3713997872" sldId="259"/>
        </pc:sldMkLst>
        <pc:spChg chg="add mod">
          <ac:chgData name="Margo Bonal" userId="18c9fa0f-b53d-478b-9dc0-6ad88786c19f" providerId="ADAL" clId="{93D479E5-F67F-4B8A-A78F-A0B574A116B6}" dt="2026-04-09T13:35:36.677" v="3814" actId="122"/>
          <ac:spMkLst>
            <pc:docMk/>
            <pc:sldMk cId="3713997872" sldId="259"/>
            <ac:spMk id="5" creationId="{331CE70E-6CCB-81A3-9CE7-F5BEF0B6CA1C}"/>
          </ac:spMkLst>
        </pc:spChg>
        <pc:spChg chg="add mod">
          <ac:chgData name="Margo Bonal" userId="18c9fa0f-b53d-478b-9dc0-6ad88786c19f" providerId="ADAL" clId="{93D479E5-F67F-4B8A-A78F-A0B574A116B6}" dt="2026-03-30T21:23:47.482" v="987" actId="478"/>
          <ac:spMkLst>
            <pc:docMk/>
            <pc:sldMk cId="3713997872" sldId="259"/>
            <ac:spMk id="8" creationId="{243C43E9-308C-3F97-571D-4B2588459719}"/>
          </ac:spMkLst>
        </pc:spChg>
        <pc:picChg chg="add mod">
          <ac:chgData name="Margo Bonal" userId="18c9fa0f-b53d-478b-9dc0-6ad88786c19f" providerId="ADAL" clId="{93D479E5-F67F-4B8A-A78F-A0B574A116B6}" dt="2026-03-30T21:56:07.063" v="2111" actId="14100"/>
          <ac:picMkLst>
            <pc:docMk/>
            <pc:sldMk cId="3713997872" sldId="259"/>
            <ac:picMk id="9" creationId="{5C02B36E-6D51-126E-4A69-0F52E1A3FB24}"/>
          </ac:picMkLst>
        </pc:picChg>
      </pc:sldChg>
      <pc:sldChg chg="addSp delSp modSp mod ord">
        <pc:chgData name="Margo Bonal" userId="18c9fa0f-b53d-478b-9dc0-6ad88786c19f" providerId="ADAL" clId="{93D479E5-F67F-4B8A-A78F-A0B574A116B6}" dt="2026-04-18T23:35:58.128" v="3975" actId="12788"/>
        <pc:sldMkLst>
          <pc:docMk/>
          <pc:sldMk cId="2561402868" sldId="264"/>
        </pc:sldMkLst>
        <pc:spChg chg="add mod">
          <ac:chgData name="Margo Bonal" userId="18c9fa0f-b53d-478b-9dc0-6ad88786c19f" providerId="ADAL" clId="{93D479E5-F67F-4B8A-A78F-A0B574A116B6}" dt="2026-04-09T13:21:30.865" v="3432" actId="1076"/>
          <ac:spMkLst>
            <pc:docMk/>
            <pc:sldMk cId="2561402868" sldId="264"/>
            <ac:spMk id="2" creationId="{02FE80CD-EADA-FCE8-C9C2-A97024CA7E4E}"/>
          </ac:spMkLst>
        </pc:spChg>
        <pc:spChg chg="add mod">
          <ac:chgData name="Margo Bonal" userId="18c9fa0f-b53d-478b-9dc0-6ad88786c19f" providerId="ADAL" clId="{93D479E5-F67F-4B8A-A78F-A0B574A116B6}" dt="2026-04-09T13:22:07.812" v="3437" actId="1076"/>
          <ac:spMkLst>
            <pc:docMk/>
            <pc:sldMk cId="2561402868" sldId="264"/>
            <ac:spMk id="3" creationId="{EE3A7013-427A-D329-7065-099CB2E8DF32}"/>
          </ac:spMkLst>
        </pc:spChg>
        <pc:spChg chg="add mod">
          <ac:chgData name="Margo Bonal" userId="18c9fa0f-b53d-478b-9dc0-6ad88786c19f" providerId="ADAL" clId="{93D479E5-F67F-4B8A-A78F-A0B574A116B6}" dt="2026-04-18T23:35:58.128" v="3975" actId="12788"/>
          <ac:spMkLst>
            <pc:docMk/>
            <pc:sldMk cId="2561402868" sldId="264"/>
            <ac:spMk id="4" creationId="{1C887DFC-839F-0DF5-2BFF-4D0D0149ACB2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0" creationId="{A7895A40-19A4-42D6-9D30-DBC1E8002635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2" creationId="{02F429C4-ABC9-46FC-818A-B5429CDE4A96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4" creationId="{2CEF98E4-3709-4952-8F42-2305CCE34FA3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6" creationId="{F10BCCF5-D685-47FF-B675-647EAEB72C8E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8" creationId="{B0EE8A42-107A-4D4C-8D56-BBAE95C7FC0D}"/>
          </ac:spMkLst>
        </pc:spChg>
        <pc:picChg chg="add mod">
          <ac:chgData name="Margo Bonal" userId="18c9fa0f-b53d-478b-9dc0-6ad88786c19f" providerId="ADAL" clId="{93D479E5-F67F-4B8A-A78F-A0B574A116B6}" dt="2026-04-09T13:34:43.494" v="3807" actId="1076"/>
          <ac:picMkLst>
            <pc:docMk/>
            <pc:sldMk cId="2561402868" sldId="264"/>
            <ac:picMk id="2050" creationId="{E2914869-979F-F160-748E-9C42739E978D}"/>
          </ac:picMkLst>
        </pc:picChg>
        <pc:picChg chg="add mod">
          <ac:chgData name="Margo Bonal" userId="18c9fa0f-b53d-478b-9dc0-6ad88786c19f" providerId="ADAL" clId="{93D479E5-F67F-4B8A-A78F-A0B574A116B6}" dt="2026-04-09T13:35:04.328" v="3811" actId="1076"/>
          <ac:picMkLst>
            <pc:docMk/>
            <pc:sldMk cId="2561402868" sldId="264"/>
            <ac:picMk id="2052" creationId="{5A01E59D-1B37-A98E-7F31-80DAC36672FA}"/>
          </ac:picMkLst>
        </pc:picChg>
      </pc:sldChg>
      <pc:sldChg chg="addSp delSp modSp new mod ord setBg">
        <pc:chgData name="Margo Bonal" userId="18c9fa0f-b53d-478b-9dc0-6ad88786c19f" providerId="ADAL" clId="{93D479E5-F67F-4B8A-A78F-A0B574A116B6}" dt="2026-04-21T15:26:24.082" v="3978"/>
        <pc:sldMkLst>
          <pc:docMk/>
          <pc:sldMk cId="606434410" sldId="275"/>
        </pc:sldMkLst>
        <pc:spChg chg="mod">
          <ac:chgData name="Margo Bonal" userId="18c9fa0f-b53d-478b-9dc0-6ad88786c19f" providerId="ADAL" clId="{93D479E5-F67F-4B8A-A78F-A0B574A116B6}" dt="2026-03-30T22:19:34.831" v="2804" actId="1076"/>
          <ac:spMkLst>
            <pc:docMk/>
            <pc:sldMk cId="606434410" sldId="275"/>
            <ac:spMk id="2" creationId="{D6C076D5-0B0F-A0A5-DAB4-A94391E22A71}"/>
          </ac:spMkLst>
        </pc:spChg>
        <pc:spChg chg="add mod">
          <ac:chgData name="Margo Bonal" userId="18c9fa0f-b53d-478b-9dc0-6ad88786c19f" providerId="ADAL" clId="{93D479E5-F67F-4B8A-A78F-A0B574A116B6}" dt="2026-04-09T13:35:53.927" v="3822" actId="1076"/>
          <ac:spMkLst>
            <pc:docMk/>
            <pc:sldMk cId="606434410" sldId="275"/>
            <ac:spMk id="3" creationId="{5BA1FDAB-BF64-1FC7-8CE6-75537E5CD8D5}"/>
          </ac:spMkLst>
        </pc:spChg>
        <pc:spChg chg="add">
          <ac:chgData name="Margo Bonal" userId="18c9fa0f-b53d-478b-9dc0-6ad88786c19f" providerId="ADAL" clId="{93D479E5-F67F-4B8A-A78F-A0B574A116B6}" dt="2026-03-30T22:06:38.945" v="2506" actId="26606"/>
          <ac:spMkLst>
            <pc:docMk/>
            <pc:sldMk cId="606434410" sldId="275"/>
            <ac:spMk id="20" creationId="{AE2B703B-46F9-481A-A605-82E2A828C4FA}"/>
          </ac:spMkLst>
        </pc:spChg>
        <pc:spChg chg="add">
          <ac:chgData name="Margo Bonal" userId="18c9fa0f-b53d-478b-9dc0-6ad88786c19f" providerId="ADAL" clId="{93D479E5-F67F-4B8A-A78F-A0B574A116B6}" dt="2026-03-30T22:06:38.945" v="2506" actId="26606"/>
          <ac:spMkLst>
            <pc:docMk/>
            <pc:sldMk cId="606434410" sldId="275"/>
            <ac:spMk id="22" creationId="{F13BE4D7-0C3D-4906-B230-A1C5B4665CCF}"/>
          </ac:spMkLst>
        </pc:spChg>
        <pc:graphicFrameChg chg="add mod modGraphic">
          <ac:chgData name="Margo Bonal" userId="18c9fa0f-b53d-478b-9dc0-6ad88786c19f" providerId="ADAL" clId="{93D479E5-F67F-4B8A-A78F-A0B574A116B6}" dt="2026-04-09T13:36:42.127" v="3827"/>
          <ac:graphicFrameMkLst>
            <pc:docMk/>
            <pc:sldMk cId="606434410" sldId="275"/>
            <ac:graphicFrameMk id="6" creationId="{27EACA2E-750E-36F7-A7AE-14DB1D64E678}"/>
          </ac:graphicFrameMkLst>
        </pc:graphicFrameChg>
      </pc:sldChg>
      <pc:sldChg chg="addSp delSp modSp new mod setBg">
        <pc:chgData name="Margo Bonal" userId="18c9fa0f-b53d-478b-9dc0-6ad88786c19f" providerId="ADAL" clId="{93D479E5-F67F-4B8A-A78F-A0B574A116B6}" dt="2026-04-09T13:34:23.453" v="3806" actId="27636"/>
        <pc:sldMkLst>
          <pc:docMk/>
          <pc:sldMk cId="3773506301" sldId="278"/>
        </pc:sldMkLst>
        <pc:spChg chg="mod">
          <ac:chgData name="Margo Bonal" userId="18c9fa0f-b53d-478b-9dc0-6ad88786c19f" providerId="ADAL" clId="{93D479E5-F67F-4B8A-A78F-A0B574A116B6}" dt="2026-04-09T12:36:42.341" v="2851" actId="26606"/>
          <ac:spMkLst>
            <pc:docMk/>
            <pc:sldMk cId="3773506301" sldId="278"/>
            <ac:spMk id="2" creationId="{153C799C-4835-C8CB-B090-70E82B558CED}"/>
          </ac:spMkLst>
        </pc:spChg>
        <pc:spChg chg="add mod">
          <ac:chgData name="Margo Bonal" userId="18c9fa0f-b53d-478b-9dc0-6ad88786c19f" providerId="ADAL" clId="{93D479E5-F67F-4B8A-A78F-A0B574A116B6}" dt="2026-04-09T13:34:23.453" v="3806" actId="27636"/>
          <ac:spMkLst>
            <pc:docMk/>
            <pc:sldMk cId="3773506301" sldId="278"/>
            <ac:spMk id="4" creationId="{B7AD252D-6AEF-5D34-92C0-C2F37203AEB8}"/>
          </ac:spMkLst>
        </pc:spChg>
        <pc:spChg chg="add">
          <ac:chgData name="Margo Bonal" userId="18c9fa0f-b53d-478b-9dc0-6ad88786c19f" providerId="ADAL" clId="{93D479E5-F67F-4B8A-A78F-A0B574A116B6}" dt="2026-04-09T12:36:42.341" v="2851" actId="26606"/>
          <ac:spMkLst>
            <pc:docMk/>
            <pc:sldMk cId="3773506301" sldId="278"/>
            <ac:spMk id="12" creationId="{74751229-0244-4FBB-BED1-407467F4C951}"/>
          </ac:spMkLst>
        </pc:spChg>
        <pc:picChg chg="add">
          <ac:chgData name="Margo Bonal" userId="18c9fa0f-b53d-478b-9dc0-6ad88786c19f" providerId="ADAL" clId="{93D479E5-F67F-4B8A-A78F-A0B574A116B6}" dt="2026-04-09T12:36:42.341" v="2851" actId="26606"/>
          <ac:picMkLst>
            <pc:docMk/>
            <pc:sldMk cId="3773506301" sldId="278"/>
            <ac:picMk id="7" creationId="{69A52293-75E5-359D-7395-51D899F9087B}"/>
          </ac:picMkLst>
        </pc:picChg>
        <pc:picChg chg="add">
          <ac:chgData name="Margo Bonal" userId="18c9fa0f-b53d-478b-9dc0-6ad88786c19f" providerId="ADAL" clId="{93D479E5-F67F-4B8A-A78F-A0B574A116B6}" dt="2026-04-09T12:36:42.341" v="2851" actId="26606"/>
          <ac:picMkLst>
            <pc:docMk/>
            <pc:sldMk cId="3773506301" sldId="278"/>
            <ac:picMk id="9" creationId="{F1648FD1-EAB6-4C51-B9EC-A31CFF67AC7F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4-09T13:07:04.833" v="3109" actId="1076"/>
        <pc:sldMkLst>
          <pc:docMk/>
          <pc:sldMk cId="532806018" sldId="279"/>
        </pc:sldMkLst>
        <pc:spChg chg="mod">
          <ac:chgData name="Margo Bonal" userId="18c9fa0f-b53d-478b-9dc0-6ad88786c19f" providerId="ADAL" clId="{93D479E5-F67F-4B8A-A78F-A0B574A116B6}" dt="2026-04-09T13:07:04.833" v="3109" actId="1076"/>
          <ac:spMkLst>
            <pc:docMk/>
            <pc:sldMk cId="532806018" sldId="279"/>
            <ac:spMk id="2" creationId="{255BA779-BC14-3414-2543-22E141EF061A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39" creationId="{1A3C89F8-0D2F-47FF-B903-151248265F47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0" creationId="{C5CB530E-515E-412C-9DF1-5F8FFBD6F383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1" creationId="{712D4376-A578-4FF1-94FC-245E7A6A489F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2" creationId="{AEA7509D-F04F-40CB-A0B3-EEF16499CC9F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4" creationId="{508BEF50-7B1E-49A4-BC19-5F4F1D755E64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5" creationId="{3FBAD350-5664-4811-A208-657FB882D350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6" creationId="{C39ADB8F-D187-49D7-BDCF-C1B6DC727068}"/>
          </ac:spMkLst>
        </pc:spChg>
        <pc:cxnChg chg="add">
          <ac:chgData name="Margo Bonal" userId="18c9fa0f-b53d-478b-9dc0-6ad88786c19f" providerId="ADAL" clId="{93D479E5-F67F-4B8A-A78F-A0B574A116B6}" dt="2026-04-09T13:06:45.235" v="3104" actId="26606"/>
          <ac:cxnSpMkLst>
            <pc:docMk/>
            <pc:sldMk cId="532806018" sldId="279"/>
            <ac:cxnSpMk id="43" creationId="{56020367-4FD5-4596-8E10-C5F095CD8DBF}"/>
          </ac:cxnSpMkLst>
        </pc:cxnChg>
      </pc:sldChg>
      <pc:sldChg chg="addSp delSp modSp new mod setBg">
        <pc:chgData name="Margo Bonal" userId="18c9fa0f-b53d-478b-9dc0-6ad88786c19f" providerId="ADAL" clId="{93D479E5-F67F-4B8A-A78F-A0B574A116B6}" dt="2026-04-16T14:00:34.226" v="3829" actId="1076"/>
        <pc:sldMkLst>
          <pc:docMk/>
          <pc:sldMk cId="2474028920" sldId="280"/>
        </pc:sldMkLst>
        <pc:spChg chg="mo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2" creationId="{B666C79B-15BD-0F1D-9881-740DA4CFFAB2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1" creationId="{4E130362-2F35-4AB7-9EA5-DBC0F771A58D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2" creationId="{56BE988C-7A5B-41EC-A46C-AEA93D8D32FD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3" creationId="{E3CB1EC0-40A9-4D5E-B7E2-6E3423CE28B2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4" creationId="{DCBE52EF-2889-423F-947C-0E44A760D696}"/>
          </ac:spMkLst>
        </pc:spChg>
        <pc:picChg chg="add mod">
          <ac:chgData name="Margo Bonal" userId="18c9fa0f-b53d-478b-9dc0-6ad88786c19f" providerId="ADAL" clId="{93D479E5-F67F-4B8A-A78F-A0B574A116B6}" dt="2026-04-16T14:00:34.226" v="3829" actId="1076"/>
          <ac:picMkLst>
            <pc:docMk/>
            <pc:sldMk cId="2474028920" sldId="280"/>
            <ac:picMk id="3" creationId="{0F1D920F-0BAE-D0DE-A928-BA4537274DDF}"/>
          </ac:picMkLst>
        </pc:picChg>
        <pc:picChg chg="add mod ord">
          <ac:chgData name="Margo Bonal" userId="18c9fa0f-b53d-478b-9dc0-6ad88786c19f" providerId="ADAL" clId="{93D479E5-F67F-4B8A-A78F-A0B574A116B6}" dt="2026-04-09T13:18:00.843" v="3261" actId="26606"/>
          <ac:picMkLst>
            <pc:docMk/>
            <pc:sldMk cId="2474028920" sldId="280"/>
            <ac:picMk id="4" creationId="{EDFBADEB-616D-34B9-5432-DC7881488B99}"/>
          </ac:picMkLst>
        </pc:picChg>
        <pc:picChg chg="add mod">
          <ac:chgData name="Margo Bonal" userId="18c9fa0f-b53d-478b-9dc0-6ad88786c19f" providerId="ADAL" clId="{93D479E5-F67F-4B8A-A78F-A0B574A116B6}" dt="2026-04-09T13:17:22.110" v="3258" actId="26606"/>
          <ac:picMkLst>
            <pc:docMk/>
            <pc:sldMk cId="2474028920" sldId="280"/>
            <ac:picMk id="5" creationId="{6FFB3FA8-3C5A-C5BD-77A6-08D932D39EC5}"/>
          </ac:picMkLst>
        </pc:picChg>
        <pc:picChg chg="add mod">
          <ac:chgData name="Margo Bonal" userId="18c9fa0f-b53d-478b-9dc0-6ad88786c19f" providerId="ADAL" clId="{93D479E5-F67F-4B8A-A78F-A0B574A116B6}" dt="2026-04-09T13:18:00.843" v="3261" actId="26606"/>
          <ac:picMkLst>
            <pc:docMk/>
            <pc:sldMk cId="2474028920" sldId="280"/>
            <ac:picMk id="6" creationId="{B8F60341-51FB-4BA3-3CDA-6A5D89CF768D}"/>
          </ac:picMkLst>
        </pc:picChg>
        <pc:picChg chg="add mod ord">
          <ac:chgData name="Margo Bonal" userId="18c9fa0f-b53d-478b-9dc0-6ad88786c19f" providerId="ADAL" clId="{93D479E5-F67F-4B8A-A78F-A0B574A116B6}" dt="2026-04-09T13:17:22.110" v="3258" actId="26606"/>
          <ac:picMkLst>
            <pc:docMk/>
            <pc:sldMk cId="2474028920" sldId="280"/>
            <ac:picMk id="7" creationId="{9E248987-0EF8-5FE1-35CE-14FB215C9B88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4-09T13:29:27.355" v="3697" actId="20577"/>
        <pc:sldMkLst>
          <pc:docMk/>
          <pc:sldMk cId="2582527457" sldId="281"/>
        </pc:sldMkLst>
        <pc:spChg chg="mod">
          <ac:chgData name="Margo Bonal" userId="18c9fa0f-b53d-478b-9dc0-6ad88786c19f" providerId="ADAL" clId="{93D479E5-F67F-4B8A-A78F-A0B574A116B6}" dt="2026-04-09T13:28:58.515" v="3689" actId="1076"/>
          <ac:spMkLst>
            <pc:docMk/>
            <pc:sldMk cId="2582527457" sldId="281"/>
            <ac:spMk id="2" creationId="{E518CE02-C586-54B8-3A67-74E2C0971911}"/>
          </ac:spMkLst>
        </pc:spChg>
        <pc:spChg chg="add del mod">
          <ac:chgData name="Margo Bonal" userId="18c9fa0f-b53d-478b-9dc0-6ad88786c19f" providerId="ADAL" clId="{93D479E5-F67F-4B8A-A78F-A0B574A116B6}" dt="2026-04-09T13:29:27.355" v="3697" actId="20577"/>
          <ac:spMkLst>
            <pc:docMk/>
            <pc:sldMk cId="2582527457" sldId="281"/>
            <ac:spMk id="3" creationId="{88E87286-C813-E53C-8EAF-C70AA9478D5A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5" creationId="{9C7E0A2C-7C0A-4AAC-B3B0-6C12B2EBAE05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7" creationId="{5EB7D2A2-F448-44D4-938C-DC84CBCB3B1E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9" creationId="{871AEA07-1E14-44B4-8E55-64EF049CD66F}"/>
          </ac:spMkLst>
        </pc:spChg>
        <pc:cxnChg chg="add">
          <ac:chgData name="Margo Bonal" userId="18c9fa0f-b53d-478b-9dc0-6ad88786c19f" providerId="ADAL" clId="{93D479E5-F67F-4B8A-A78F-A0B574A116B6}" dt="2026-04-09T13:28:52.291" v="3687" actId="26606"/>
          <ac:cxnSpMkLst>
            <pc:docMk/>
            <pc:sldMk cId="2582527457" sldId="281"/>
            <ac:cxnSpMk id="51" creationId="{F7C8EA93-3210-4C62-99E9-153C275E3A87}"/>
          </ac:cxnSpMkLst>
        </pc:cxnChg>
      </pc:sldChg>
    </pc:docChg>
  </pc:docChgLst>
  <pc:docChgLst>
    <pc:chgData name="Margo Bonal" userId="18c9fa0f-b53d-478b-9dc0-6ad88786c19f" providerId="ADAL" clId="{57E2D5E0-CA32-47BE-A2DC-7B0365E99328}"/>
    <pc:docChg chg="undo custSel addSld delSld modSld sldOrd">
      <pc:chgData name="Margo Bonal" userId="18c9fa0f-b53d-478b-9dc0-6ad88786c19f" providerId="ADAL" clId="{57E2D5E0-CA32-47BE-A2DC-7B0365E99328}" dt="2026-03-28T15:16:48.747" v="374" actId="9405"/>
      <pc:docMkLst>
        <pc:docMk/>
      </pc:docMkLst>
      <pc:sldChg chg="modSp mod">
        <pc:chgData name="Margo Bonal" userId="18c9fa0f-b53d-478b-9dc0-6ad88786c19f" providerId="ADAL" clId="{57E2D5E0-CA32-47BE-A2DC-7B0365E99328}" dt="2026-03-28T15:09:10.496" v="233" actId="20577"/>
        <pc:sldMkLst>
          <pc:docMk/>
          <pc:sldMk cId="2561402868" sldId="264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FDB41C3-DE33-72C9-32C8-3B191141D6B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BB7AC6-1468-FF51-B162-F2AD4810E72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B41067-BB97-4141-BE03-333F3191E3F1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4B8973-D10B-1DF7-4ABA-0BD45876EFF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8E33B9-8DA0-34FE-B141-D1CA24C496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74F93A-C3E0-4F67-8CC3-1F7ADA4249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12026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F2A6E6-BB86-4722-837C-048EA2408876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A3B6B7-4283-4814-95B1-8D2476E93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837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6B06F-CD46-493E-B4C1-40B0073FF9CE}" type="datetime1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D027D-103C-46C6-ADAD-0DC1C73EBC80}" type="datetime1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4F51D7-1495-4ADD-AC16-FF82DF6CAC20}" type="datetime1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03BB5-D48A-48C3-9CFB-DC9185E67675}" type="datetime1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F73DE-E7FB-4126-830F-99616741AA11}" type="datetime1">
              <a:rPr lang="en-US" smtClean="0"/>
              <a:t>4/22/2026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56F203-9046-43D5-87CE-3C67C2F4D3F1}" type="datetime1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CD8F1-3E73-46D1-AA5C-5366FE0387E8}" type="datetime1">
              <a:rPr lang="en-US" smtClean="0"/>
              <a:t>4/22/2026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130E8-8094-4080-98F0-F0540BF5F6CC}" type="datetime1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587556-5D11-4218-8636-A360C44E36D7}" type="datetime1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183B-3CD1-4369-AAE8-CB56440A4F36}" type="datetime1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CA9937-735C-4AE0-B15E-EEF043CCC6A0}" type="datetime1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16C7B1-23C1-4975-8B1F-F3C993B7D970}" type="datetime1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jjdeuce06.github.io/VulcanActivityTracker/" TargetMode="Externa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 dirty="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71C1F4-9044-872E-66EF-5D3667C4D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91DC6ABD-215C-4EA8-A483-CEF5B99AB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609" y="679731"/>
            <a:ext cx="4171994" cy="118540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3407" y="2276918"/>
            <a:ext cx="5043190" cy="4020936"/>
          </a:xfrm>
        </p:spPr>
        <p:txBody>
          <a:bodyPr vert="horz" lIns="91440" tIns="45720" rIns="91440" bIns="45720" rtlCol="0">
            <a:norm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Fitness app for tracking campus athletic activities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Combines multiple fitness tools into one platform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Connect with friends to build a fitness community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Supports student organizations needs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Free and accessible for all students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person lifting weights with icons around them&#10;&#10;AI-generated content may be incorrect.">
            <a:extLst>
              <a:ext uri="{FF2B5EF4-FFF2-40B4-BE49-F238E27FC236}">
                <a16:creationId xmlns:a16="http://schemas.microsoft.com/office/drawing/2014/main" id="{01D0E672-3D69-D0A4-00DD-6EEF061C1C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0572" y="569297"/>
            <a:ext cx="5608830" cy="5608830"/>
          </a:xfrm>
          <a:prstGeom prst="rect">
            <a:avLst/>
          </a:prstGeom>
          <a:solidFill>
            <a:srgbClr val="FFFFFF">
              <a:shade val="85000"/>
            </a:srgbClr>
          </a:solidFill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6E89B8-F95A-3B6A-6334-9659A02F9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D898B8EB-E53C-4E72-9817-B4BFCAD73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1" name="Freeform: Shape 40">
            <a:extLst>
              <a:ext uri="{FF2B5EF4-FFF2-40B4-BE49-F238E27FC236}">
                <a16:creationId xmlns:a16="http://schemas.microsoft.com/office/drawing/2014/main" id="{4E130362-2F35-4AB7-9EA5-DBC0F771A5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42" name="Freeform: Shape 41">
            <a:extLst>
              <a:ext uri="{FF2B5EF4-FFF2-40B4-BE49-F238E27FC236}">
                <a16:creationId xmlns:a16="http://schemas.microsoft.com/office/drawing/2014/main" id="{56BE988C-7A5B-41EC-A46C-AEA93D8D32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66C79B-15BD-0F1D-9881-740DA4CFF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488" y="1124712"/>
            <a:ext cx="4023360" cy="32004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/>
              <a:t>Development Stack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3CB1EC0-40A9-4D5E-B7E2-6E3423CE2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8" descr="Docker Logo PNG Transparent &amp; SVG Vector - Freebie Supply">
            <a:extLst>
              <a:ext uri="{FF2B5EF4-FFF2-40B4-BE49-F238E27FC236}">
                <a16:creationId xmlns:a16="http://schemas.microsoft.com/office/drawing/2014/main" id="{9E248987-0EF8-5FE1-35CE-14FB215C9B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373624" y="746840"/>
            <a:ext cx="3236976" cy="24277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Understanding Flask and Building Web API using Python and Flask. | by  Nikhil pentapalli | Analytics Vidhya | Medium">
            <a:extLst>
              <a:ext uri="{FF2B5EF4-FFF2-40B4-BE49-F238E27FC236}">
                <a16:creationId xmlns:a16="http://schemas.microsoft.com/office/drawing/2014/main" id="{6FFB3FA8-3C5A-C5BD-77A6-08D932D39E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15" r="18964" b="11215"/>
          <a:stretch>
            <a:fillRect/>
          </a:stretch>
        </p:blipFill>
        <p:spPr bwMode="auto">
          <a:xfrm>
            <a:off x="8764077" y="625682"/>
            <a:ext cx="3118998" cy="2670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DCBE52EF-2889-423F-947C-0E44A760D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10" descr="Icon Request: fa-javascript OR fa-js · Issue #11419 ·  FortAwesome/Font-Awesome">
            <a:extLst>
              <a:ext uri="{FF2B5EF4-FFF2-40B4-BE49-F238E27FC236}">
                <a16:creationId xmlns:a16="http://schemas.microsoft.com/office/drawing/2014/main" id="{EDFBADEB-616D-34B9-5432-DC7881488B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373624" y="3776268"/>
            <a:ext cx="3236976" cy="1893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SQL in Azure Pricing - Azure SQL Server Database - Royal Discount - Royal  Discount">
            <a:extLst>
              <a:ext uri="{FF2B5EF4-FFF2-40B4-BE49-F238E27FC236}">
                <a16:creationId xmlns:a16="http://schemas.microsoft.com/office/drawing/2014/main" id="{B8F60341-51FB-4BA3-3CDA-6A5D89CF76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706042" y="3870601"/>
            <a:ext cx="3236976" cy="171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1D920F-0BAE-D0DE-A928-BA4537274DD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35218" b="34796"/>
          <a:stretch>
            <a:fillRect/>
          </a:stretch>
        </p:blipFill>
        <p:spPr>
          <a:xfrm>
            <a:off x="6746111" y="5673235"/>
            <a:ext cx="3728977" cy="1118166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D48DD9A-1CCD-A701-2249-DB7D1BBEC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028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138CFD-A501-8AEC-C666-BED845111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7895A40-19A4-42D6-9D30-DBC1E8002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2F429C4-ABC9-46FC-818A-B5429CDE4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270325" y="3369273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CEF98E4-3709-4952-8F42-2305CCE34F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374475" y="1040470"/>
            <a:ext cx="6858003" cy="47770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10BCCF5-D685-47FF-B675-647EAEB72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7914" y="857786"/>
            <a:ext cx="11067024" cy="520893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0EE8A42-107A-4D4C-8D56-BBAE95C7F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524009" y="3366125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C887DFC-839F-0DF5-2BFF-4D0D0149ACB2}"/>
              </a:ext>
            </a:extLst>
          </p:cNvPr>
          <p:cNvSpPr txBox="1">
            <a:spLocks/>
          </p:cNvSpPr>
          <p:nvPr/>
        </p:nvSpPr>
        <p:spPr>
          <a:xfrm>
            <a:off x="2445570" y="926821"/>
            <a:ext cx="7300860" cy="11000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400" u="sng" dirty="0"/>
              <a:t>Collaboration</a:t>
            </a:r>
            <a:r>
              <a:rPr lang="en-US" u="sng" dirty="0"/>
              <a:t> Method</a:t>
            </a:r>
          </a:p>
        </p:txBody>
      </p:sp>
      <p:pic>
        <p:nvPicPr>
          <p:cNvPr id="2050" name="Picture 2" descr="Logo - Brand Toolkit">
            <a:extLst>
              <a:ext uri="{FF2B5EF4-FFF2-40B4-BE49-F238E27FC236}">
                <a16:creationId xmlns:a16="http://schemas.microsoft.com/office/drawing/2014/main" id="{E2914869-979F-F160-748E-9C42739E97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4" t="26243" r="15350" b="23699"/>
          <a:stretch>
            <a:fillRect/>
          </a:stretch>
        </p:blipFill>
        <p:spPr bwMode="auto">
          <a:xfrm>
            <a:off x="842766" y="2388061"/>
            <a:ext cx="4654820" cy="1492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What is Agile Software Development?">
            <a:extLst>
              <a:ext uri="{FF2B5EF4-FFF2-40B4-BE49-F238E27FC236}">
                <a16:creationId xmlns:a16="http://schemas.microsoft.com/office/drawing/2014/main" id="{5A01E59D-1B37-A98E-7F31-80DAC36672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8861" y="2388061"/>
            <a:ext cx="3264621" cy="1536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2FE80CD-EADA-FCE8-C9C2-A97024CA7E4E}"/>
              </a:ext>
            </a:extLst>
          </p:cNvPr>
          <p:cNvSpPr txBox="1"/>
          <p:nvPr/>
        </p:nvSpPr>
        <p:spPr>
          <a:xfrm>
            <a:off x="859520" y="3980651"/>
            <a:ext cx="44154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Shared Team Repository, Implemented Branching policies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3A7013-427A-D329-7065-099CB2E8DF32}"/>
              </a:ext>
            </a:extLst>
          </p:cNvPr>
          <p:cNvSpPr txBox="1"/>
          <p:nvPr/>
        </p:nvSpPr>
        <p:spPr>
          <a:xfrm>
            <a:off x="6545703" y="3988098"/>
            <a:ext cx="5144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SDL: Agile, assigned tasks merged upon completion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61E7A4-7DE4-7314-C627-1F7E55FB5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4028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18CE02-C586-54B8-3A67-74E2C0971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4868" y="817934"/>
            <a:ext cx="9144000" cy="102856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Goals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E87286-C813-E53C-8EAF-C70AA9478D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112471"/>
            <a:ext cx="9144000" cy="3271553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Modern UI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Aid Students overall organization by reducing app paywall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 Data Protection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SHA-256 &amp; Argon2 paired with salt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Prevents GPU, ASIC, rainbow, and Parallel attacks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Users stored as unique id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 information never sent as raw data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5F6D58-6E92-C5FF-38D3-525CAE55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527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31CE70E-6CCB-81A3-9CE7-F5BEF0B6C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2218" y="203921"/>
            <a:ext cx="4509215" cy="112885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Gantt Chart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43C43E9-308C-3F97-571D-4B25884597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C02B36E-6D51-126E-4A69-0F52E1A3F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1" y="2168842"/>
            <a:ext cx="12095110" cy="4689158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949607A-1666-A0C0-63B8-EA54F6E0D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81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5BA779-BC14-3414-2543-22E141EF0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9403" y="2504911"/>
            <a:ext cx="9328558" cy="17261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8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Live Demonstration</a:t>
            </a:r>
          </a:p>
        </p:txBody>
      </p:sp>
      <p:sp>
        <p:nvSpPr>
          <p:cNvPr id="40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1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2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5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6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D21B082-1657-31F2-E805-C38CCE5C4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8060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C076D5-0B0F-A0A5-DAB4-A94391E22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702" y="291688"/>
            <a:ext cx="10515600" cy="1004594"/>
          </a:xfrm>
          <a:solidFill>
            <a:schemeClr val="accent2"/>
          </a:solidFill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Business Model 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496" y="1587970"/>
            <a:ext cx="11033008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A1FDAB-BF64-1FC7-8CE6-75537E5CD8D5}"/>
              </a:ext>
            </a:extLst>
          </p:cNvPr>
          <p:cNvSpPr txBox="1"/>
          <p:nvPr/>
        </p:nvSpPr>
        <p:spPr>
          <a:xfrm>
            <a:off x="3955284" y="1929650"/>
            <a:ext cx="47521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Estimated Production for 100 users/month:</a:t>
            </a:r>
          </a:p>
          <a:p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7EACA2E-750E-36F7-A7AE-14DB1D64E6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3126350"/>
              </p:ext>
            </p:extLst>
          </p:nvPr>
        </p:nvGraphicFramePr>
        <p:xfrm>
          <a:off x="2195502" y="3044990"/>
          <a:ext cx="8128000" cy="295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09541740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8440602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91493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Microsoft Azure SQL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$7 – $15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133419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Azure Database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$7 – $20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5547114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Render Hosting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$7 – $15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239046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Domain: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~$1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183009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Monthly Maintenance: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$5 – $10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9631852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MailerSend</a:t>
                      </a:r>
                      <a:r>
                        <a:rPr lang="en-US" dirty="0"/>
                        <a:t> Starter Subscription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$28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0624210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Total: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$55 – $89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3192884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126E53-CFD2-C027-AA2C-E55710C39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434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3C799C-4835-C8CB-B090-70E82B558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Questions</a:t>
            </a:r>
          </a:p>
        </p:txBody>
      </p:sp>
      <p:pic>
        <p:nvPicPr>
          <p:cNvPr id="7" name="Graphic 6" descr="Help">
            <a:extLst>
              <a:ext uri="{FF2B5EF4-FFF2-40B4-BE49-F238E27FC236}">
                <a16:creationId xmlns:a16="http://schemas.microsoft.com/office/drawing/2014/main" id="{69A52293-75E5-359D-7395-51D899F908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9" name="Graphic 8" descr="Help">
            <a:extLst>
              <a:ext uri="{FF2B5EF4-FFF2-40B4-BE49-F238E27FC236}">
                <a16:creationId xmlns:a16="http://schemas.microsoft.com/office/drawing/2014/main" id="{F1648FD1-EAB6-4C51-B9EC-A31CFF67A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7AD252D-6AEF-5D34-92C0-C2F37203AEB8}"/>
              </a:ext>
            </a:extLst>
          </p:cNvPr>
          <p:cNvSpPr txBox="1">
            <a:spLocks/>
          </p:cNvSpPr>
          <p:nvPr/>
        </p:nvSpPr>
        <p:spPr>
          <a:xfrm>
            <a:off x="310853" y="5480501"/>
            <a:ext cx="11476057" cy="119644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/>
              <a:t>Documentation: </a:t>
            </a:r>
            <a:r>
              <a:rPr lang="en-US" sz="3500" dirty="0">
                <a:solidFill>
                  <a:srgbClr val="0070C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3500" dirty="0">
              <a:solidFill>
                <a:srgbClr val="0070C0"/>
              </a:solidFill>
            </a:endParaRPr>
          </a:p>
          <a:p>
            <a:endParaRPr lang="en-US" sz="3500" dirty="0">
              <a:solidFill>
                <a:srgbClr val="0070C0"/>
              </a:solidFill>
            </a:endParaRPr>
          </a:p>
          <a:p>
            <a:r>
              <a:rPr lang="en-US" sz="3500" dirty="0"/>
              <a:t>Live: </a:t>
            </a:r>
            <a:r>
              <a:rPr lang="en-US" sz="3500" dirty="0">
                <a:solidFill>
                  <a:srgbClr val="0070C0"/>
                </a:solidFill>
              </a:rPr>
              <a:t>https://vulcanactivitytracker.onrender.com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6FFE89-6C3C-A07F-03B6-6620445DF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5063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4">
      <a:dk1>
        <a:sysClr val="windowText" lastClr="000000"/>
      </a:dk1>
      <a:lt1>
        <a:srgbClr val="F2F2F2"/>
      </a:lt1>
      <a:dk2>
        <a:srgbClr val="242852"/>
      </a:dk2>
      <a:lt2>
        <a:srgbClr val="242852"/>
      </a:lt2>
      <a:accent1>
        <a:srgbClr val="242852"/>
      </a:accent1>
      <a:accent2>
        <a:srgbClr val="242852"/>
      </a:accent2>
      <a:accent3>
        <a:srgbClr val="242852"/>
      </a:accent3>
      <a:accent4>
        <a:srgbClr val="242852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892</TotalTime>
  <Words>205</Words>
  <Application>Microsoft Office PowerPoint</Application>
  <PresentationFormat>Widescreen</PresentationFormat>
  <Paragraphs>53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 Theme</vt:lpstr>
      <vt:lpstr>Vulcan Activity Tracker</vt:lpstr>
      <vt:lpstr>Description</vt:lpstr>
      <vt:lpstr>Development Stack</vt:lpstr>
      <vt:lpstr>PowerPoint Presentation</vt:lpstr>
      <vt:lpstr>Project Goals</vt:lpstr>
      <vt:lpstr>Gantt Chart</vt:lpstr>
      <vt:lpstr>Live Demonstration</vt:lpstr>
      <vt:lpstr>Business Model 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Margo Bonal</cp:lastModifiedBy>
  <cp:revision>10</cp:revision>
  <dcterms:created xsi:type="dcterms:W3CDTF">2026-01-22T18:57:02Z</dcterms:created>
  <dcterms:modified xsi:type="dcterms:W3CDTF">2026-04-22T12:03:50Z</dcterms:modified>
</cp:coreProperties>
</file>