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7" r:id="rId2"/>
    <p:sldId id="259" r:id="rId3"/>
    <p:sldId id="258" r:id="rId4"/>
    <p:sldId id="261" r:id="rId5"/>
    <p:sldId id="262" r:id="rId6"/>
    <p:sldId id="264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BB0782-3C69-47B4-AC39-00F2DDCDFB2A}" v="1" dt="2026-01-29T19:27:47.343"/>
    <p1510:client id="{64087836-9088-4F5D-A2AF-1C99B709D4CC}" v="7" dt="2026-01-29T23:27:39.1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delSld modSld">
      <pc:chgData name="John Gerega" userId="bd3e1e46fb6a714b" providerId="LiveId" clId="{45F0C402-C550-4C82-B31D-5B32217A5E94}" dt="2026-01-29T19:30:17.690" v="506" actId="1076"/>
      <pc:docMkLst>
        <pc:docMk/>
      </pc:docMkLst>
      <pc:sldChg chg="delSp add setBg delDesignElem">
        <pc:chgData name="John Gerega" userId="bd3e1e46fb6a714b" providerId="LiveId" clId="{45F0C402-C550-4C82-B31D-5B32217A5E94}" dt="2026-01-27T20:22:39.148" v="1"/>
        <pc:sldMkLst>
          <pc:docMk/>
          <pc:sldMk cId="1562194928" sldId="257"/>
        </pc:sldMkLst>
      </pc:sldChg>
      <pc:sldChg chg="modSp new mod">
        <pc:chgData name="John Gerega" userId="bd3e1e46fb6a714b" providerId="LiveId" clId="{45F0C402-C550-4C82-B31D-5B32217A5E94}" dt="2026-01-29T19:28:29.511" v="472" actId="20577"/>
        <pc:sldMkLst>
          <pc:docMk/>
          <pc:sldMk cId="1703198578" sldId="258"/>
        </pc:sldMkLst>
        <pc:spChg chg="mod">
          <ac:chgData name="John Gerega" userId="bd3e1e46fb6a714b" providerId="LiveId" clId="{45F0C402-C550-4C82-B31D-5B32217A5E94}" dt="2026-01-29T19:25:36.974" v="281" actId="20577"/>
          <ac:spMkLst>
            <pc:docMk/>
            <pc:sldMk cId="1703198578" sldId="258"/>
            <ac:spMk id="2" creationId="{C9AC2B8C-4427-3F75-982C-5896926EF5AF}"/>
          </ac:spMkLst>
        </pc:spChg>
        <pc:spChg chg="mod">
          <ac:chgData name="John Gerega" userId="bd3e1e46fb6a714b" providerId="LiveId" clId="{45F0C402-C550-4C82-B31D-5B32217A5E94}" dt="2026-01-29T19:28:29.511" v="472" actId="20577"/>
          <ac:spMkLst>
            <pc:docMk/>
            <pc:sldMk cId="1703198578" sldId="258"/>
            <ac:spMk id="3" creationId="{180DA8A4-A147-28E8-440F-4D244C9A2F3A}"/>
          </ac:spMkLst>
        </pc:spChg>
      </pc:sldChg>
      <pc:sldChg chg="modSp new mod">
        <pc:chgData name="John Gerega" userId="bd3e1e46fb6a714b" providerId="LiveId" clId="{45F0C402-C550-4C82-B31D-5B32217A5E94}" dt="2026-01-29T19:01:05.361" v="272" actId="20577"/>
        <pc:sldMkLst>
          <pc:docMk/>
          <pc:sldMk cId="2435356693" sldId="259"/>
        </pc:sldMkLst>
        <pc:spChg chg="mod">
          <ac:chgData name="John Gerega" userId="bd3e1e46fb6a714b" providerId="LiveId" clId="{45F0C402-C550-4C82-B31D-5B32217A5E94}" dt="2026-01-27T20:25:57.296" v="191" actId="20577"/>
          <ac:spMkLst>
            <pc:docMk/>
            <pc:sldMk cId="2435356693" sldId="259"/>
            <ac:spMk id="2" creationId="{2172E248-3762-72AF-84C6-BFDA36AB50B5}"/>
          </ac:spMkLst>
        </pc:spChg>
        <pc:spChg chg="mod">
          <ac:chgData name="John Gerega" userId="bd3e1e46fb6a714b" providerId="LiveId" clId="{45F0C402-C550-4C82-B31D-5B32217A5E94}" dt="2026-01-27T20:23:42.085" v="12" actId="20577"/>
          <ac:spMkLst>
            <pc:docMk/>
            <pc:sldMk cId="2435356693" sldId="259"/>
            <ac:spMk id="3" creationId="{3F052361-71C3-7374-0BA1-D62761A1F641}"/>
          </ac:spMkLst>
        </pc:spChg>
        <pc:spChg chg="mod">
          <ac:chgData name="John Gerega" userId="bd3e1e46fb6a714b" providerId="LiveId" clId="{45F0C402-C550-4C82-B31D-5B32217A5E94}" dt="2026-01-29T19:01:05.361" v="272" actId="20577"/>
          <ac:spMkLst>
            <pc:docMk/>
            <pc:sldMk cId="2435356693" sldId="259"/>
            <ac:spMk id="4" creationId="{0B5AC0B3-0563-6025-8B48-A729B5762A02}"/>
          </ac:spMkLst>
        </pc:spChg>
        <pc:spChg chg="mod">
          <ac:chgData name="John Gerega" userId="bd3e1e46fb6a714b" providerId="LiveId" clId="{45F0C402-C550-4C82-B31D-5B32217A5E94}" dt="2026-01-27T20:23:46.160" v="22" actId="20577"/>
          <ac:spMkLst>
            <pc:docMk/>
            <pc:sldMk cId="2435356693" sldId="259"/>
            <ac:spMk id="5" creationId="{09EA52E4-E40E-FCA0-39F5-A5177156EA09}"/>
          </ac:spMkLst>
        </pc:spChg>
        <pc:spChg chg="mod">
          <ac:chgData name="John Gerega" userId="bd3e1e46fb6a714b" providerId="LiveId" clId="{45F0C402-C550-4C82-B31D-5B32217A5E94}" dt="2026-01-27T20:24:50.420" v="172" actId="20577"/>
          <ac:spMkLst>
            <pc:docMk/>
            <pc:sldMk cId="2435356693" sldId="259"/>
            <ac:spMk id="6" creationId="{997BBA28-00C8-8F7A-94FF-B6415063757E}"/>
          </ac:spMkLst>
        </pc:spChg>
      </pc:sldChg>
      <pc:sldChg chg="addSp delSp modSp new mod">
        <pc:chgData name="John Gerega" userId="bd3e1e46fb6a714b" providerId="LiveId" clId="{45F0C402-C550-4C82-B31D-5B32217A5E94}" dt="2026-01-29T19:30:17.690" v="506" actId="1076"/>
        <pc:sldMkLst>
          <pc:docMk/>
          <pc:sldMk cId="3976178676" sldId="260"/>
        </pc:sldMkLst>
        <pc:spChg chg="mod">
          <ac:chgData name="John Gerega" userId="bd3e1e46fb6a714b" providerId="LiveId" clId="{45F0C402-C550-4C82-B31D-5B32217A5E94}" dt="2026-01-29T19:28:40.044" v="496" actId="20577"/>
          <ac:spMkLst>
            <pc:docMk/>
            <pc:sldMk cId="3976178676" sldId="260"/>
            <ac:spMk id="2" creationId="{C758E20C-8AB0-67B3-E130-098B85CA3DFD}"/>
          </ac:spMkLst>
        </pc:spChg>
        <pc:spChg chg="del">
          <ac:chgData name="John Gerega" userId="bd3e1e46fb6a714b" providerId="LiveId" clId="{45F0C402-C550-4C82-B31D-5B32217A5E94}" dt="2026-01-29T19:29:15.687" v="497" actId="22"/>
          <ac:spMkLst>
            <pc:docMk/>
            <pc:sldMk cId="3976178676" sldId="260"/>
            <ac:spMk id="3" creationId="{65878717-CCD1-8F9C-3154-4A56F6236B07}"/>
          </ac:spMkLst>
        </pc:spChg>
        <pc:spChg chg="add del mod">
          <ac:chgData name="John Gerega" userId="bd3e1e46fb6a714b" providerId="LiveId" clId="{45F0C402-C550-4C82-B31D-5B32217A5E94}" dt="2026-01-29T19:30:15.196" v="505" actId="478"/>
          <ac:spMkLst>
            <pc:docMk/>
            <pc:sldMk cId="3976178676" sldId="260"/>
            <ac:spMk id="7" creationId="{FEF7EDFF-C76D-4B7A-37ED-EAC08EC100AD}"/>
          </ac:spMkLst>
        </pc:spChg>
        <pc:picChg chg="add del mod ord">
          <ac:chgData name="John Gerega" userId="bd3e1e46fb6a714b" providerId="LiveId" clId="{45F0C402-C550-4C82-B31D-5B32217A5E94}" dt="2026-01-29T19:29:38.308" v="498" actId="478"/>
          <ac:picMkLst>
            <pc:docMk/>
            <pc:sldMk cId="3976178676" sldId="260"/>
            <ac:picMk id="5" creationId="{7D1C1A01-19FD-AAFC-BB74-A9D16997A14E}"/>
          </ac:picMkLst>
        </pc:picChg>
        <pc:picChg chg="add mod">
          <ac:chgData name="John Gerega" userId="bd3e1e46fb6a714b" providerId="LiveId" clId="{45F0C402-C550-4C82-B31D-5B32217A5E94}" dt="2026-01-29T19:30:17.690" v="506" actId="1076"/>
          <ac:picMkLst>
            <pc:docMk/>
            <pc:sldMk cId="3976178676" sldId="260"/>
            <ac:picMk id="9" creationId="{6E147BA7-C2BD-F75F-6AA7-20EB6ABC1BE7}"/>
          </ac:picMkLst>
        </pc:picChg>
      </pc:sldChg>
    </pc:docChg>
  </pc:docChgLst>
  <pc:docChgLst>
    <pc:chgData name="Margo Bonal" userId="18c9fa0f-b53d-478b-9dc0-6ad88786c19f" providerId="ADAL" clId="{57E2D5E0-CA32-47BE-A2DC-7B0365E99328}"/>
    <pc:docChg chg="undo custSel addSld delSld modSld">
      <pc:chgData name="Margo Bonal" userId="18c9fa0f-b53d-478b-9dc0-6ad88786c19f" providerId="ADAL" clId="{57E2D5E0-CA32-47BE-A2DC-7B0365E99328}" dt="2026-01-29T23:57:10.855" v="901" actId="20577"/>
      <pc:docMkLst>
        <pc:docMk/>
      </pc:docMkLst>
      <pc:sldChg chg="modSp mod">
        <pc:chgData name="Margo Bonal" userId="18c9fa0f-b53d-478b-9dc0-6ad88786c19f" providerId="ADAL" clId="{57E2D5E0-CA32-47BE-A2DC-7B0365E99328}" dt="2026-01-29T23:56:40.862" v="884" actId="313"/>
        <pc:sldMkLst>
          <pc:docMk/>
          <pc:sldMk cId="1703198578" sldId="258"/>
        </pc:sldMkLst>
        <pc:spChg chg="mod">
          <ac:chgData name="Margo Bonal" userId="18c9fa0f-b53d-478b-9dc0-6ad88786c19f" providerId="ADAL" clId="{57E2D5E0-CA32-47BE-A2DC-7B0365E99328}" dt="2026-01-29T23:56:40.862" v="884" actId="313"/>
          <ac:spMkLst>
            <pc:docMk/>
            <pc:sldMk cId="1703198578" sldId="258"/>
            <ac:spMk id="3" creationId="{180DA8A4-A147-28E8-440F-4D244C9A2F3A}"/>
          </ac:spMkLst>
        </pc:spChg>
      </pc:sldChg>
      <pc:sldChg chg="modSp mod">
        <pc:chgData name="Margo Bonal" userId="18c9fa0f-b53d-478b-9dc0-6ad88786c19f" providerId="ADAL" clId="{57E2D5E0-CA32-47BE-A2DC-7B0365E99328}" dt="2026-01-29T23:57:10.855" v="901" actId="20577"/>
        <pc:sldMkLst>
          <pc:docMk/>
          <pc:sldMk cId="2435356693" sldId="259"/>
        </pc:sldMkLst>
        <pc:spChg chg="mod">
          <ac:chgData name="Margo Bonal" userId="18c9fa0f-b53d-478b-9dc0-6ad88786c19f" providerId="ADAL" clId="{57E2D5E0-CA32-47BE-A2DC-7B0365E99328}" dt="2026-01-29T23:54:10.059" v="802" actId="27636"/>
          <ac:spMkLst>
            <pc:docMk/>
            <pc:sldMk cId="2435356693" sldId="259"/>
            <ac:spMk id="4" creationId="{0B5AC0B3-0563-6025-8B48-A729B5762A02}"/>
          </ac:spMkLst>
        </pc:spChg>
        <pc:spChg chg="mod">
          <ac:chgData name="Margo Bonal" userId="18c9fa0f-b53d-478b-9dc0-6ad88786c19f" providerId="ADAL" clId="{57E2D5E0-CA32-47BE-A2DC-7B0365E99328}" dt="2026-01-29T23:51:49.437" v="639" actId="1076"/>
          <ac:spMkLst>
            <pc:docMk/>
            <pc:sldMk cId="2435356693" sldId="259"/>
            <ac:spMk id="5" creationId="{09EA52E4-E40E-FCA0-39F5-A5177156EA09}"/>
          </ac:spMkLst>
        </pc:spChg>
        <pc:spChg chg="mod">
          <ac:chgData name="Margo Bonal" userId="18c9fa0f-b53d-478b-9dc0-6ad88786c19f" providerId="ADAL" clId="{57E2D5E0-CA32-47BE-A2DC-7B0365E99328}" dt="2026-01-29T23:57:10.855" v="901" actId="20577"/>
          <ac:spMkLst>
            <pc:docMk/>
            <pc:sldMk cId="2435356693" sldId="259"/>
            <ac:spMk id="6" creationId="{997BBA28-00C8-8F7A-94FF-B6415063757E}"/>
          </ac:spMkLst>
        </pc:spChg>
      </pc:sldChg>
      <pc:sldChg chg="addSp delSp modSp del mod setBg">
        <pc:chgData name="Margo Bonal" userId="18c9fa0f-b53d-478b-9dc0-6ad88786c19f" providerId="ADAL" clId="{57E2D5E0-CA32-47BE-A2DC-7B0365E99328}" dt="2026-01-29T23:27:41.909" v="110" actId="2696"/>
        <pc:sldMkLst>
          <pc:docMk/>
          <pc:sldMk cId="3976178676" sldId="260"/>
        </pc:sldMkLst>
        <pc:spChg chg="mod">
          <ac:chgData name="Margo Bonal" userId="18c9fa0f-b53d-478b-9dc0-6ad88786c19f" providerId="ADAL" clId="{57E2D5E0-CA32-47BE-A2DC-7B0365E99328}" dt="2026-01-29T23:25:57.499" v="53" actId="26606"/>
          <ac:spMkLst>
            <pc:docMk/>
            <pc:sldMk cId="3976178676" sldId="260"/>
            <ac:spMk id="2" creationId="{C758E20C-8AB0-67B3-E130-098B85CA3DFD}"/>
          </ac:spMkLst>
        </pc:spChg>
        <pc:spChg chg="add del">
          <ac:chgData name="Margo Bonal" userId="18c9fa0f-b53d-478b-9dc0-6ad88786c19f" providerId="ADAL" clId="{57E2D5E0-CA32-47BE-A2DC-7B0365E99328}" dt="2026-01-29T23:26:08.549" v="56" actId="26606"/>
          <ac:spMkLst>
            <pc:docMk/>
            <pc:sldMk cId="3976178676" sldId="260"/>
            <ac:spMk id="6" creationId="{7049A7D3-684C-4C59-A4B6-7B308A6AD34D}"/>
          </ac:spMkLst>
        </pc:spChg>
        <pc:spChg chg="add del">
          <ac:chgData name="Margo Bonal" userId="18c9fa0f-b53d-478b-9dc0-6ad88786c19f" providerId="ADAL" clId="{57E2D5E0-CA32-47BE-A2DC-7B0365E99328}" dt="2026-01-29T23:26:08.549" v="56" actId="26606"/>
          <ac:spMkLst>
            <pc:docMk/>
            <pc:sldMk cId="3976178676" sldId="260"/>
            <ac:spMk id="11" creationId="{D7B1087B-C592-40E7-B532-60B453A2FE6A}"/>
          </ac:spMkLst>
        </pc:spChg>
        <pc:spChg chg="add">
          <ac:chgData name="Margo Bonal" userId="18c9fa0f-b53d-478b-9dc0-6ad88786c19f" providerId="ADAL" clId="{57E2D5E0-CA32-47BE-A2DC-7B0365E99328}" dt="2026-01-29T23:25:57.499" v="53" actId="26606"/>
          <ac:spMkLst>
            <pc:docMk/>
            <pc:sldMk cId="3976178676" sldId="260"/>
            <ac:spMk id="13" creationId="{14AE7447-E8F8-4A0F-9E3D-94842BFF886E}"/>
          </ac:spMkLst>
        </pc:spChg>
        <pc:spChg chg="add del">
          <ac:chgData name="Margo Bonal" userId="18c9fa0f-b53d-478b-9dc0-6ad88786c19f" providerId="ADAL" clId="{57E2D5E0-CA32-47BE-A2DC-7B0365E99328}" dt="2026-01-29T23:26:08.549" v="56" actId="26606"/>
          <ac:spMkLst>
            <pc:docMk/>
            <pc:sldMk cId="3976178676" sldId="260"/>
            <ac:spMk id="19" creationId="{0680B5D0-24EC-465A-A0E6-C4DF951E0043}"/>
          </ac:spMkLst>
        </pc:spChg>
        <pc:spChg chg="add del">
          <ac:chgData name="Margo Bonal" userId="18c9fa0f-b53d-478b-9dc0-6ad88786c19f" providerId="ADAL" clId="{57E2D5E0-CA32-47BE-A2DC-7B0365E99328}" dt="2026-01-29T23:26:08.549" v="56" actId="26606"/>
          <ac:spMkLst>
            <pc:docMk/>
            <pc:sldMk cId="3976178676" sldId="260"/>
            <ac:spMk id="21" creationId="{30BF1B50-A83E-4ED6-A2AA-C943C1F89F85}"/>
          </ac:spMkLst>
        </pc:spChg>
        <pc:spChg chg="add">
          <ac:chgData name="Margo Bonal" userId="18c9fa0f-b53d-478b-9dc0-6ad88786c19f" providerId="ADAL" clId="{57E2D5E0-CA32-47BE-A2DC-7B0365E99328}" dt="2026-01-29T23:25:57.499" v="53" actId="26606"/>
          <ac:spMkLst>
            <pc:docMk/>
            <pc:sldMk cId="3976178676" sldId="260"/>
            <ac:spMk id="23" creationId="{1F31E8B2-210B-4B90-83BB-3B180732EF38}"/>
          </ac:spMkLst>
        </pc:spChg>
        <pc:spChg chg="add del">
          <ac:chgData name="Margo Bonal" userId="18c9fa0f-b53d-478b-9dc0-6ad88786c19f" providerId="ADAL" clId="{57E2D5E0-CA32-47BE-A2DC-7B0365E99328}" dt="2026-01-29T23:26:08.549" v="56" actId="26606"/>
          <ac:spMkLst>
            <pc:docMk/>
            <pc:sldMk cId="3976178676" sldId="260"/>
            <ac:spMk id="25" creationId="{6B387409-2B98-40F8-A65F-EF7CF989512F}"/>
          </ac:spMkLst>
        </pc:spChg>
        <pc:spChg chg="add">
          <ac:chgData name="Margo Bonal" userId="18c9fa0f-b53d-478b-9dc0-6ad88786c19f" providerId="ADAL" clId="{57E2D5E0-CA32-47BE-A2DC-7B0365E99328}" dt="2026-01-29T23:26:08.549" v="56" actId="26606"/>
          <ac:spMkLst>
            <pc:docMk/>
            <pc:sldMk cId="3976178676" sldId="260"/>
            <ac:spMk id="34" creationId="{7049A7D3-684C-4C59-A4B6-7B308A6AD34D}"/>
          </ac:spMkLst>
        </pc:spChg>
        <pc:spChg chg="add">
          <ac:chgData name="Margo Bonal" userId="18c9fa0f-b53d-478b-9dc0-6ad88786c19f" providerId="ADAL" clId="{57E2D5E0-CA32-47BE-A2DC-7B0365E99328}" dt="2026-01-29T23:26:08.549" v="56" actId="26606"/>
          <ac:spMkLst>
            <pc:docMk/>
            <pc:sldMk cId="3976178676" sldId="260"/>
            <ac:spMk id="36" creationId="{D7B1087B-C592-40E7-B532-60B453A2FE6A}"/>
          </ac:spMkLst>
        </pc:spChg>
        <pc:spChg chg="add">
          <ac:chgData name="Margo Bonal" userId="18c9fa0f-b53d-478b-9dc0-6ad88786c19f" providerId="ADAL" clId="{57E2D5E0-CA32-47BE-A2DC-7B0365E99328}" dt="2026-01-29T23:26:08.549" v="56" actId="26606"/>
          <ac:spMkLst>
            <pc:docMk/>
            <pc:sldMk cId="3976178676" sldId="260"/>
            <ac:spMk id="44" creationId="{0680B5D0-24EC-465A-A0E6-C4DF951E0043}"/>
          </ac:spMkLst>
        </pc:spChg>
        <pc:spChg chg="add">
          <ac:chgData name="Margo Bonal" userId="18c9fa0f-b53d-478b-9dc0-6ad88786c19f" providerId="ADAL" clId="{57E2D5E0-CA32-47BE-A2DC-7B0365E99328}" dt="2026-01-29T23:26:08.549" v="56" actId="26606"/>
          <ac:spMkLst>
            <pc:docMk/>
            <pc:sldMk cId="3976178676" sldId="260"/>
            <ac:spMk id="46" creationId="{30BF1B50-A83E-4ED6-A2AA-C943C1F89F85}"/>
          </ac:spMkLst>
        </pc:spChg>
        <pc:spChg chg="add">
          <ac:chgData name="Margo Bonal" userId="18c9fa0f-b53d-478b-9dc0-6ad88786c19f" providerId="ADAL" clId="{57E2D5E0-CA32-47BE-A2DC-7B0365E99328}" dt="2026-01-29T23:26:08.549" v="56" actId="26606"/>
          <ac:spMkLst>
            <pc:docMk/>
            <pc:sldMk cId="3976178676" sldId="260"/>
            <ac:spMk id="50" creationId="{6B387409-2B98-40F8-A65F-EF7CF989512F}"/>
          </ac:spMkLst>
        </pc:spChg>
        <pc:grpChg chg="add">
          <ac:chgData name="Margo Bonal" userId="18c9fa0f-b53d-478b-9dc0-6ad88786c19f" providerId="ADAL" clId="{57E2D5E0-CA32-47BE-A2DC-7B0365E99328}" dt="2026-01-29T23:25:57.499" v="53" actId="26606"/>
          <ac:grpSpMkLst>
            <pc:docMk/>
            <pc:sldMk cId="3976178676" sldId="260"/>
            <ac:grpSpMk id="27" creationId="{C9E5F284-A588-4AE7-A36D-1C93E4FD0241}"/>
          </ac:grpSpMkLst>
        </pc:grpChg>
        <pc:picChg chg="add del mod">
          <ac:chgData name="Margo Bonal" userId="18c9fa0f-b53d-478b-9dc0-6ad88786c19f" providerId="ADAL" clId="{57E2D5E0-CA32-47BE-A2DC-7B0365E99328}" dt="2026-01-29T23:27:29.081" v="106" actId="478"/>
          <ac:picMkLst>
            <pc:docMk/>
            <pc:sldMk cId="3976178676" sldId="260"/>
            <ac:picMk id="4" creationId="{5583A2AF-30A6-507B-FC50-43A58E77C611}"/>
          </ac:picMkLst>
        </pc:picChg>
        <pc:picChg chg="del">
          <ac:chgData name="Margo Bonal" userId="18c9fa0f-b53d-478b-9dc0-6ad88786c19f" providerId="ADAL" clId="{57E2D5E0-CA32-47BE-A2DC-7B0365E99328}" dt="2026-01-29T23:25:12.698" v="48" actId="478"/>
          <ac:picMkLst>
            <pc:docMk/>
            <pc:sldMk cId="3976178676" sldId="260"/>
            <ac:picMk id="9" creationId="{6E147BA7-C2BD-F75F-6AA7-20EB6ABC1BE7}"/>
          </ac:picMkLst>
        </pc:picChg>
      </pc:sldChg>
      <pc:sldChg chg="addSp delSp modSp new mod setBg setClrOvrMap">
        <pc:chgData name="Margo Bonal" userId="18c9fa0f-b53d-478b-9dc0-6ad88786c19f" providerId="ADAL" clId="{57E2D5E0-CA32-47BE-A2DC-7B0365E99328}" dt="2026-01-29T23:43:31.332" v="214" actId="1076"/>
        <pc:sldMkLst>
          <pc:docMk/>
          <pc:sldMk cId="3708001290" sldId="261"/>
        </pc:sldMkLst>
        <pc:spChg chg="del">
          <ac:chgData name="Margo Bonal" userId="18c9fa0f-b53d-478b-9dc0-6ad88786c19f" providerId="ADAL" clId="{57E2D5E0-CA32-47BE-A2DC-7B0365E99328}" dt="2026-01-29T23:18:31.311" v="1" actId="21"/>
          <ac:spMkLst>
            <pc:docMk/>
            <pc:sldMk cId="3708001290" sldId="261"/>
            <ac:spMk id="2" creationId="{EE571224-8117-917B-B3AF-0F50A609ADFF}"/>
          </ac:spMkLst>
        </pc:spChg>
        <pc:spChg chg="add del mod">
          <ac:chgData name="Margo Bonal" userId="18c9fa0f-b53d-478b-9dc0-6ad88786c19f" providerId="ADAL" clId="{57E2D5E0-CA32-47BE-A2DC-7B0365E99328}" dt="2026-01-29T23:18:46.550" v="11" actId="22"/>
          <ac:spMkLst>
            <pc:docMk/>
            <pc:sldMk cId="3708001290" sldId="261"/>
            <ac:spMk id="3" creationId="{56DC0684-1B81-2E00-8554-4272FAED3EB3}"/>
          </ac:spMkLst>
        </pc:spChg>
        <pc:spChg chg="add mod">
          <ac:chgData name="Margo Bonal" userId="18c9fa0f-b53d-478b-9dc0-6ad88786c19f" providerId="ADAL" clId="{57E2D5E0-CA32-47BE-A2DC-7B0365E99328}" dt="2026-01-29T23:18:39.773" v="8"/>
          <ac:spMkLst>
            <pc:docMk/>
            <pc:sldMk cId="3708001290" sldId="261"/>
            <ac:spMk id="4" creationId="{EE571224-8117-917B-B3AF-0F50A609ADFF}"/>
          </ac:spMkLst>
        </pc:spChg>
        <pc:spChg chg="add del mod ord">
          <ac:chgData name="Margo Bonal" userId="18c9fa0f-b53d-478b-9dc0-6ad88786c19f" providerId="ADAL" clId="{57E2D5E0-CA32-47BE-A2DC-7B0365E99328}" dt="2026-01-29T23:40:53.105" v="178" actId="21"/>
          <ac:spMkLst>
            <pc:docMk/>
            <pc:sldMk cId="3708001290" sldId="261"/>
            <ac:spMk id="8" creationId="{ECD6F106-7412-EE95-048F-100B7B5878BB}"/>
          </ac:spMkLst>
        </pc:spChg>
        <pc:spChg chg="add del">
          <ac:chgData name="Margo Bonal" userId="18c9fa0f-b53d-478b-9dc0-6ad88786c19f" providerId="ADAL" clId="{57E2D5E0-CA32-47BE-A2DC-7B0365E99328}" dt="2026-01-29T23:21:35.714" v="26" actId="26606"/>
          <ac:spMkLst>
            <pc:docMk/>
            <pc:sldMk cId="3708001290" sldId="261"/>
            <ac:spMk id="11" creationId="{ECC4F6A0-FB5D-824C-E58B-FD21D4971488}"/>
          </ac:spMkLst>
        </pc:spChg>
        <pc:spChg chg="add del">
          <ac:chgData name="Margo Bonal" userId="18c9fa0f-b53d-478b-9dc0-6ad88786c19f" providerId="ADAL" clId="{57E2D5E0-CA32-47BE-A2DC-7B0365E99328}" dt="2026-01-29T23:21:35.714" v="26" actId="26606"/>
          <ac:spMkLst>
            <pc:docMk/>
            <pc:sldMk cId="3708001290" sldId="261"/>
            <ac:spMk id="14" creationId="{472095BC-C06B-45BD-A206-0F75C6A4A963}"/>
          </ac:spMkLst>
        </pc:spChg>
        <pc:spChg chg="add del">
          <ac:chgData name="Margo Bonal" userId="18c9fa0f-b53d-478b-9dc0-6ad88786c19f" providerId="ADAL" clId="{57E2D5E0-CA32-47BE-A2DC-7B0365E99328}" dt="2026-01-29T23:21:35.714" v="26" actId="26606"/>
          <ac:spMkLst>
            <pc:docMk/>
            <pc:sldMk cId="3708001290" sldId="261"/>
            <ac:spMk id="16" creationId="{4D40AAF3-394B-453B-8AF1-B796F8F9F977}"/>
          </ac:spMkLst>
        </pc:spChg>
        <pc:spChg chg="add del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17" creationId="{F79FF99C-BAA9-404F-9C96-6DD456B4F795}"/>
          </ac:spMkLst>
        </pc:spChg>
        <pc:spChg chg="add del">
          <ac:chgData name="Margo Bonal" userId="18c9fa0f-b53d-478b-9dc0-6ad88786c19f" providerId="ADAL" clId="{57E2D5E0-CA32-47BE-A2DC-7B0365E99328}" dt="2026-01-29T23:21:35.714" v="26" actId="26606"/>
          <ac:spMkLst>
            <pc:docMk/>
            <pc:sldMk cId="3708001290" sldId="261"/>
            <ac:spMk id="18" creationId="{A4D0672D-43C7-420C-A186-48122D7CD59D}"/>
          </ac:spMkLst>
        </pc:spChg>
        <pc:spChg chg="add del">
          <ac:chgData name="Margo Bonal" userId="18c9fa0f-b53d-478b-9dc0-6ad88786c19f" providerId="ADAL" clId="{57E2D5E0-CA32-47BE-A2DC-7B0365E99328}" dt="2026-01-29T23:40:58.949" v="180" actId="21"/>
          <ac:spMkLst>
            <pc:docMk/>
            <pc:sldMk cId="3708001290" sldId="261"/>
            <ac:spMk id="19" creationId="{5B0EF5D3-4F03-DCC4-E9C4-25515AAAA5C6}"/>
          </ac:spMkLst>
        </pc:spChg>
        <pc:spChg chg="add del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21" creationId="{49C44AFD-C72D-4D9C-84C6-73E615CED884}"/>
          </ac:spMkLst>
        </pc:spChg>
        <pc:spChg chg="add del">
          <ac:chgData name="Margo Bonal" userId="18c9fa0f-b53d-478b-9dc0-6ad88786c19f" providerId="ADAL" clId="{57E2D5E0-CA32-47BE-A2DC-7B0365E99328}" dt="2026-01-29T23:21:45.276" v="32" actId="26606"/>
          <ac:spMkLst>
            <pc:docMk/>
            <pc:sldMk cId="3708001290" sldId="261"/>
            <ac:spMk id="22" creationId="{49B7FFA5-14CB-4A4F-9BCC-CA3AA5D9D276}"/>
          </ac:spMkLst>
        </pc:spChg>
        <pc:spChg chg="add del">
          <ac:chgData name="Margo Bonal" userId="18c9fa0f-b53d-478b-9dc0-6ad88786c19f" providerId="ADAL" clId="{57E2D5E0-CA32-47BE-A2DC-7B0365E99328}" dt="2026-01-29T23:21:37.261" v="28" actId="26606"/>
          <ac:spMkLst>
            <pc:docMk/>
            <pc:sldMk cId="3708001290" sldId="261"/>
            <ac:spMk id="24" creationId="{BCE5EFF9-B12A-4A10-94DD-F33EDBCD2707}"/>
          </ac:spMkLst>
        </pc:spChg>
        <pc:spChg chg="add del">
          <ac:chgData name="Margo Bonal" userId="18c9fa0f-b53d-478b-9dc0-6ad88786c19f" providerId="ADAL" clId="{57E2D5E0-CA32-47BE-A2DC-7B0365E99328}" dt="2026-01-29T23:21:37.261" v="28" actId="26606"/>
          <ac:spMkLst>
            <pc:docMk/>
            <pc:sldMk cId="3708001290" sldId="261"/>
            <ac:spMk id="25" creationId="{426EEE46-1E2E-459B-85C5-B12A77BED95B}"/>
          </ac:spMkLst>
        </pc:spChg>
        <pc:spChg chg="add del">
          <ac:chgData name="Margo Bonal" userId="18c9fa0f-b53d-478b-9dc0-6ad88786c19f" providerId="ADAL" clId="{57E2D5E0-CA32-47BE-A2DC-7B0365E99328}" dt="2026-01-29T23:21:37.261" v="28" actId="26606"/>
          <ac:spMkLst>
            <pc:docMk/>
            <pc:sldMk cId="3708001290" sldId="261"/>
            <ac:spMk id="26" creationId="{4F1CA82B-BE28-9691-C9BC-1E30F6A266CC}"/>
          </ac:spMkLst>
        </pc:spChg>
        <pc:spChg chg="add del">
          <ac:chgData name="Margo Bonal" userId="18c9fa0f-b53d-478b-9dc0-6ad88786c19f" providerId="ADAL" clId="{57E2D5E0-CA32-47BE-A2DC-7B0365E99328}" dt="2026-01-29T23:21:38.575" v="30" actId="26606"/>
          <ac:spMkLst>
            <pc:docMk/>
            <pc:sldMk cId="3708001290" sldId="261"/>
            <ac:spMk id="30" creationId="{881BB01C-2DAE-48BD-8E81-DAE2E1BC4DA8}"/>
          </ac:spMkLst>
        </pc:spChg>
        <pc:spChg chg="add del">
          <ac:chgData name="Margo Bonal" userId="18c9fa0f-b53d-478b-9dc0-6ad88786c19f" providerId="ADAL" clId="{57E2D5E0-CA32-47BE-A2DC-7B0365E99328}" dt="2026-01-29T23:21:38.575" v="30" actId="26606"/>
          <ac:spMkLst>
            <pc:docMk/>
            <pc:sldMk cId="3708001290" sldId="261"/>
            <ac:spMk id="31" creationId="{ED8BAB6F-1566-78A6-0273-D246A03D561E}"/>
          </ac:spMkLst>
        </pc:spChg>
        <pc:spChg chg="add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33" creationId="{8658BFE0-4E65-4174-9C75-687C94E88273}"/>
          </ac:spMkLst>
        </pc:spChg>
        <pc:spChg chg="add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34" creationId="{417CDA24-35F8-4540-8C52-3096D6D94949}"/>
          </ac:spMkLst>
        </pc:spChg>
        <pc:spChg chg="add del">
          <ac:chgData name="Margo Bonal" userId="18c9fa0f-b53d-478b-9dc0-6ad88786c19f" providerId="ADAL" clId="{57E2D5E0-CA32-47BE-A2DC-7B0365E99328}" dt="2026-01-29T23:21:45.276" v="32" actId="26606"/>
          <ac:spMkLst>
            <pc:docMk/>
            <pc:sldMk cId="3708001290" sldId="261"/>
            <ac:spMk id="35" creationId="{E009DD9B-5EE2-4C0D-8B2B-351C8C102205}"/>
          </ac:spMkLst>
        </pc:spChg>
        <pc:spChg chg="add del">
          <ac:chgData name="Margo Bonal" userId="18c9fa0f-b53d-478b-9dc0-6ad88786c19f" providerId="ADAL" clId="{57E2D5E0-CA32-47BE-A2DC-7B0365E99328}" dt="2026-01-29T23:21:45.276" v="32" actId="26606"/>
          <ac:spMkLst>
            <pc:docMk/>
            <pc:sldMk cId="3708001290" sldId="261"/>
            <ac:spMk id="36" creationId="{E720DB99-7745-4E75-9D96-AAB6D55C531E}"/>
          </ac:spMkLst>
        </pc:spChg>
        <pc:spChg chg="add del">
          <ac:chgData name="Margo Bonal" userId="18c9fa0f-b53d-478b-9dc0-6ad88786c19f" providerId="ADAL" clId="{57E2D5E0-CA32-47BE-A2DC-7B0365E99328}" dt="2026-01-29T23:21:45.276" v="32" actId="26606"/>
          <ac:spMkLst>
            <pc:docMk/>
            <pc:sldMk cId="3708001290" sldId="261"/>
            <ac:spMk id="37" creationId="{D68803C4-E159-4360-B7BB-74205C8F782D}"/>
          </ac:spMkLst>
        </pc:spChg>
        <pc:spChg chg="add del">
          <ac:chgData name="Margo Bonal" userId="18c9fa0f-b53d-478b-9dc0-6ad88786c19f" providerId="ADAL" clId="{57E2D5E0-CA32-47BE-A2DC-7B0365E99328}" dt="2026-01-29T23:21:45.276" v="32" actId="26606"/>
          <ac:spMkLst>
            <pc:docMk/>
            <pc:sldMk cId="3708001290" sldId="261"/>
            <ac:spMk id="38" creationId="{D9CDF205-F532-1A6E-5E26-83DE13D8D6F7}"/>
          </ac:spMkLst>
        </pc:spChg>
        <pc:spChg chg="add del">
          <ac:chgData name="Margo Bonal" userId="18c9fa0f-b53d-478b-9dc0-6ad88786c19f" providerId="ADAL" clId="{57E2D5E0-CA32-47BE-A2DC-7B0365E99328}" dt="2026-01-29T23:21:45.276" v="32" actId="26606"/>
          <ac:spMkLst>
            <pc:docMk/>
            <pc:sldMk cId="3708001290" sldId="261"/>
            <ac:spMk id="39" creationId="{504B0465-3B07-49BF-BEA7-D81476246293}"/>
          </ac:spMkLst>
        </pc:spChg>
        <pc:spChg chg="add del">
          <ac:chgData name="Margo Bonal" userId="18c9fa0f-b53d-478b-9dc0-6ad88786c19f" providerId="ADAL" clId="{57E2D5E0-CA32-47BE-A2DC-7B0365E99328}" dt="2026-01-29T23:21:45.276" v="32" actId="26606"/>
          <ac:spMkLst>
            <pc:docMk/>
            <pc:sldMk cId="3708001290" sldId="261"/>
            <ac:spMk id="40" creationId="{04E48745-7512-4EC2-9E20-9092D12150CA}"/>
          </ac:spMkLst>
        </pc:spChg>
        <pc:spChg chg="add del mod">
          <ac:chgData name="Margo Bonal" userId="18c9fa0f-b53d-478b-9dc0-6ad88786c19f" providerId="ADAL" clId="{57E2D5E0-CA32-47BE-A2DC-7B0365E99328}" dt="2026-01-29T23:40:55.693" v="179" actId="21"/>
          <ac:spMkLst>
            <pc:docMk/>
            <pc:sldMk cId="3708001290" sldId="261"/>
            <ac:spMk id="41" creationId="{514A85F9-F22B-7C42-BEA2-0A2DAC51125B}"/>
          </ac:spMkLst>
        </pc:spChg>
        <pc:spChg chg="add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42" creationId="{FA75DFED-A0C1-4A83-BE1D-0271C1826EF6}"/>
          </ac:spMkLst>
        </pc:spChg>
        <pc:grpChg chg="add del">
          <ac:chgData name="Margo Bonal" userId="18c9fa0f-b53d-478b-9dc0-6ad88786c19f" providerId="ADAL" clId="{57E2D5E0-CA32-47BE-A2DC-7B0365E99328}" dt="2026-01-29T23:21:35.714" v="26" actId="26606"/>
          <ac:grpSpMkLst>
            <pc:docMk/>
            <pc:sldMk cId="3708001290" sldId="261"/>
            <ac:grpSpMk id="20" creationId="{D96E3E53-A85C-4F1C-8D49-274B28584203}"/>
          </ac:grpSpMkLst>
        </pc:grpChg>
        <pc:grpChg chg="add del">
          <ac:chgData name="Margo Bonal" userId="18c9fa0f-b53d-478b-9dc0-6ad88786c19f" providerId="ADAL" clId="{57E2D5E0-CA32-47BE-A2DC-7B0365E99328}" dt="2026-01-29T23:41:56.627" v="188" actId="26606"/>
          <ac:grpSpMkLst>
            <pc:docMk/>
            <pc:sldMk cId="3708001290" sldId="261"/>
            <ac:grpSpMk id="23" creationId="{1D25B14F-36E0-41E8-956F-CABEF1ADD65F}"/>
          </ac:grpSpMkLst>
        </pc:grpChg>
        <pc:grpChg chg="add del">
          <ac:chgData name="Margo Bonal" userId="18c9fa0f-b53d-478b-9dc0-6ad88786c19f" providerId="ADAL" clId="{57E2D5E0-CA32-47BE-A2DC-7B0365E99328}" dt="2026-01-29T23:21:37.261" v="28" actId="26606"/>
          <ac:grpSpMkLst>
            <pc:docMk/>
            <pc:sldMk cId="3708001290" sldId="261"/>
            <ac:grpSpMk id="27" creationId="{BB3C3B5B-B6A2-4C52-831F-3D4FBEF9254F}"/>
          </ac:grpSpMkLst>
        </pc:grpChg>
        <pc:grpChg chg="add del">
          <ac:chgData name="Margo Bonal" userId="18c9fa0f-b53d-478b-9dc0-6ad88786c19f" providerId="ADAL" clId="{57E2D5E0-CA32-47BE-A2DC-7B0365E99328}" dt="2026-01-29T23:21:38.575" v="30" actId="26606"/>
          <ac:grpSpMkLst>
            <pc:docMk/>
            <pc:sldMk cId="3708001290" sldId="261"/>
            <ac:grpSpMk id="32" creationId="{AD55FF18-1979-4730-A345-E74E328F0777}"/>
          </ac:grpSpMkLst>
        </pc:grpChg>
        <pc:picChg chg="add mod ord modCrop">
          <ac:chgData name="Margo Bonal" userId="18c9fa0f-b53d-478b-9dc0-6ad88786c19f" providerId="ADAL" clId="{57E2D5E0-CA32-47BE-A2DC-7B0365E99328}" dt="2026-01-29T23:43:24.527" v="211" actId="1076"/>
          <ac:picMkLst>
            <pc:docMk/>
            <pc:sldMk cId="3708001290" sldId="261"/>
            <ac:picMk id="6" creationId="{1CCEA760-AC1A-80DA-A52F-AB45225E82D7}"/>
          </ac:picMkLst>
        </pc:picChg>
        <pc:picChg chg="add del mod modCrop">
          <ac:chgData name="Margo Bonal" userId="18c9fa0f-b53d-478b-9dc0-6ad88786c19f" providerId="ADAL" clId="{57E2D5E0-CA32-47BE-A2DC-7B0365E99328}" dt="2026-01-29T23:21:48.093" v="33" actId="478"/>
          <ac:picMkLst>
            <pc:docMk/>
            <pc:sldMk cId="3708001290" sldId="261"/>
            <ac:picMk id="7" creationId="{A3B7E5B4-F618-2FC6-B825-6002AF6969CD}"/>
          </ac:picMkLst>
        </pc:picChg>
        <pc:picChg chg="add mod ord">
          <ac:chgData name="Margo Bonal" userId="18c9fa0f-b53d-478b-9dc0-6ad88786c19f" providerId="ADAL" clId="{57E2D5E0-CA32-47BE-A2DC-7B0365E99328}" dt="2026-01-29T23:43:31.332" v="214" actId="1076"/>
          <ac:picMkLst>
            <pc:docMk/>
            <pc:sldMk cId="3708001290" sldId="261"/>
            <ac:picMk id="9" creationId="{E1738161-29B0-7D0D-70C7-D29A9CD4DDB5}"/>
          </ac:picMkLst>
        </pc:picChg>
        <pc:picChg chg="add mod">
          <ac:chgData name="Margo Bonal" userId="18c9fa0f-b53d-478b-9dc0-6ad88786c19f" providerId="ADAL" clId="{57E2D5E0-CA32-47BE-A2DC-7B0365E99328}" dt="2026-01-29T23:43:26.683" v="212" actId="14100"/>
          <ac:picMkLst>
            <pc:docMk/>
            <pc:sldMk cId="3708001290" sldId="261"/>
            <ac:picMk id="12" creationId="{C88E6569-B4CA-163E-5EC4-BB74DEEE2E06}"/>
          </ac:picMkLst>
        </pc:picChg>
        <pc:picChg chg="add mod ord modCrop">
          <ac:chgData name="Margo Bonal" userId="18c9fa0f-b53d-478b-9dc0-6ad88786c19f" providerId="ADAL" clId="{57E2D5E0-CA32-47BE-A2DC-7B0365E99328}" dt="2026-01-29T23:42:50.068" v="207" actId="1076"/>
          <ac:picMkLst>
            <pc:docMk/>
            <pc:sldMk cId="3708001290" sldId="261"/>
            <ac:picMk id="15" creationId="{2D5A56EA-0BF7-5819-D20F-3E59D4FA5FB2}"/>
          </ac:picMkLst>
        </pc:picChg>
      </pc:sldChg>
      <pc:sldChg chg="addSp delSp modSp new mod">
        <pc:chgData name="Margo Bonal" userId="18c9fa0f-b53d-478b-9dc0-6ad88786c19f" providerId="ADAL" clId="{57E2D5E0-CA32-47BE-A2DC-7B0365E99328}" dt="2026-01-29T23:38:01.731" v="123" actId="732"/>
        <pc:sldMkLst>
          <pc:docMk/>
          <pc:sldMk cId="827058196" sldId="262"/>
        </pc:sldMkLst>
        <pc:spChg chg="mod">
          <ac:chgData name="Margo Bonal" userId="18c9fa0f-b53d-478b-9dc0-6ad88786c19f" providerId="ADAL" clId="{57E2D5E0-CA32-47BE-A2DC-7B0365E99328}" dt="2026-01-29T23:37:41.799" v="120" actId="14100"/>
          <ac:spMkLst>
            <pc:docMk/>
            <pc:sldMk cId="827058196" sldId="262"/>
            <ac:spMk id="2" creationId="{3594D35B-E34D-531A-4357-21EE919D7179}"/>
          </ac:spMkLst>
        </pc:spChg>
        <pc:spChg chg="del">
          <ac:chgData name="Margo Bonal" userId="18c9fa0f-b53d-478b-9dc0-6ad88786c19f" providerId="ADAL" clId="{57E2D5E0-CA32-47BE-A2DC-7B0365E99328}" dt="2026-01-29T23:20:08.563" v="13" actId="22"/>
          <ac:spMkLst>
            <pc:docMk/>
            <pc:sldMk cId="827058196" sldId="262"/>
            <ac:spMk id="3" creationId="{8C9C7145-00BA-6376-4E0C-A139AE771192}"/>
          </ac:spMkLst>
        </pc:spChg>
        <pc:spChg chg="add del mod">
          <ac:chgData name="Margo Bonal" userId="18c9fa0f-b53d-478b-9dc0-6ad88786c19f" providerId="ADAL" clId="{57E2D5E0-CA32-47BE-A2DC-7B0365E99328}" dt="2026-01-29T23:21:50.341" v="34"/>
          <ac:spMkLst>
            <pc:docMk/>
            <pc:sldMk cId="827058196" sldId="262"/>
            <ac:spMk id="7" creationId="{0D572D9E-93CE-86A1-180B-A893EEFABB78}"/>
          </ac:spMkLst>
        </pc:spChg>
        <pc:spChg chg="add del mod">
          <ac:chgData name="Margo Bonal" userId="18c9fa0f-b53d-478b-9dc0-6ad88786c19f" providerId="ADAL" clId="{57E2D5E0-CA32-47BE-A2DC-7B0365E99328}" dt="2026-01-29T23:27:11.528" v="83" actId="478"/>
          <ac:spMkLst>
            <pc:docMk/>
            <pc:sldMk cId="827058196" sldId="262"/>
            <ac:spMk id="16" creationId="{36A18871-6392-DA03-57C1-A65D941BC1E7}"/>
          </ac:spMkLst>
        </pc:spChg>
        <pc:picChg chg="add del mod ord">
          <ac:chgData name="Margo Bonal" userId="18c9fa0f-b53d-478b-9dc0-6ad88786c19f" providerId="ADAL" clId="{57E2D5E0-CA32-47BE-A2DC-7B0365E99328}" dt="2026-01-29T23:20:52.791" v="16" actId="478"/>
          <ac:picMkLst>
            <pc:docMk/>
            <pc:sldMk cId="827058196" sldId="262"/>
            <ac:picMk id="5" creationId="{F14243CF-E359-D16E-C27C-69526E76AAFB}"/>
          </ac:picMkLst>
        </pc:picChg>
        <pc:picChg chg="add del mod">
          <ac:chgData name="Margo Bonal" userId="18c9fa0f-b53d-478b-9dc0-6ad88786c19f" providerId="ADAL" clId="{57E2D5E0-CA32-47BE-A2DC-7B0365E99328}" dt="2026-01-29T23:26:46.715" v="76" actId="478"/>
          <ac:picMkLst>
            <pc:docMk/>
            <pc:sldMk cId="827058196" sldId="262"/>
            <ac:picMk id="8" creationId="{975FFE57-09E2-E0D4-A5A1-17356447D934}"/>
          </ac:picMkLst>
        </pc:picChg>
        <pc:picChg chg="add mod">
          <ac:chgData name="Margo Bonal" userId="18c9fa0f-b53d-478b-9dc0-6ad88786c19f" providerId="ADAL" clId="{57E2D5E0-CA32-47BE-A2DC-7B0365E99328}" dt="2026-01-29T23:27:13.803" v="84" actId="1076"/>
          <ac:picMkLst>
            <pc:docMk/>
            <pc:sldMk cId="827058196" sldId="262"/>
            <ac:picMk id="10" creationId="{3F76ABA8-33C8-2F6C-1D75-48BF572734BD}"/>
          </ac:picMkLst>
        </pc:picChg>
        <pc:picChg chg="add del mod">
          <ac:chgData name="Margo Bonal" userId="18c9fa0f-b53d-478b-9dc0-6ad88786c19f" providerId="ADAL" clId="{57E2D5E0-CA32-47BE-A2DC-7B0365E99328}" dt="2026-01-29T23:22:35.727" v="44" actId="21"/>
          <ac:picMkLst>
            <pc:docMk/>
            <pc:sldMk cId="827058196" sldId="262"/>
            <ac:picMk id="12" creationId="{45A01729-2B0D-969E-B73F-AA1BC68140EF}"/>
          </ac:picMkLst>
        </pc:picChg>
        <pc:picChg chg="add mod modCrop">
          <ac:chgData name="Margo Bonal" userId="18c9fa0f-b53d-478b-9dc0-6ad88786c19f" providerId="ADAL" clId="{57E2D5E0-CA32-47BE-A2DC-7B0365E99328}" dt="2026-01-29T23:38:01.731" v="123" actId="732"/>
          <ac:picMkLst>
            <pc:docMk/>
            <pc:sldMk cId="827058196" sldId="262"/>
            <ac:picMk id="14" creationId="{7BE31776-F426-8AE6-74FC-D07693145B13}"/>
          </ac:picMkLst>
        </pc:picChg>
      </pc:sldChg>
      <pc:sldChg chg="addSp delSp modSp new mod">
        <pc:chgData name="Margo Bonal" userId="18c9fa0f-b53d-478b-9dc0-6ad88786c19f" providerId="ADAL" clId="{57E2D5E0-CA32-47BE-A2DC-7B0365E99328}" dt="2026-01-29T23:39:18.198" v="156" actId="1076"/>
        <pc:sldMkLst>
          <pc:docMk/>
          <pc:sldMk cId="244322644" sldId="263"/>
        </pc:sldMkLst>
        <pc:spChg chg="mod">
          <ac:chgData name="Margo Bonal" userId="18c9fa0f-b53d-478b-9dc0-6ad88786c19f" providerId="ADAL" clId="{57E2D5E0-CA32-47BE-A2DC-7B0365E99328}" dt="2026-01-29T23:38:52.877" v="154" actId="1076"/>
          <ac:spMkLst>
            <pc:docMk/>
            <pc:sldMk cId="244322644" sldId="263"/>
            <ac:spMk id="2" creationId="{3249A3CD-DB04-912A-5CE5-3B55E41D6AA3}"/>
          </ac:spMkLst>
        </pc:spChg>
        <pc:spChg chg="del mod">
          <ac:chgData name="Margo Bonal" userId="18c9fa0f-b53d-478b-9dc0-6ad88786c19f" providerId="ADAL" clId="{57E2D5E0-CA32-47BE-A2DC-7B0365E99328}" dt="2026-01-29T23:27:39.183" v="109"/>
          <ac:spMkLst>
            <pc:docMk/>
            <pc:sldMk cId="244322644" sldId="263"/>
            <ac:spMk id="3" creationId="{232564BA-69B4-7EEB-1DBC-AE9BCCFE6512}"/>
          </ac:spMkLst>
        </pc:spChg>
        <pc:picChg chg="add mod">
          <ac:chgData name="Margo Bonal" userId="18c9fa0f-b53d-478b-9dc0-6ad88786c19f" providerId="ADAL" clId="{57E2D5E0-CA32-47BE-A2DC-7B0365E99328}" dt="2026-01-29T23:39:18.198" v="156" actId="1076"/>
          <ac:picMkLst>
            <pc:docMk/>
            <pc:sldMk cId="244322644" sldId="263"/>
            <ac:picMk id="4" creationId="{EA49DD04-9C91-1C72-B0A4-08F40DD42436}"/>
          </ac:picMkLst>
        </pc:picChg>
      </pc:sldChg>
      <pc:sldChg chg="addSp delSp modSp new mod">
        <pc:chgData name="Margo Bonal" userId="18c9fa0f-b53d-478b-9dc0-6ad88786c19f" providerId="ADAL" clId="{57E2D5E0-CA32-47BE-A2DC-7B0365E99328}" dt="2026-01-29T23:44:47.657" v="221" actId="1076"/>
        <pc:sldMkLst>
          <pc:docMk/>
          <pc:sldMk cId="2606255758" sldId="264"/>
        </pc:sldMkLst>
        <pc:spChg chg="mod">
          <ac:chgData name="Margo Bonal" userId="18c9fa0f-b53d-478b-9dc0-6ad88786c19f" providerId="ADAL" clId="{57E2D5E0-CA32-47BE-A2DC-7B0365E99328}" dt="2026-01-29T23:38:28.917" v="135" actId="1076"/>
          <ac:spMkLst>
            <pc:docMk/>
            <pc:sldMk cId="2606255758" sldId="264"/>
            <ac:spMk id="2" creationId="{BB471BEF-397F-CD19-178F-7E172611960F}"/>
          </ac:spMkLst>
        </pc:spChg>
        <pc:spChg chg="del">
          <ac:chgData name="Margo Bonal" userId="18c9fa0f-b53d-478b-9dc0-6ad88786c19f" providerId="ADAL" clId="{57E2D5E0-CA32-47BE-A2DC-7B0365E99328}" dt="2026-01-29T23:31:01.105" v="115" actId="22"/>
          <ac:spMkLst>
            <pc:docMk/>
            <pc:sldMk cId="2606255758" sldId="264"/>
            <ac:spMk id="3" creationId="{BD1B241B-5B08-ED7A-6F73-B1148A3366B9}"/>
          </ac:spMkLst>
        </pc:spChg>
        <pc:picChg chg="add mod ord">
          <ac:chgData name="Margo Bonal" userId="18c9fa0f-b53d-478b-9dc0-6ad88786c19f" providerId="ADAL" clId="{57E2D5E0-CA32-47BE-A2DC-7B0365E99328}" dt="2026-01-29T23:44:47.657" v="221" actId="1076"/>
          <ac:picMkLst>
            <pc:docMk/>
            <pc:sldMk cId="2606255758" sldId="264"/>
            <ac:picMk id="5" creationId="{EEF3B999-F8BA-E5CC-59FD-FC9C335D616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F7EA64-47A8-4745-A689-3AB1D5C1369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D1A755-624C-4D1F-B3BB-7FD89A2D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5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86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10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779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744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029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604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72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30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78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49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716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713DB78E-3C9A-457B-8BC6-E3BEE2B0AC0A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496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E248-3762-72AF-84C6-BFDA36AB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Weekly Progress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52361-71C3-7374-0BA1-D62761A1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AC0B3-0563-6025-8B48-A729B5762A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Goal 1 – user-friendly activity page</a:t>
            </a:r>
          </a:p>
          <a:p>
            <a:r>
              <a:rPr lang="en-US" dirty="0"/>
              <a:t>Goal 2 – uploading activities into the database</a:t>
            </a:r>
          </a:p>
          <a:p>
            <a:r>
              <a:rPr lang="en-US" dirty="0"/>
              <a:t>Goal 3 – display uploaded activities on the activity page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EA52E4-E40E-FCA0-39F5-A5177156E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4224" y="1916722"/>
            <a:ext cx="4754880" cy="640080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7BBA28-00C8-8F7A-94FF-B641506375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4224" y="2421049"/>
            <a:ext cx="4754880" cy="3952319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Too many different fields per sport to hard-code the JavaScript to look for to pull data</a:t>
            </a:r>
          </a:p>
          <a:p>
            <a:r>
              <a:rPr lang="en-US" dirty="0"/>
              <a:t>Storing specific activity data in database</a:t>
            </a:r>
          </a:p>
          <a:p>
            <a:pPr lvl="1"/>
            <a:r>
              <a:rPr lang="en-US" dirty="0"/>
              <a:t>Complex Schema per data type</a:t>
            </a:r>
          </a:p>
          <a:p>
            <a:r>
              <a:rPr lang="en-US" dirty="0"/>
              <a:t>Username Per session:</a:t>
            </a:r>
          </a:p>
          <a:p>
            <a:pPr lvl="1"/>
            <a:r>
              <a:rPr lang="en-US" dirty="0"/>
              <a:t>Personalize charts</a:t>
            </a:r>
          </a:p>
          <a:p>
            <a:pPr lvl="1"/>
            <a:r>
              <a:rPr lang="en-US" dirty="0"/>
              <a:t>Username is unique database key for cross references</a:t>
            </a:r>
          </a:p>
          <a:p>
            <a:r>
              <a:rPr lang="en-US" dirty="0"/>
              <a:t>Database Race Condition</a:t>
            </a:r>
          </a:p>
          <a:p>
            <a:r>
              <a:rPr lang="en-US" dirty="0"/>
              <a:t>Formatting Laptop vs PC Monitor</a:t>
            </a:r>
          </a:p>
          <a:p>
            <a:r>
              <a:rPr lang="en-US" dirty="0"/>
              <a:t>Dom not registering API quick enough</a:t>
            </a:r>
          </a:p>
          <a:p>
            <a:r>
              <a:rPr lang="en-US" dirty="0"/>
              <a:t>Charts not rendering upon submit data, needs fixed still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535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C2B8C-4427-3F75-982C-5896926EF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DA8A4-A147-28E8-440F-4D244C9A2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 receives data from the frontend</a:t>
            </a:r>
          </a:p>
          <a:p>
            <a:r>
              <a:rPr lang="en-US" dirty="0"/>
              <a:t>Backend gets common details first, then sports-specific information</a:t>
            </a:r>
          </a:p>
          <a:p>
            <a:pPr lvl="1"/>
            <a:r>
              <a:rPr lang="en-US" dirty="0"/>
              <a:t>Injects the data into the database</a:t>
            </a:r>
          </a:p>
          <a:p>
            <a:r>
              <a:rPr lang="en-US" dirty="0"/>
              <a:t>Implement Local Storage feature to store username for session</a:t>
            </a:r>
          </a:p>
          <a:p>
            <a:r>
              <a:rPr lang="en-US" dirty="0"/>
              <a:t>Change DOM functions to use async to wait for data</a:t>
            </a:r>
          </a:p>
          <a:p>
            <a:r>
              <a:rPr lang="en-US" dirty="0"/>
              <a:t>Store all activity data as an list -&gt; {}, then parse list for specific field</a:t>
            </a:r>
          </a:p>
          <a:p>
            <a:pPr marL="27432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198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88E6569-B4CA-163E-5EC4-BB74DEEE2E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309" b="1"/>
          <a:stretch>
            <a:fillRect/>
          </a:stretch>
        </p:blipFill>
        <p:spPr>
          <a:xfrm>
            <a:off x="6297924" y="198232"/>
            <a:ext cx="5348513" cy="3011556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E1738161-29B0-7D0D-70C7-D29A9CD4DD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36" r="4775" b="-1"/>
          <a:stretch>
            <a:fillRect/>
          </a:stretch>
        </p:blipFill>
        <p:spPr>
          <a:xfrm>
            <a:off x="6430336" y="3610566"/>
            <a:ext cx="5307541" cy="2982502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D5A56EA-0BF7-5819-D20F-3E59D4FA5F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661" t="-620" r="8165" b="618"/>
          <a:stretch>
            <a:fillRect/>
          </a:stretch>
        </p:blipFill>
        <p:spPr>
          <a:xfrm>
            <a:off x="48246" y="3704409"/>
            <a:ext cx="5953789" cy="2760560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CEA760-AC1A-80DA-A52F-AB45225E82D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61" t="1" r="16028" b="-2"/>
          <a:stretch>
            <a:fillRect/>
          </a:stretch>
        </p:blipFill>
        <p:spPr>
          <a:xfrm>
            <a:off x="224791" y="198232"/>
            <a:ext cx="5488628" cy="301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01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4D35B-E34D-531A-4357-21EE919D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5276088" cy="767128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User Account Portal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F76ABA8-33C8-2F6C-1D75-48BF57273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42" y="1588756"/>
            <a:ext cx="3966958" cy="492044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BE31776-F426-8AE6-74FC-D07693145B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686"/>
          <a:stretch>
            <a:fillRect/>
          </a:stretch>
        </p:blipFill>
        <p:spPr>
          <a:xfrm>
            <a:off x="6585711" y="1588756"/>
            <a:ext cx="3842016" cy="49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58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71BEF-397F-CD19-178F-7E1726119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0080" y="201168"/>
            <a:ext cx="3291840" cy="1609344"/>
          </a:xfrm>
        </p:spPr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Dashboard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EF3B999-F8BA-E5CC-59FD-FC9C335D61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1996" y="1411605"/>
            <a:ext cx="8148008" cy="467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255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9A3CD-DB04-912A-5CE5-3B55E41D6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8419" y="256286"/>
            <a:ext cx="3642360" cy="1609344"/>
          </a:xfrm>
        </p:spPr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Activity Page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A49DD04-9C91-1C72-B0A4-08F40DD424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29977" y="1453896"/>
            <a:ext cx="7932045" cy="4789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2264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74</TotalTime>
  <Words>172</Words>
  <Application>Microsoft Office PowerPoint</Application>
  <PresentationFormat>Widescreen</PresentationFormat>
  <Paragraphs>30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Rockwell</vt:lpstr>
      <vt:lpstr>Rockwell Condensed</vt:lpstr>
      <vt:lpstr>Wingdings</vt:lpstr>
      <vt:lpstr>Wood Type</vt:lpstr>
      <vt:lpstr>Vulcan Activity Tracker</vt:lpstr>
      <vt:lpstr>Weekly Progress</vt:lpstr>
      <vt:lpstr>Solutions</vt:lpstr>
      <vt:lpstr>PowerPoint Presentation</vt:lpstr>
      <vt:lpstr>User Account Portal</vt:lpstr>
      <vt:lpstr>Dashboard</vt:lpstr>
      <vt:lpstr>Activity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Margo Bonal</cp:lastModifiedBy>
  <cp:revision>1</cp:revision>
  <dcterms:created xsi:type="dcterms:W3CDTF">2026-01-27T20:21:46Z</dcterms:created>
  <dcterms:modified xsi:type="dcterms:W3CDTF">2026-01-29T23:57:18Z</dcterms:modified>
</cp:coreProperties>
</file>