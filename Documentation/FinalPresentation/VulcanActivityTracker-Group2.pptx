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80" r:id="rId4"/>
    <p:sldId id="264" r:id="rId5"/>
    <p:sldId id="281" r:id="rId6"/>
    <p:sldId id="259" r:id="rId7"/>
    <p:sldId id="275" r:id="rId8"/>
    <p:sldId id="279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09T13:36:42.127" v="3827"/>
      <pc:docMkLst>
        <pc:docMk/>
      </pc:docMkLst>
      <pc:sldChg chg="addSp delSp modSp mod">
        <pc:chgData name="Margo Bonal" userId="18c9fa0f-b53d-478b-9dc0-6ad88786c19f" providerId="ADAL" clId="{93D479E5-F67F-4B8A-A78F-A0B574A116B6}" dt="2026-03-30T22:08:59.921" v="2533" actId="403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3-30T22:08:59.921" v="2533" actId="403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17.931" v="3813" actId="115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09T13:35:17.931" v="3813" actId="115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36:42.127" v="3827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09T13:34:23.453" v="3806" actId="27636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09T13:34:23.453" v="3806" actId="27636"/>
          <ac:spMkLst>
            <pc:docMk/>
            <pc:sldMk cId="3773506301" sldId="278"/>
            <ac:spMk id="4" creationId="{B7AD252D-6AEF-5D34-92C0-C2F37203AEB8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09T13:18:19.303" v="3267" actId="478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 or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7" creationId="{9E248987-0EF8-5FE1-35CE-14FB215C9B8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jjdeuce06.github.io/VulcanActivityTracke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1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	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Vulcan Activity Tracker is an athletic app that allows for the tracking of all campus athletics activities. </a:t>
            </a:r>
          </a:p>
          <a:p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endParaRPr lang="en-US" sz="11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746840"/>
            <a:ext cx="3236976" cy="2427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8764077" y="625682"/>
            <a:ext cx="3118998" cy="267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3776268"/>
            <a:ext cx="3236976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06042" y="3870601"/>
            <a:ext cx="3236976" cy="171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292407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Collaboration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information never sent as raw data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26350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3" y="5480501"/>
            <a:ext cx="11476057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r>
              <a:rPr lang="en-US" sz="3500" dirty="0"/>
              <a:t>Live: </a:t>
            </a:r>
            <a:r>
              <a:rPr lang="en-US" sz="35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839</TotalTime>
  <Words>214</Words>
  <Application>Microsoft Office PowerPoint</Application>
  <PresentationFormat>Widescreen</PresentationFormat>
  <Paragraphs>41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Development Stack</vt:lpstr>
      <vt:lpstr>PowerPoint Presentation</vt:lpstr>
      <vt:lpstr>Project Goals</vt:lpstr>
      <vt:lpstr>Gantt Chart</vt:lpstr>
      <vt:lpstr>Business Model </vt:lpstr>
      <vt:lpstr>Live Demonstration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John Gerega</cp:lastModifiedBy>
  <cp:revision>10</cp:revision>
  <dcterms:created xsi:type="dcterms:W3CDTF">2026-01-22T18:57:02Z</dcterms:created>
  <dcterms:modified xsi:type="dcterms:W3CDTF">2026-04-14T17:16:23Z</dcterms:modified>
</cp:coreProperties>
</file>