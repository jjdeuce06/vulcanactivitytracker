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C3BB9E-A21F-49EE-A1A5-74993F831EE7}" v="18" dt="2026-01-23T14:40:04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go Bonal" userId="18c9fa0f-b53d-478b-9dc0-6ad88786c19f" providerId="ADAL" clId="{93D479E5-F67F-4B8A-A78F-A0B574A116B6}"/>
    <pc:docChg chg="undo custSel addSld modSld">
      <pc:chgData name="Margo Bonal" userId="18c9fa0f-b53d-478b-9dc0-6ad88786c19f" providerId="ADAL" clId="{93D479E5-F67F-4B8A-A78F-A0B574A116B6}" dt="2026-01-23T14:41:10.976" v="829" actId="207"/>
      <pc:docMkLst>
        <pc:docMk/>
      </pc:docMkLst>
      <pc:sldChg chg="addSp delSp modSp new mod setBg">
        <pc:chgData name="Margo Bonal" userId="18c9fa0f-b53d-478b-9dc0-6ad88786c19f" providerId="ADAL" clId="{93D479E5-F67F-4B8A-A78F-A0B574A116B6}" dt="2026-01-22T19:12:02.971" v="227" actId="26606"/>
        <pc:sldMkLst>
          <pc:docMk/>
          <pc:sldMk cId="1562194928" sldId="256"/>
        </pc:sldMkLst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" creationId="{7E1F449D-2BD2-97B5-DCE5-EA7AA820BE81}"/>
          </ac:spMkLst>
        </pc:spChg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3" creationId="{BFFB11B0-F653-A213-DE0D-88B0308AFCD4}"/>
          </ac:spMkLst>
        </pc:spChg>
        <pc:spChg chg="add del">
          <ac:chgData name="Margo Bonal" userId="18c9fa0f-b53d-478b-9dc0-6ad88786c19f" providerId="ADAL" clId="{93D479E5-F67F-4B8A-A78F-A0B574A116B6}" dt="2026-01-22T19:11:38.509" v="222" actId="26606"/>
          <ac:spMkLst>
            <pc:docMk/>
            <pc:sldMk cId="1562194928" sldId="256"/>
            <ac:spMk id="8" creationId="{943CAA20-3569-4189-9E48-239A229A86CA}"/>
          </ac:spMkLst>
        </pc:spChg>
        <pc:spChg chg="add del">
          <ac:chgData name="Margo Bonal" userId="18c9fa0f-b53d-478b-9dc0-6ad88786c19f" providerId="ADAL" clId="{93D479E5-F67F-4B8A-A78F-A0B574A116B6}" dt="2026-01-22T19:11:38.509" v="222" actId="26606"/>
          <ac:spMkLst>
            <pc:docMk/>
            <pc:sldMk cId="1562194928" sldId="256"/>
            <ac:spMk id="10" creationId="{DA542B6D-E775-4832-91DC-2D20F857813A}"/>
          </ac:spMkLst>
        </pc:spChg>
        <pc:spChg chg="add del">
          <ac:chgData name="Margo Bonal" userId="18c9fa0f-b53d-478b-9dc0-6ad88786c19f" providerId="ADAL" clId="{93D479E5-F67F-4B8A-A78F-A0B574A116B6}" dt="2026-01-22T19:11:41.280" v="224" actId="26606"/>
          <ac:spMkLst>
            <pc:docMk/>
            <pc:sldMk cId="1562194928" sldId="256"/>
            <ac:spMk id="12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11:41.280" v="224" actId="26606"/>
          <ac:spMkLst>
            <pc:docMk/>
            <pc:sldMk cId="1562194928" sldId="256"/>
            <ac:spMk id="13" creationId="{4522B21E-B2B9-4C72-9A71-C87EFD137480}"/>
          </ac:spMkLst>
        </pc:spChg>
        <pc:spChg chg="add del">
          <ac:chgData name="Margo Bonal" userId="18c9fa0f-b53d-478b-9dc0-6ad88786c19f" providerId="ADAL" clId="{93D479E5-F67F-4B8A-A78F-A0B574A116B6}" dt="2026-01-22T19:11:41.280" v="224" actId="26606"/>
          <ac:spMkLst>
            <pc:docMk/>
            <pc:sldMk cId="1562194928" sldId="256"/>
            <ac:spMk id="15" creationId="{5EB7D2A2-F448-44D4-938C-DC84CBCB3B1E}"/>
          </ac:spMkLst>
        </pc:spChg>
        <pc:spChg chg="add del">
          <ac:chgData name="Margo Bonal" userId="18c9fa0f-b53d-478b-9dc0-6ad88786c19f" providerId="ADAL" clId="{93D479E5-F67F-4B8A-A78F-A0B574A116B6}" dt="2026-01-22T19:12:02.959" v="226" actId="26606"/>
          <ac:spMkLst>
            <pc:docMk/>
            <pc:sldMk cId="1562194928" sldId="256"/>
            <ac:spMk id="17" creationId="{943CAA20-3569-4189-9E48-239A229A86CA}"/>
          </ac:spMkLst>
        </pc:spChg>
        <pc:spChg chg="add del">
          <ac:chgData name="Margo Bonal" userId="18c9fa0f-b53d-478b-9dc0-6ad88786c19f" providerId="ADAL" clId="{93D479E5-F67F-4B8A-A78F-A0B574A116B6}" dt="2026-01-22T19:12:02.959" v="226" actId="26606"/>
          <ac:spMkLst>
            <pc:docMk/>
            <pc:sldMk cId="1562194928" sldId="256"/>
            <ac:spMk id="18" creationId="{DA542B6D-E775-4832-91DC-2D20F857813A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0" creationId="{934F1179-B481-4F9E-BCA3-AFB972070F83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1" creationId="{827DC2C4-B485-428A-BF4A-472D2967F47F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2" creationId="{EE04B5EB-F158-4507-90DD-BD23620C7CC9}"/>
          </ac:spMkLst>
        </pc:spChg>
        <pc:cxnChg chg="add del">
          <ac:chgData name="Margo Bonal" userId="18c9fa0f-b53d-478b-9dc0-6ad88786c19f" providerId="ADAL" clId="{93D479E5-F67F-4B8A-A78F-A0B574A116B6}" dt="2026-01-22T19:11:41.280" v="224" actId="26606"/>
          <ac:cxnSpMkLst>
            <pc:docMk/>
            <pc:sldMk cId="1562194928" sldId="256"/>
            <ac:cxnSpMk id="14" creationId="{F7C8EA93-3210-4C62-99E9-153C275E3A87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1-23T14:29:37.986" v="725" actId="207"/>
        <pc:sldMkLst>
          <pc:docMk/>
          <pc:sldMk cId="850630602" sldId="257"/>
        </pc:sldMkLst>
        <pc:spChg chg="mod">
          <ac:chgData name="Margo Bonal" userId="18c9fa0f-b53d-478b-9dc0-6ad88786c19f" providerId="ADAL" clId="{93D479E5-F67F-4B8A-A78F-A0B574A116B6}" dt="2026-01-22T19:33:58.342" v="451" actId="14100"/>
          <ac:spMkLst>
            <pc:docMk/>
            <pc:sldMk cId="850630602" sldId="257"/>
            <ac:spMk id="2" creationId="{F4D47601-A3D5-5EAD-C1BB-4EBE55051F15}"/>
          </ac:spMkLst>
        </pc:spChg>
        <pc:spChg chg="mod">
          <ac:chgData name="Margo Bonal" userId="18c9fa0f-b53d-478b-9dc0-6ad88786c19f" providerId="ADAL" clId="{93D479E5-F67F-4B8A-A78F-A0B574A116B6}" dt="2026-01-23T14:29:37.986" v="725" actId="207"/>
          <ac:spMkLst>
            <pc:docMk/>
            <pc:sldMk cId="850630602" sldId="257"/>
            <ac:spMk id="3" creationId="{3AD821AA-AA04-E3EB-5027-44FA0EFD591D}"/>
          </ac:spMkLst>
        </pc:spChg>
        <pc:spChg chg="add del">
          <ac:chgData name="Margo Bonal" userId="18c9fa0f-b53d-478b-9dc0-6ad88786c19f" providerId="ADAL" clId="{93D479E5-F67F-4B8A-A78F-A0B574A116B6}" dt="2026-01-22T19:14:37.212" v="229" actId="26606"/>
          <ac:spMkLst>
            <pc:docMk/>
            <pc:sldMk cId="850630602" sldId="257"/>
            <ac:spMk id="8" creationId="{D5B339F4-93B9-4E04-9721-143AD6782EA9}"/>
          </ac:spMkLst>
        </pc:spChg>
        <pc:spChg chg="add del">
          <ac:chgData name="Margo Bonal" userId="18c9fa0f-b53d-478b-9dc0-6ad88786c19f" providerId="ADAL" clId="{93D479E5-F67F-4B8A-A78F-A0B574A116B6}" dt="2026-01-22T19:14:37.212" v="229" actId="26606"/>
          <ac:spMkLst>
            <pc:docMk/>
            <pc:sldMk cId="850630602" sldId="257"/>
            <ac:spMk id="14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16" creationId="{4522B21E-B2B9-4C72-9A71-C87EFD137480}"/>
          </ac:spMkLst>
        </pc:spChg>
        <pc:spChg chg="add del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17" creationId="{5EB7D2A2-F448-44D4-938C-DC84CBCB3B1E}"/>
          </ac:spMkLst>
        </pc:spChg>
        <pc:spChg chg="add del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18" creationId="{871AEA07-1E14-44B4-8E55-64EF049CD66F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1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2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3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24" creationId="{A7895A40-19A4-42D6-9D30-DBC1E8002635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26" creationId="{02F429C4-ABC9-46FC-818A-B5429CDE4A96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28" creationId="{2CEF98E4-3709-4952-8F42-2305CCE34FA3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30" creationId="{F10BCCF5-D685-47FF-B675-647EAEB72C8E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32" creationId="{B0EE8A42-107A-4D4C-8D56-BBAE95C7FC0D}"/>
          </ac:spMkLst>
        </pc:spChg>
        <pc:grpChg chg="add del">
          <ac:chgData name="Margo Bonal" userId="18c9fa0f-b53d-478b-9dc0-6ad88786c19f" providerId="ADAL" clId="{93D479E5-F67F-4B8A-A78F-A0B574A116B6}" dt="2026-01-22T19:14:37.212" v="229" actId="26606"/>
          <ac:grpSpMkLst>
            <pc:docMk/>
            <pc:sldMk cId="850630602" sldId="257"/>
            <ac:grpSpMk id="10" creationId="{8734DDD3-F723-4DD3-8ABE-EC0B2AC87D74}"/>
          </ac:grpSpMkLst>
        </pc:grpChg>
        <pc:cxnChg chg="add del">
          <ac:chgData name="Margo Bonal" userId="18c9fa0f-b53d-478b-9dc0-6ad88786c19f" providerId="ADAL" clId="{93D479E5-F67F-4B8A-A78F-A0B574A116B6}" dt="2026-01-22T19:33:55.456" v="450" actId="26606"/>
          <ac:cxnSpMkLst>
            <pc:docMk/>
            <pc:sldMk cId="850630602" sldId="257"/>
            <ac:cxnSpMk id="19" creationId="{F7C8EA93-3210-4C62-99E9-153C275E3A87}"/>
          </ac:cxnSpMkLst>
        </pc:cxnChg>
        <pc:cxnChg chg="add">
          <ac:chgData name="Margo Bonal" userId="18c9fa0f-b53d-478b-9dc0-6ad88786c19f" providerId="ADAL" clId="{93D479E5-F67F-4B8A-A78F-A0B574A116B6}" dt="2026-01-22T19:33:55.456" v="450" actId="26606"/>
          <ac:cxnSpMkLst>
            <pc:docMk/>
            <pc:sldMk cId="850630602" sldId="257"/>
            <ac:cxnSpMk id="25" creationId="{F7C8EA93-3210-4C62-99E9-153C275E3A87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1-23T14:31:47.782" v="798" actId="20577"/>
        <pc:sldMkLst>
          <pc:docMk/>
          <pc:sldMk cId="2065992260" sldId="258"/>
        </pc:sldMkLst>
        <pc:spChg chg="mod">
          <ac:chgData name="Margo Bonal" userId="18c9fa0f-b53d-478b-9dc0-6ad88786c19f" providerId="ADAL" clId="{93D479E5-F67F-4B8A-A78F-A0B574A116B6}" dt="2026-01-22T19:52:28.653" v="637" actId="1076"/>
          <ac:spMkLst>
            <pc:docMk/>
            <pc:sldMk cId="2065992260" sldId="258"/>
            <ac:spMk id="2" creationId="{B52B4F14-C2F3-2702-E62F-43E26432FC8F}"/>
          </ac:spMkLst>
        </pc:spChg>
        <pc:spChg chg="mod">
          <ac:chgData name="Margo Bonal" userId="18c9fa0f-b53d-478b-9dc0-6ad88786c19f" providerId="ADAL" clId="{93D479E5-F67F-4B8A-A78F-A0B574A116B6}" dt="2026-01-23T14:31:47.782" v="798" actId="20577"/>
          <ac:spMkLst>
            <pc:docMk/>
            <pc:sldMk cId="2065992260" sldId="258"/>
            <ac:spMk id="3" creationId="{46DAFCA3-7D8B-DC32-596B-47BF8F22822B}"/>
          </ac:spMkLst>
        </pc:spChg>
        <pc:spChg chg="add mod">
          <ac:chgData name="Margo Bonal" userId="18c9fa0f-b53d-478b-9dc0-6ad88786c19f" providerId="ADAL" clId="{93D479E5-F67F-4B8A-A78F-A0B574A116B6}" dt="2026-01-23T14:29:11.841" v="722" actId="20577"/>
          <ac:spMkLst>
            <pc:docMk/>
            <pc:sldMk cId="2065992260" sldId="258"/>
            <ac:spMk id="4" creationId="{D4FC81F2-19C5-6921-39F4-55F392F4EF54}"/>
          </ac:spMkLst>
        </pc:spChg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5" creationId="{D5B339F4-93B9-4E04-9721-143AD6782EA9}"/>
          </ac:spMkLst>
        </pc:spChg>
        <pc:spChg chg="add mod">
          <ac:chgData name="Margo Bonal" userId="18c9fa0f-b53d-478b-9dc0-6ad88786c19f" providerId="ADAL" clId="{93D479E5-F67F-4B8A-A78F-A0B574A116B6}" dt="2026-01-22T19:52:24.417" v="636" actId="1076"/>
          <ac:spMkLst>
            <pc:docMk/>
            <pc:sldMk cId="2065992260" sldId="258"/>
            <ac:spMk id="7" creationId="{8D32A414-77D0-9D8A-9871-A36DB5D41908}"/>
          </ac:spMkLst>
        </pc:spChg>
        <pc:spChg chg="add del">
          <ac:chgData name="Margo Bonal" userId="18c9fa0f-b53d-478b-9dc0-6ad88786c19f" providerId="ADAL" clId="{93D479E5-F67F-4B8A-A78F-A0B574A116B6}" dt="2026-01-22T19:32:57.526" v="437" actId="26606"/>
          <ac:spMkLst>
            <pc:docMk/>
            <pc:sldMk cId="2065992260" sldId="258"/>
            <ac:spMk id="8" creationId="{8E2CC403-21CD-41DF-BAC4-329D7FF03C5C}"/>
          </ac:spMkLst>
        </pc:spChg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14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32:57.526" v="437" actId="26606"/>
          <ac:spMkLst>
            <pc:docMk/>
            <pc:sldMk cId="2065992260" sldId="258"/>
            <ac:spMk id="15" creationId="{7653717E-6F8C-43E0-9893-C03AE87D18D6}"/>
          </ac:spMkLst>
        </pc:spChg>
        <pc:spChg chg="add del">
          <ac:chgData name="Margo Bonal" userId="18c9fa0f-b53d-478b-9dc0-6ad88786c19f" providerId="ADAL" clId="{93D479E5-F67F-4B8A-A78F-A0B574A116B6}" dt="2026-01-22T19:32:57.526" v="437" actId="26606"/>
          <ac:spMkLst>
            <pc:docMk/>
            <pc:sldMk cId="2065992260" sldId="258"/>
            <ac:spMk id="17" creationId="{35BB14B4-EC3F-47C7-9AF3-B0E017B75C42}"/>
          </ac:spMkLst>
        </pc:spChg>
        <pc:spChg chg="add del">
          <ac:chgData name="Margo Bonal" userId="18c9fa0f-b53d-478b-9dc0-6ad88786c19f" providerId="ADAL" clId="{93D479E5-F67F-4B8A-A78F-A0B574A116B6}" dt="2026-01-22T19:32:54.187" v="432" actId="26606"/>
          <ac:spMkLst>
            <pc:docMk/>
            <pc:sldMk cId="2065992260" sldId="258"/>
            <ac:spMk id="22" creationId="{C7D023E4-8DE1-436E-9847-ED6A4B4B04FD}"/>
          </ac:spMkLst>
        </pc:spChg>
        <pc:spChg chg="add del">
          <ac:chgData name="Margo Bonal" userId="18c9fa0f-b53d-478b-9dc0-6ad88786c19f" providerId="ADAL" clId="{93D479E5-F67F-4B8A-A78F-A0B574A116B6}" dt="2026-01-22T19:32:54.187" v="432" actId="26606"/>
          <ac:spMkLst>
            <pc:docMk/>
            <pc:sldMk cId="2065992260" sldId="258"/>
            <ac:spMk id="24" creationId="{63C1F321-BB96-4700-B3CE-1A6156067F44}"/>
          </ac:spMkLst>
        </pc:spChg>
        <pc:spChg chg="add del">
          <ac:chgData name="Margo Bonal" userId="18c9fa0f-b53d-478b-9dc0-6ad88786c19f" providerId="ADAL" clId="{93D479E5-F67F-4B8A-A78F-A0B574A116B6}" dt="2026-01-22T19:32:53.608" v="431" actId="26606"/>
          <ac:spMkLst>
            <pc:docMk/>
            <pc:sldMk cId="2065992260" sldId="258"/>
            <ac:spMk id="42" creationId="{8E2CC403-21CD-41DF-BAC4-329D7FF03C5C}"/>
          </ac:spMkLst>
        </pc:spChg>
        <pc:spChg chg="add del">
          <ac:chgData name="Margo Bonal" userId="18c9fa0f-b53d-478b-9dc0-6ad88786c19f" providerId="ADAL" clId="{93D479E5-F67F-4B8A-A78F-A0B574A116B6}" dt="2026-01-22T19:32:53.608" v="431" actId="26606"/>
          <ac:spMkLst>
            <pc:docMk/>
            <pc:sldMk cId="2065992260" sldId="258"/>
            <ac:spMk id="49" creationId="{7653717E-6F8C-43E0-9893-C03AE87D18D6}"/>
          </ac:spMkLst>
        </pc:spChg>
        <pc:spChg chg="add del">
          <ac:chgData name="Margo Bonal" userId="18c9fa0f-b53d-478b-9dc0-6ad88786c19f" providerId="ADAL" clId="{93D479E5-F67F-4B8A-A78F-A0B574A116B6}" dt="2026-01-22T19:32:53.608" v="431" actId="26606"/>
          <ac:spMkLst>
            <pc:docMk/>
            <pc:sldMk cId="2065992260" sldId="258"/>
            <ac:spMk id="51" creationId="{35BB14B4-EC3F-47C7-9AF3-B0E017B75C42}"/>
          </ac:spMkLst>
        </pc:spChg>
        <pc:grpChg chg="add">
          <ac:chgData name="Margo Bonal" userId="18c9fa0f-b53d-478b-9dc0-6ad88786c19f" providerId="ADAL" clId="{93D479E5-F67F-4B8A-A78F-A0B574A116B6}" dt="2026-01-22T19:34:58.880" v="453" actId="26606"/>
          <ac:grpSpMkLst>
            <pc:docMk/>
            <pc:sldMk cId="2065992260" sldId="258"/>
            <ac:grpSpMk id="6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1-22T19:32:57.526" v="437" actId="26606"/>
          <ac:grpSpMkLst>
            <pc:docMk/>
            <pc:sldMk cId="2065992260" sldId="258"/>
            <ac:grpSpMk id="10" creationId="{B13AA5FE-3FFC-4725-9ADD-E428544EC61B}"/>
          </ac:grpSpMkLst>
        </pc:grpChg>
        <pc:grpChg chg="add del">
          <ac:chgData name="Margo Bonal" userId="18c9fa0f-b53d-478b-9dc0-6ad88786c19f" providerId="ADAL" clId="{93D479E5-F67F-4B8A-A78F-A0B574A116B6}" dt="2026-01-22T19:32:54.187" v="432" actId="26606"/>
          <ac:grpSpMkLst>
            <pc:docMk/>
            <pc:sldMk cId="2065992260" sldId="258"/>
            <ac:grpSpMk id="26" creationId="{3FA1AD64-F15F-417D-956C-B2C211FC905E}"/>
          </ac:grpSpMkLst>
        </pc:grpChg>
        <pc:grpChg chg="add del">
          <ac:chgData name="Margo Bonal" userId="18c9fa0f-b53d-478b-9dc0-6ad88786c19f" providerId="ADAL" clId="{93D479E5-F67F-4B8A-A78F-A0B574A116B6}" dt="2026-01-22T19:32:54.187" v="432" actId="26606"/>
          <ac:grpSpMkLst>
            <pc:docMk/>
            <pc:sldMk cId="2065992260" sldId="258"/>
            <ac:grpSpMk id="30" creationId="{43F5E015-E085-4624-B431-B42414448684}"/>
          </ac:grpSpMkLst>
        </pc:grpChg>
        <pc:grpChg chg="add del">
          <ac:chgData name="Margo Bonal" userId="18c9fa0f-b53d-478b-9dc0-6ad88786c19f" providerId="ADAL" clId="{93D479E5-F67F-4B8A-A78F-A0B574A116B6}" dt="2026-01-22T19:32:53.608" v="431" actId="26606"/>
          <ac:grpSpMkLst>
            <pc:docMk/>
            <pc:sldMk cId="2065992260" sldId="258"/>
            <ac:grpSpMk id="44" creationId="{B13AA5FE-3FFC-4725-9ADD-E428544EC61B}"/>
          </ac:grpSpMkLst>
        </pc:grpChg>
      </pc:sldChg>
      <pc:sldChg chg="addSp delSp modSp new mod setBg">
        <pc:chgData name="Margo Bonal" userId="18c9fa0f-b53d-478b-9dc0-6ad88786c19f" providerId="ADAL" clId="{93D479E5-F67F-4B8A-A78F-A0B574A116B6}" dt="2026-01-23T14:39:22.112" v="812" actId="14100"/>
        <pc:sldMkLst>
          <pc:docMk/>
          <pc:sldMk cId="3713997872" sldId="259"/>
        </pc:sldMkLst>
        <pc:spChg chg="mo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" creationId="{7523CF74-09B7-84B3-F859-D7073DC1C80F}"/>
          </ac:spMkLst>
        </pc:spChg>
        <pc:spChg chg="mo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" creationId="{C605E30C-3490-D1E3-740D-40AD5E393958}"/>
          </ac:spMkLst>
        </pc:spChg>
        <pc:spChg chg="add mod">
          <ac:chgData name="Margo Bonal" userId="18c9fa0f-b53d-478b-9dc0-6ad88786c19f" providerId="ADAL" clId="{93D479E5-F67F-4B8A-A78F-A0B574A116B6}" dt="2026-01-23T14:38:12.214" v="801" actId="14100"/>
          <ac:spMkLst>
            <pc:docMk/>
            <pc:sldMk cId="3713997872" sldId="259"/>
            <ac:spMk id="4" creationId="{71A0CB73-82AF-B604-51C2-A420C6D1D575}"/>
          </ac:spMkLst>
        </pc:spChg>
        <pc:spChg chg="add del">
          <ac:chgData name="Margo Bonal" userId="18c9fa0f-b53d-478b-9dc0-6ad88786c19f" providerId="ADAL" clId="{93D479E5-F67F-4B8A-A78F-A0B574A116B6}" dt="2026-01-23T14:38:42.157" v="804" actId="26606"/>
          <ac:spMkLst>
            <pc:docMk/>
            <pc:sldMk cId="3713997872" sldId="259"/>
            <ac:spMk id="8" creationId="{A7895A40-19A4-42D6-9D30-DBC1E8002635}"/>
          </ac:spMkLst>
        </pc:spChg>
        <pc:spChg chg="add del">
          <ac:chgData name="Margo Bonal" userId="18c9fa0f-b53d-478b-9dc0-6ad88786c19f" providerId="ADAL" clId="{93D479E5-F67F-4B8A-A78F-A0B574A116B6}" dt="2026-01-23T14:38:42.157" v="804" actId="26606"/>
          <ac:spMkLst>
            <pc:docMk/>
            <pc:sldMk cId="3713997872" sldId="259"/>
            <ac:spMk id="10" creationId="{02F429C4-ABC9-46FC-818A-B5429CDE4A96}"/>
          </ac:spMkLst>
        </pc:spChg>
        <pc:spChg chg="add del">
          <ac:chgData name="Margo Bonal" userId="18c9fa0f-b53d-478b-9dc0-6ad88786c19f" providerId="ADAL" clId="{93D479E5-F67F-4B8A-A78F-A0B574A116B6}" dt="2026-01-23T14:38:42.157" v="804" actId="26606"/>
          <ac:spMkLst>
            <pc:docMk/>
            <pc:sldMk cId="3713997872" sldId="259"/>
            <ac:spMk id="12" creationId="{2CEF98E4-3709-4952-8F42-2305CCE34FA3}"/>
          </ac:spMkLst>
        </pc:spChg>
        <pc:spChg chg="add del">
          <ac:chgData name="Margo Bonal" userId="18c9fa0f-b53d-478b-9dc0-6ad88786c19f" providerId="ADAL" clId="{93D479E5-F67F-4B8A-A78F-A0B574A116B6}" dt="2026-01-23T14:38:42.157" v="804" actId="26606"/>
          <ac:spMkLst>
            <pc:docMk/>
            <pc:sldMk cId="3713997872" sldId="259"/>
            <ac:spMk id="14" creationId="{F10BCCF5-D685-47FF-B675-647EAEB72C8E}"/>
          </ac:spMkLst>
        </pc:spChg>
        <pc:spChg chg="add del">
          <ac:chgData name="Margo Bonal" userId="18c9fa0f-b53d-478b-9dc0-6ad88786c19f" providerId="ADAL" clId="{93D479E5-F67F-4B8A-A78F-A0B574A116B6}" dt="2026-01-23T14:38:42.157" v="804" actId="26606"/>
          <ac:spMkLst>
            <pc:docMk/>
            <pc:sldMk cId="3713997872" sldId="259"/>
            <ac:spMk id="16" creationId="{B0EE8A42-107A-4D4C-8D56-BBAE95C7FC0D}"/>
          </ac:spMkLst>
        </pc:spChg>
        <pc:spChg chg="add del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1" creationId="{BCED4D40-4B67-4331-AC48-79B82B4A47D8}"/>
          </ac:spMkLst>
        </pc:spChg>
        <pc:spChg chg="add del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3" creationId="{670CEDEF-4F34-412E-84EE-329C1E936AF5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28" creationId="{C1A1C5D3-C053-4EE9-BE1A-419B6E27CCAE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0" creationId="{A3473CF9-37EB-43E7-89EF-D2D1C53D1DAC}"/>
          </ac:spMkLst>
        </pc:spChg>
        <pc:spChg chg="add">
          <ac:chgData name="Margo Bonal" userId="18c9fa0f-b53d-478b-9dc0-6ad88786c19f" providerId="ADAL" clId="{93D479E5-F67F-4B8A-A78F-A0B574A116B6}" dt="2026-01-23T14:39:17.742" v="811" actId="26606"/>
          <ac:spMkLst>
            <pc:docMk/>
            <pc:sldMk cId="3713997872" sldId="259"/>
            <ac:spMk id="32" creationId="{586B4EF9-43BA-4655-A6FF-1D8E21574C95}"/>
          </ac:spMkLst>
        </pc:spChg>
        <pc:picChg chg="add mod">
          <ac:chgData name="Margo Bonal" userId="18c9fa0f-b53d-478b-9dc0-6ad88786c19f" providerId="ADAL" clId="{93D479E5-F67F-4B8A-A78F-A0B574A116B6}" dt="2026-01-23T14:39:22.112" v="812" actId="14100"/>
          <ac:picMkLst>
            <pc:docMk/>
            <pc:sldMk cId="3713997872" sldId="259"/>
            <ac:picMk id="5" creationId="{62C793AA-0814-47BD-AB3D-851D9ACB6DC1}"/>
          </ac:picMkLst>
        </pc:picChg>
      </pc:sldChg>
      <pc:sldChg chg="addSp delSp modSp new mod setBg">
        <pc:chgData name="Margo Bonal" userId="18c9fa0f-b53d-478b-9dc0-6ad88786c19f" providerId="ADAL" clId="{93D479E5-F67F-4B8A-A78F-A0B574A116B6}" dt="2026-01-23T14:41:10.976" v="829" actId="207"/>
        <pc:sldMkLst>
          <pc:docMk/>
          <pc:sldMk cId="3921983173" sldId="260"/>
        </pc:sldMkLst>
        <pc:spChg chg="mod">
          <ac:chgData name="Margo Bonal" userId="18c9fa0f-b53d-478b-9dc0-6ad88786c19f" providerId="ADAL" clId="{93D479E5-F67F-4B8A-A78F-A0B574A116B6}" dt="2026-01-23T14:41:10.976" v="829" actId="207"/>
          <ac:spMkLst>
            <pc:docMk/>
            <pc:sldMk cId="3921983173" sldId="260"/>
            <ac:spMk id="2" creationId="{9C9AD6B9-1CEE-7976-0BB7-22F5E9535735}"/>
          </ac:spMkLst>
        </pc:spChg>
        <pc:spChg chg="del">
          <ac:chgData name="Margo Bonal" userId="18c9fa0f-b53d-478b-9dc0-6ad88786c19f" providerId="ADAL" clId="{93D479E5-F67F-4B8A-A78F-A0B574A116B6}" dt="2026-01-23T14:40:23.478" v="826" actId="21"/>
          <ac:spMkLst>
            <pc:docMk/>
            <pc:sldMk cId="3921983173" sldId="260"/>
            <ac:spMk id="3" creationId="{3836BCF6-6752-A157-1823-548027C1CC11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7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9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1-23T14:40:32.079" v="827" actId="26606"/>
          <ac:spMkLst>
            <pc:docMk/>
            <pc:sldMk cId="3921983173" sldId="260"/>
            <ac:spMk id="11" creationId="{871AEA07-1E14-44B4-8E55-64EF049CD66F}"/>
          </ac:spMkLst>
        </pc:spChg>
        <pc:cxnChg chg="add">
          <ac:chgData name="Margo Bonal" userId="18c9fa0f-b53d-478b-9dc0-6ad88786c19f" providerId="ADAL" clId="{93D479E5-F67F-4B8A-A78F-A0B574A116B6}" dt="2026-01-23T14:40:32.079" v="827" actId="26606"/>
          <ac:cxnSpMkLst>
            <pc:docMk/>
            <pc:sldMk cId="3921983173" sldId="260"/>
            <ac:cxnSpMk id="13" creationId="{F7C8EA93-3210-4C62-99E9-153C275E3A87}"/>
          </ac:cxnSpMkLst>
        </pc:cxnChg>
      </pc:sldChg>
    </pc:docChg>
  </pc:docChgLst>
  <pc:docChgLst>
    <pc:chgData name="Luke ruffing" userId="c83d55373a9d0f60" providerId="LiveId" clId="{7F051426-1AF3-4D06-899D-16659997B519}"/>
    <pc:docChg chg="custSel modSld">
      <pc:chgData name="Luke ruffing" userId="c83d55373a9d0f60" providerId="LiveId" clId="{7F051426-1AF3-4D06-899D-16659997B519}" dt="2026-01-23T15:36:28.388" v="3" actId="1076"/>
      <pc:docMkLst>
        <pc:docMk/>
      </pc:docMkLst>
      <pc:sldChg chg="addSp delSp modSp mod">
        <pc:chgData name="Luke ruffing" userId="c83d55373a9d0f60" providerId="LiveId" clId="{7F051426-1AF3-4D06-899D-16659997B519}" dt="2026-01-23T15:36:28.388" v="3" actId="1076"/>
        <pc:sldMkLst>
          <pc:docMk/>
          <pc:sldMk cId="3713997872" sldId="259"/>
        </pc:sldMkLst>
        <pc:picChg chg="del">
          <ac:chgData name="Luke ruffing" userId="c83d55373a9d0f60" providerId="LiveId" clId="{7F051426-1AF3-4D06-899D-16659997B519}" dt="2026-01-23T15:36:11.535" v="0" actId="478"/>
          <ac:picMkLst>
            <pc:docMk/>
            <pc:sldMk cId="3713997872" sldId="259"/>
            <ac:picMk id="5" creationId="{62C793AA-0814-47BD-AB3D-851D9ACB6DC1}"/>
          </ac:picMkLst>
        </pc:picChg>
        <pc:picChg chg="add mod">
          <ac:chgData name="Luke ruffing" userId="c83d55373a9d0f60" providerId="LiveId" clId="{7F051426-1AF3-4D06-899D-16659997B519}" dt="2026-01-23T15:36:28.388" v="3" actId="1076"/>
          <ac:picMkLst>
            <pc:docMk/>
            <pc:sldMk cId="3713997872" sldId="259"/>
            <ac:picMk id="6" creationId="{C1CF0394-4A20-0FB1-F6CC-606ADAD6FC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The Vulcan Activity Tracker is an athletic app that allows for the logging/tracking of all campus athletics activities. In one combined platform, the Vulcan Activity Tracker aspires to meet student organization needs, social interaction, and exercise goal planning in a free accessible way.</a:t>
            </a:r>
          </a:p>
          <a:p>
            <a:r>
              <a:rPr lang="en-US" dirty="0"/>
              <a:t>               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B4F14-C2F3-2702-E62F-43E26432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582" y="1080191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Progress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AFCA3-7D8B-DC32-596B-47BF8F228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06" y="2361465"/>
            <a:ext cx="4947821" cy="28905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 1- Welcome Page </a:t>
            </a:r>
          </a:p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 2- Creation of docker container and MSSQL database</a:t>
            </a:r>
          </a:p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 3- User login portal/ create account</a:t>
            </a:r>
          </a:p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- 2 step hashing algorithm : SHA-256 &amp; Argon2</a:t>
            </a:r>
          </a:p>
          <a:p>
            <a:r>
              <a:rPr lang="en-US" sz="1900" dirty="0">
                <a:solidFill>
                  <a:schemeClr val="tx1"/>
                </a:solidFill>
              </a:rPr>
              <a:t>- Prevents rainbow, parallel, and other attacks</a:t>
            </a: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4FC81F2-19C5-6921-39F4-55F392F4EF54}"/>
              </a:ext>
            </a:extLst>
          </p:cNvPr>
          <p:cNvSpPr txBox="1">
            <a:spLocks/>
          </p:cNvSpPr>
          <p:nvPr/>
        </p:nvSpPr>
        <p:spPr>
          <a:xfrm>
            <a:off x="6342681" y="2361465"/>
            <a:ext cx="4947821" cy="2890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Team device chip configuration not considered when choosing a database driver 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MSSQL 2022 server version 17 not compatible with ARM 64 chips, Intel Specific.</a:t>
            </a:r>
          </a:p>
          <a:p>
            <a:r>
              <a:rPr lang="en-US" sz="2000" dirty="0">
                <a:solidFill>
                  <a:schemeClr val="tx1"/>
                </a:solidFill>
              </a:rPr>
              <a:t>VM to extensive to implement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Solution: MSSQL-Azure Edge v18</a:t>
            </a:r>
          </a:p>
          <a:p>
            <a:pPr algn="ctr"/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32A414-77D0-9D8A-9871-A36DB5D41908}"/>
              </a:ext>
            </a:extLst>
          </p:cNvPr>
          <p:cNvSpPr txBox="1">
            <a:spLocks/>
          </p:cNvSpPr>
          <p:nvPr/>
        </p:nvSpPr>
        <p:spPr>
          <a:xfrm>
            <a:off x="6351559" y="1048420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Challenges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Gant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F0394-4A20-0FB1-F6CC-606ADAD6F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11" y="2168842"/>
            <a:ext cx="11641777" cy="407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18049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Website: </a:t>
            </a:r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164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Vulcan Activity Tracker</vt:lpstr>
      <vt:lpstr>Project Description</vt:lpstr>
      <vt:lpstr>Progress </vt:lpstr>
      <vt:lpstr>Planning</vt:lpstr>
      <vt:lpstr>Website: 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Luke ruffing</cp:lastModifiedBy>
  <cp:revision>1</cp:revision>
  <dcterms:created xsi:type="dcterms:W3CDTF">2026-01-22T18:57:02Z</dcterms:created>
  <dcterms:modified xsi:type="dcterms:W3CDTF">2026-01-23T15:36:38Z</dcterms:modified>
</cp:coreProperties>
</file>