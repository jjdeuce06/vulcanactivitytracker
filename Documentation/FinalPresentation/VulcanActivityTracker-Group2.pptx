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80" r:id="rId4"/>
    <p:sldId id="264" r:id="rId5"/>
    <p:sldId id="281" r:id="rId6"/>
    <p:sldId id="259" r:id="rId7"/>
    <p:sldId id="275" r:id="rId8"/>
    <p:sldId id="279" r:id="rId9"/>
    <p:sldId id="278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78BD0A3-E72A-4148-9985-93B00B834DD1}" v="114" dt="2026-04-09T13:36:42.127"/>
    <p1510:client id="{E6BD7675-78AE-4F8B-8964-D085977A50B0}" v="66" dt="2026-04-09T12:31:27.94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81" d="100"/>
          <a:sy n="81" d="100"/>
        </p:scale>
        <p:origin x="567" y="-1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hn Gerega" userId="bd3e1e46fb6a714b" providerId="LiveId" clId="{45F0C402-C550-4C82-B31D-5B32217A5E94}"/>
    <pc:docChg chg="undo custSel addSld delSld modSld">
      <pc:chgData name="John Gerega" userId="bd3e1e46fb6a714b" providerId="LiveId" clId="{45F0C402-C550-4C82-B31D-5B32217A5E94}" dt="2026-03-29T13:00:56.525" v="2636" actId="20577"/>
      <pc:docMkLst>
        <pc:docMk/>
      </pc:docMkLst>
      <pc:sldChg chg="modSp mod">
        <pc:chgData name="John Gerega" userId="bd3e1e46fb6a714b" providerId="LiveId" clId="{45F0C402-C550-4C82-B31D-5B32217A5E94}" dt="2026-03-29T13:00:56.525" v="2636" actId="20577"/>
        <pc:sldMkLst>
          <pc:docMk/>
          <pc:sldMk cId="2561402868" sldId="264"/>
        </pc:sldMkLst>
      </pc:sldChg>
    </pc:docChg>
  </pc:docChgLst>
  <pc:docChgLst>
    <pc:chgData name="Margo Bonal" userId="18c9fa0f-b53d-478b-9dc0-6ad88786c19f" providerId="ADAL" clId="{93D479E5-F67F-4B8A-A78F-A0B574A116B6}"/>
    <pc:docChg chg="undo redo custSel addSld delSld modSld sldOrd addSection delSection">
      <pc:chgData name="Margo Bonal" userId="18c9fa0f-b53d-478b-9dc0-6ad88786c19f" providerId="ADAL" clId="{93D479E5-F67F-4B8A-A78F-A0B574A116B6}" dt="2026-04-09T13:36:42.127" v="3827"/>
      <pc:docMkLst>
        <pc:docMk/>
      </pc:docMkLst>
      <pc:sldChg chg="addSp delSp modSp mod">
        <pc:chgData name="Margo Bonal" userId="18c9fa0f-b53d-478b-9dc0-6ad88786c19f" providerId="ADAL" clId="{93D479E5-F67F-4B8A-A78F-A0B574A116B6}" dt="2026-03-30T22:08:59.921" v="2533" actId="403"/>
        <pc:sldMkLst>
          <pc:docMk/>
          <pc:sldMk cId="850630602" sldId="257"/>
        </pc:sldMkLst>
        <pc:spChg chg="mod">
          <ac:chgData name="Margo Bonal" userId="18c9fa0f-b53d-478b-9dc0-6ad88786c19f" providerId="ADAL" clId="{93D479E5-F67F-4B8A-A78F-A0B574A116B6}" dt="2026-03-30T22:08:34.818" v="2527" actId="14100"/>
          <ac:spMkLst>
            <pc:docMk/>
            <pc:sldMk cId="850630602" sldId="257"/>
            <ac:spMk id="2" creationId="{F4D47601-A3D5-5EAD-C1BB-4EBE55051F15}"/>
          </ac:spMkLst>
        </pc:spChg>
        <pc:spChg chg="mod">
          <ac:chgData name="Margo Bonal" userId="18c9fa0f-b53d-478b-9dc0-6ad88786c19f" providerId="ADAL" clId="{93D479E5-F67F-4B8A-A78F-A0B574A116B6}" dt="2026-03-30T22:08:59.921" v="2533" actId="403"/>
          <ac:spMkLst>
            <pc:docMk/>
            <pc:sldMk cId="850630602" sldId="257"/>
            <ac:spMk id="3" creationId="{3AD821AA-AA04-E3EB-5027-44FA0EFD591D}"/>
          </ac:spMkLst>
        </pc:spChg>
        <pc:spChg chg="add">
          <ac:chgData name="Margo Bonal" userId="18c9fa0f-b53d-478b-9dc0-6ad88786c19f" providerId="ADAL" clId="{93D479E5-F67F-4B8A-A78F-A0B574A116B6}" dt="2026-03-30T22:08:24.843" v="2522" actId="26606"/>
          <ac:spMkLst>
            <pc:docMk/>
            <pc:sldMk cId="850630602" sldId="257"/>
            <ac:spMk id="46" creationId="{91DC6ABD-215C-4EA8-A483-CEF5B99AB385}"/>
          </ac:spMkLst>
        </pc:spChg>
        <pc:spChg chg="add">
          <ac:chgData name="Margo Bonal" userId="18c9fa0f-b53d-478b-9dc0-6ad88786c19f" providerId="ADAL" clId="{93D479E5-F67F-4B8A-A78F-A0B574A116B6}" dt="2026-03-30T22:08:24.843" v="2522" actId="26606"/>
          <ac:spMkLst>
            <pc:docMk/>
            <pc:sldMk cId="850630602" sldId="257"/>
            <ac:spMk id="48" creationId="{04357C93-F0CB-4A1C-8F77-4E9063789819}"/>
          </ac:spMkLst>
        </pc:spChg>
        <pc:grpChg chg="add">
          <ac:chgData name="Margo Bonal" userId="18c9fa0f-b53d-478b-9dc0-6ad88786c19f" providerId="ADAL" clId="{93D479E5-F67F-4B8A-A78F-A0B574A116B6}" dt="2026-03-30T22:08:24.843" v="2522" actId="26606"/>
          <ac:grpSpMkLst>
            <pc:docMk/>
            <pc:sldMk cId="850630602" sldId="257"/>
            <ac:grpSpMk id="47" creationId="{3AF6A671-C637-4547-85F4-51B6D1881399}"/>
          </ac:grpSpMkLst>
        </pc:grpChg>
        <pc:picChg chg="add mod ord">
          <ac:chgData name="Margo Bonal" userId="18c9fa0f-b53d-478b-9dc0-6ad88786c19f" providerId="ADAL" clId="{93D479E5-F67F-4B8A-A78F-A0B574A116B6}" dt="2026-03-30T22:08:24.843" v="2522" actId="26606"/>
          <ac:picMkLst>
            <pc:docMk/>
            <pc:sldMk cId="850630602" sldId="257"/>
            <ac:picMk id="4" creationId="{01D0E672-3D69-D0A4-00DD-6EEF061C1C1F}"/>
          </ac:picMkLst>
        </pc:picChg>
      </pc:sldChg>
      <pc:sldChg chg="addSp delSp modSp del mod ord modClrScheme delDesignElem chgLayout">
        <pc:chgData name="Margo Bonal" userId="18c9fa0f-b53d-478b-9dc0-6ad88786c19f" providerId="ADAL" clId="{93D479E5-F67F-4B8A-A78F-A0B574A116B6}" dt="2026-04-09T13:07:15.003" v="3110" actId="2696"/>
        <pc:sldMkLst>
          <pc:docMk/>
          <pc:sldMk cId="2065992260" sldId="258"/>
        </pc:sldMkLst>
      </pc:sldChg>
      <pc:sldChg chg="addSp delSp modSp mod ord">
        <pc:chgData name="Margo Bonal" userId="18c9fa0f-b53d-478b-9dc0-6ad88786c19f" providerId="ADAL" clId="{93D479E5-F67F-4B8A-A78F-A0B574A116B6}" dt="2026-04-09T13:35:36.677" v="3814" actId="122"/>
        <pc:sldMkLst>
          <pc:docMk/>
          <pc:sldMk cId="3713997872" sldId="259"/>
        </pc:sldMkLst>
        <pc:spChg chg="add mod">
          <ac:chgData name="Margo Bonal" userId="18c9fa0f-b53d-478b-9dc0-6ad88786c19f" providerId="ADAL" clId="{93D479E5-F67F-4B8A-A78F-A0B574A116B6}" dt="2026-04-09T13:35:36.677" v="3814" actId="122"/>
          <ac:spMkLst>
            <pc:docMk/>
            <pc:sldMk cId="3713997872" sldId="259"/>
            <ac:spMk id="5" creationId="{331CE70E-6CCB-81A3-9CE7-F5BEF0B6CA1C}"/>
          </ac:spMkLst>
        </pc:spChg>
        <pc:spChg chg="add mod">
          <ac:chgData name="Margo Bonal" userId="18c9fa0f-b53d-478b-9dc0-6ad88786c19f" providerId="ADAL" clId="{93D479E5-F67F-4B8A-A78F-A0B574A116B6}" dt="2026-03-30T21:23:47.482" v="987" actId="478"/>
          <ac:spMkLst>
            <pc:docMk/>
            <pc:sldMk cId="3713997872" sldId="259"/>
            <ac:spMk id="8" creationId="{243C43E9-308C-3F97-571D-4B2588459719}"/>
          </ac:spMkLst>
        </pc:spChg>
        <pc:picChg chg="add mod">
          <ac:chgData name="Margo Bonal" userId="18c9fa0f-b53d-478b-9dc0-6ad88786c19f" providerId="ADAL" clId="{93D479E5-F67F-4B8A-A78F-A0B574A116B6}" dt="2026-03-30T21:56:07.063" v="2111" actId="14100"/>
          <ac:picMkLst>
            <pc:docMk/>
            <pc:sldMk cId="3713997872" sldId="259"/>
            <ac:picMk id="9" creationId="{5C02B36E-6D51-126E-4A69-0F52E1A3FB24}"/>
          </ac:picMkLst>
        </pc:picChg>
      </pc:sldChg>
      <pc:sldChg chg="addSp modSp del mod">
        <pc:chgData name="Margo Bonal" userId="18c9fa0f-b53d-478b-9dc0-6ad88786c19f" providerId="ADAL" clId="{93D479E5-F67F-4B8A-A78F-A0B574A116B6}" dt="2026-04-09T12:37:04.938" v="2857" actId="2696"/>
        <pc:sldMkLst>
          <pc:docMk/>
          <pc:sldMk cId="3921983173" sldId="260"/>
        </pc:sldMkLst>
        <pc:spChg chg="mod">
          <ac:chgData name="Margo Bonal" userId="18c9fa0f-b53d-478b-9dc0-6ad88786c19f" providerId="ADAL" clId="{93D479E5-F67F-4B8A-A78F-A0B574A116B6}" dt="2026-04-09T12:36:54.246" v="2853" actId="1076"/>
          <ac:spMkLst>
            <pc:docMk/>
            <pc:sldMk cId="3921983173" sldId="260"/>
            <ac:spMk id="2" creationId="{9C9AD6B9-1CEE-7976-0BB7-22F5E9535735}"/>
          </ac:spMkLst>
        </pc:spChg>
        <pc:spChg chg="add mod">
          <ac:chgData name="Margo Bonal" userId="18c9fa0f-b53d-478b-9dc0-6ad88786c19f" providerId="ADAL" clId="{93D479E5-F67F-4B8A-A78F-A0B574A116B6}" dt="2026-04-09T12:32:26.245" v="2837" actId="1076"/>
          <ac:spMkLst>
            <pc:docMk/>
            <pc:sldMk cId="3921983173" sldId="260"/>
            <ac:spMk id="3" creationId="{43E12FD0-F8AE-69F2-0588-3EDA6A286A22}"/>
          </ac:spMkLst>
        </pc:spChg>
      </pc:sldChg>
      <pc:sldChg chg="addSp delSp modSp mod ord">
        <pc:chgData name="Margo Bonal" userId="18c9fa0f-b53d-478b-9dc0-6ad88786c19f" providerId="ADAL" clId="{93D479E5-F67F-4B8A-A78F-A0B574A116B6}" dt="2026-04-09T13:35:17.931" v="3813" actId="115"/>
        <pc:sldMkLst>
          <pc:docMk/>
          <pc:sldMk cId="2561402868" sldId="264"/>
        </pc:sldMkLst>
        <pc:spChg chg="add mod">
          <ac:chgData name="Margo Bonal" userId="18c9fa0f-b53d-478b-9dc0-6ad88786c19f" providerId="ADAL" clId="{93D479E5-F67F-4B8A-A78F-A0B574A116B6}" dt="2026-04-09T13:21:30.865" v="3432" actId="1076"/>
          <ac:spMkLst>
            <pc:docMk/>
            <pc:sldMk cId="2561402868" sldId="264"/>
            <ac:spMk id="2" creationId="{02FE80CD-EADA-FCE8-C9C2-A97024CA7E4E}"/>
          </ac:spMkLst>
        </pc:spChg>
        <pc:spChg chg="add mod">
          <ac:chgData name="Margo Bonal" userId="18c9fa0f-b53d-478b-9dc0-6ad88786c19f" providerId="ADAL" clId="{93D479E5-F67F-4B8A-A78F-A0B574A116B6}" dt="2026-04-09T13:22:07.812" v="3437" actId="1076"/>
          <ac:spMkLst>
            <pc:docMk/>
            <pc:sldMk cId="2561402868" sldId="264"/>
            <ac:spMk id="3" creationId="{EE3A7013-427A-D329-7065-099CB2E8DF32}"/>
          </ac:spMkLst>
        </pc:spChg>
        <pc:spChg chg="add mod">
          <ac:chgData name="Margo Bonal" userId="18c9fa0f-b53d-478b-9dc0-6ad88786c19f" providerId="ADAL" clId="{93D479E5-F67F-4B8A-A78F-A0B574A116B6}" dt="2026-04-09T13:35:17.931" v="3813" actId="115"/>
          <ac:spMkLst>
            <pc:docMk/>
            <pc:sldMk cId="2561402868" sldId="264"/>
            <ac:spMk id="4" creationId="{1C887DFC-839F-0DF5-2BFF-4D0D0149ACB2}"/>
          </ac:spMkLst>
        </pc:spChg>
        <pc:spChg chg="add del mod">
          <ac:chgData name="Margo Bonal" userId="18c9fa0f-b53d-478b-9dc0-6ad88786c19f" providerId="ADAL" clId="{93D479E5-F67F-4B8A-A78F-A0B574A116B6}" dt="2026-04-09T13:20:12.551" v="3417" actId="478"/>
          <ac:spMkLst>
            <pc:docMk/>
            <pc:sldMk cId="2561402868" sldId="264"/>
            <ac:spMk id="5" creationId="{FFF8B1EF-408A-3DC7-AC54-151B43CF7BE0}"/>
          </ac:spMkLst>
        </pc:spChg>
        <pc:spChg chg="add del mod">
          <ac:chgData name="Margo Bonal" userId="18c9fa0f-b53d-478b-9dc0-6ad88786c19f" providerId="ADAL" clId="{93D479E5-F67F-4B8A-A78F-A0B574A116B6}" dt="2026-04-09T13:20:24.353" v="3421" actId="478"/>
          <ac:spMkLst>
            <pc:docMk/>
            <pc:sldMk cId="2561402868" sldId="264"/>
            <ac:spMk id="7" creationId="{791E2233-D9BC-558E-FCB0-1BFAE870CB38}"/>
          </ac:spMkLst>
        </pc:spChg>
        <pc:spChg chg="add">
          <ac:chgData name="Margo Bonal" userId="18c9fa0f-b53d-478b-9dc0-6ad88786c19f" providerId="ADAL" clId="{93D479E5-F67F-4B8A-A78F-A0B574A116B6}" dt="2026-03-30T21:46:00.265" v="1817" actId="26606"/>
          <ac:spMkLst>
            <pc:docMk/>
            <pc:sldMk cId="2561402868" sldId="264"/>
            <ac:spMk id="30" creationId="{A7895A40-19A4-42D6-9D30-DBC1E8002635}"/>
          </ac:spMkLst>
        </pc:spChg>
        <pc:spChg chg="add">
          <ac:chgData name="Margo Bonal" userId="18c9fa0f-b53d-478b-9dc0-6ad88786c19f" providerId="ADAL" clId="{93D479E5-F67F-4B8A-A78F-A0B574A116B6}" dt="2026-03-30T21:46:00.265" v="1817" actId="26606"/>
          <ac:spMkLst>
            <pc:docMk/>
            <pc:sldMk cId="2561402868" sldId="264"/>
            <ac:spMk id="32" creationId="{02F429C4-ABC9-46FC-818A-B5429CDE4A96}"/>
          </ac:spMkLst>
        </pc:spChg>
        <pc:spChg chg="add">
          <ac:chgData name="Margo Bonal" userId="18c9fa0f-b53d-478b-9dc0-6ad88786c19f" providerId="ADAL" clId="{93D479E5-F67F-4B8A-A78F-A0B574A116B6}" dt="2026-03-30T21:46:00.265" v="1817" actId="26606"/>
          <ac:spMkLst>
            <pc:docMk/>
            <pc:sldMk cId="2561402868" sldId="264"/>
            <ac:spMk id="34" creationId="{2CEF98E4-3709-4952-8F42-2305CCE34FA3}"/>
          </ac:spMkLst>
        </pc:spChg>
        <pc:spChg chg="add">
          <ac:chgData name="Margo Bonal" userId="18c9fa0f-b53d-478b-9dc0-6ad88786c19f" providerId="ADAL" clId="{93D479E5-F67F-4B8A-A78F-A0B574A116B6}" dt="2026-03-30T21:46:00.265" v="1817" actId="26606"/>
          <ac:spMkLst>
            <pc:docMk/>
            <pc:sldMk cId="2561402868" sldId="264"/>
            <ac:spMk id="36" creationId="{F10BCCF5-D685-47FF-B675-647EAEB72C8E}"/>
          </ac:spMkLst>
        </pc:spChg>
        <pc:spChg chg="add">
          <ac:chgData name="Margo Bonal" userId="18c9fa0f-b53d-478b-9dc0-6ad88786c19f" providerId="ADAL" clId="{93D479E5-F67F-4B8A-A78F-A0B574A116B6}" dt="2026-03-30T21:46:00.265" v="1817" actId="26606"/>
          <ac:spMkLst>
            <pc:docMk/>
            <pc:sldMk cId="2561402868" sldId="264"/>
            <ac:spMk id="38" creationId="{B0EE8A42-107A-4D4C-8D56-BBAE95C7FC0D}"/>
          </ac:spMkLst>
        </pc:spChg>
        <pc:picChg chg="add mod">
          <ac:chgData name="Margo Bonal" userId="18c9fa0f-b53d-478b-9dc0-6ad88786c19f" providerId="ADAL" clId="{93D479E5-F67F-4B8A-A78F-A0B574A116B6}" dt="2026-04-09T13:34:43.494" v="3807" actId="1076"/>
          <ac:picMkLst>
            <pc:docMk/>
            <pc:sldMk cId="2561402868" sldId="264"/>
            <ac:picMk id="2050" creationId="{E2914869-979F-F160-748E-9C42739E978D}"/>
          </ac:picMkLst>
        </pc:picChg>
        <pc:picChg chg="add mod">
          <ac:chgData name="Margo Bonal" userId="18c9fa0f-b53d-478b-9dc0-6ad88786c19f" providerId="ADAL" clId="{93D479E5-F67F-4B8A-A78F-A0B574A116B6}" dt="2026-04-09T13:35:04.328" v="3811" actId="1076"/>
          <ac:picMkLst>
            <pc:docMk/>
            <pc:sldMk cId="2561402868" sldId="264"/>
            <ac:picMk id="2052" creationId="{5A01E59D-1B37-A98E-7F31-80DAC36672FA}"/>
          </ac:picMkLst>
        </pc:picChg>
      </pc:sldChg>
      <pc:sldChg chg="addSp delSp modSp del mod">
        <pc:chgData name="Margo Bonal" userId="18c9fa0f-b53d-478b-9dc0-6ad88786c19f" providerId="ADAL" clId="{93D479E5-F67F-4B8A-A78F-A0B574A116B6}" dt="2026-04-09T13:24:30.766" v="3517" actId="2696"/>
        <pc:sldMkLst>
          <pc:docMk/>
          <pc:sldMk cId="3526335932" sldId="266"/>
        </pc:sldMkLst>
        <pc:spChg chg="add del mod">
          <ac:chgData name="Margo Bonal" userId="18c9fa0f-b53d-478b-9dc0-6ad88786c19f" providerId="ADAL" clId="{93D479E5-F67F-4B8A-A78F-A0B574A116B6}" dt="2026-04-09T13:23:29.443" v="3511" actId="1076"/>
          <ac:spMkLst>
            <pc:docMk/>
            <pc:sldMk cId="3526335932" sldId="266"/>
            <ac:spMk id="12" creationId="{C1592817-F778-6064-F584-CD08A00F548D}"/>
          </ac:spMkLst>
        </pc:spChg>
      </pc:sldChg>
      <pc:sldChg chg="add del">
        <pc:chgData name="Margo Bonal" userId="18c9fa0f-b53d-478b-9dc0-6ad88786c19f" providerId="ADAL" clId="{93D479E5-F67F-4B8A-A78F-A0B574A116B6}" dt="2026-04-09T12:36:20.872" v="2840" actId="2696"/>
        <pc:sldMkLst>
          <pc:docMk/>
          <pc:sldMk cId="3784518536" sldId="272"/>
        </pc:sldMkLst>
      </pc:sldChg>
      <pc:sldChg chg="addSp modSp add del mod ord">
        <pc:chgData name="Margo Bonal" userId="18c9fa0f-b53d-478b-9dc0-6ad88786c19f" providerId="ADAL" clId="{93D479E5-F67F-4B8A-A78F-A0B574A116B6}" dt="2026-04-09T12:36:08.578" v="2839" actId="2696"/>
        <pc:sldMkLst>
          <pc:docMk/>
          <pc:sldMk cId="1955700403" sldId="273"/>
        </pc:sldMkLst>
      </pc:sldChg>
      <pc:sldChg chg="addSp delSp modSp new mod setBg">
        <pc:chgData name="Margo Bonal" userId="18c9fa0f-b53d-478b-9dc0-6ad88786c19f" providerId="ADAL" clId="{93D479E5-F67F-4B8A-A78F-A0B574A116B6}" dt="2026-04-09T13:36:42.127" v="3827"/>
        <pc:sldMkLst>
          <pc:docMk/>
          <pc:sldMk cId="606434410" sldId="275"/>
        </pc:sldMkLst>
        <pc:spChg chg="mod">
          <ac:chgData name="Margo Bonal" userId="18c9fa0f-b53d-478b-9dc0-6ad88786c19f" providerId="ADAL" clId="{93D479E5-F67F-4B8A-A78F-A0B574A116B6}" dt="2026-03-30T22:19:34.831" v="2804" actId="1076"/>
          <ac:spMkLst>
            <pc:docMk/>
            <pc:sldMk cId="606434410" sldId="275"/>
            <ac:spMk id="2" creationId="{D6C076D5-0B0F-A0A5-DAB4-A94391E22A71}"/>
          </ac:spMkLst>
        </pc:spChg>
        <pc:spChg chg="add mod">
          <ac:chgData name="Margo Bonal" userId="18c9fa0f-b53d-478b-9dc0-6ad88786c19f" providerId="ADAL" clId="{93D479E5-F67F-4B8A-A78F-A0B574A116B6}" dt="2026-04-09T13:35:53.927" v="3822" actId="1076"/>
          <ac:spMkLst>
            <pc:docMk/>
            <pc:sldMk cId="606434410" sldId="275"/>
            <ac:spMk id="3" creationId="{5BA1FDAB-BF64-1FC7-8CE6-75537E5CD8D5}"/>
          </ac:spMkLst>
        </pc:spChg>
        <pc:spChg chg="add del mod">
          <ac:chgData name="Margo Bonal" userId="18c9fa0f-b53d-478b-9dc0-6ad88786c19f" providerId="ADAL" clId="{93D479E5-F67F-4B8A-A78F-A0B574A116B6}" dt="2026-04-09T12:59:31.424" v="3005" actId="478"/>
          <ac:spMkLst>
            <pc:docMk/>
            <pc:sldMk cId="606434410" sldId="275"/>
            <ac:spMk id="8" creationId="{255C3630-3358-8D39-1436-CE2C9E16E210}"/>
          </ac:spMkLst>
        </pc:spChg>
        <pc:spChg chg="add">
          <ac:chgData name="Margo Bonal" userId="18c9fa0f-b53d-478b-9dc0-6ad88786c19f" providerId="ADAL" clId="{93D479E5-F67F-4B8A-A78F-A0B574A116B6}" dt="2026-03-30T22:06:38.945" v="2506" actId="26606"/>
          <ac:spMkLst>
            <pc:docMk/>
            <pc:sldMk cId="606434410" sldId="275"/>
            <ac:spMk id="20" creationId="{AE2B703B-46F9-481A-A605-82E2A828C4FA}"/>
          </ac:spMkLst>
        </pc:spChg>
        <pc:spChg chg="add">
          <ac:chgData name="Margo Bonal" userId="18c9fa0f-b53d-478b-9dc0-6ad88786c19f" providerId="ADAL" clId="{93D479E5-F67F-4B8A-A78F-A0B574A116B6}" dt="2026-03-30T22:06:38.945" v="2506" actId="26606"/>
          <ac:spMkLst>
            <pc:docMk/>
            <pc:sldMk cId="606434410" sldId="275"/>
            <ac:spMk id="22" creationId="{F13BE4D7-0C3D-4906-B230-A1C5B4665CCF}"/>
          </ac:spMkLst>
        </pc:spChg>
        <pc:graphicFrameChg chg="add del mod modGraphic">
          <ac:chgData name="Margo Bonal" userId="18c9fa0f-b53d-478b-9dc0-6ad88786c19f" providerId="ADAL" clId="{93D479E5-F67F-4B8A-A78F-A0B574A116B6}" dt="2026-04-09T12:58:35.332" v="2986" actId="3680"/>
          <ac:graphicFrameMkLst>
            <pc:docMk/>
            <pc:sldMk cId="606434410" sldId="275"/>
            <ac:graphicFrameMk id="4" creationId="{15449C7F-6585-D7AB-B3E8-6BF6780F946F}"/>
          </ac:graphicFrameMkLst>
        </pc:graphicFrameChg>
        <pc:graphicFrameChg chg="add del mod modGraphic">
          <ac:chgData name="Margo Bonal" userId="18c9fa0f-b53d-478b-9dc0-6ad88786c19f" providerId="ADAL" clId="{93D479E5-F67F-4B8A-A78F-A0B574A116B6}" dt="2026-04-09T12:59:25.911" v="3003" actId="21"/>
          <ac:graphicFrameMkLst>
            <pc:docMk/>
            <pc:sldMk cId="606434410" sldId="275"/>
            <ac:graphicFrameMk id="5" creationId="{B637E48A-5144-C661-B92C-99B33A6272A7}"/>
          </ac:graphicFrameMkLst>
        </pc:graphicFrameChg>
        <pc:graphicFrameChg chg="add mod modGraphic">
          <ac:chgData name="Margo Bonal" userId="18c9fa0f-b53d-478b-9dc0-6ad88786c19f" providerId="ADAL" clId="{93D479E5-F67F-4B8A-A78F-A0B574A116B6}" dt="2026-04-09T13:36:42.127" v="3827"/>
          <ac:graphicFrameMkLst>
            <pc:docMk/>
            <pc:sldMk cId="606434410" sldId="275"/>
            <ac:graphicFrameMk id="6" creationId="{27EACA2E-750E-36F7-A7AE-14DB1D64E678}"/>
          </ac:graphicFrameMkLst>
        </pc:graphicFrameChg>
        <pc:graphicFrameChg chg="add mod">
          <ac:chgData name="Margo Bonal" userId="18c9fa0f-b53d-478b-9dc0-6ad88786c19f" providerId="ADAL" clId="{93D479E5-F67F-4B8A-A78F-A0B574A116B6}" dt="2026-04-09T13:03:01.529" v="3059"/>
          <ac:graphicFrameMkLst>
            <pc:docMk/>
            <pc:sldMk cId="606434410" sldId="275"/>
            <ac:graphicFrameMk id="9" creationId="{D74A3989-561F-61C2-CF1A-0A6FCF9B354C}"/>
          </ac:graphicFrameMkLst>
        </pc:graphicFrameChg>
      </pc:sldChg>
      <pc:sldChg chg="addSp delSp modSp add del mod ord">
        <pc:chgData name="Margo Bonal" userId="18c9fa0f-b53d-478b-9dc0-6ad88786c19f" providerId="ADAL" clId="{93D479E5-F67F-4B8A-A78F-A0B574A116B6}" dt="2026-04-09T13:17:41.439" v="3259" actId="2696"/>
        <pc:sldMkLst>
          <pc:docMk/>
          <pc:sldMk cId="1826588013" sldId="277"/>
        </pc:sldMkLst>
        <pc:spChg chg="add mod">
          <ac:chgData name="Margo Bonal" userId="18c9fa0f-b53d-478b-9dc0-6ad88786c19f" providerId="ADAL" clId="{93D479E5-F67F-4B8A-A78F-A0B574A116B6}" dt="2026-04-09T13:11:39.498" v="3149" actId="20577"/>
          <ac:spMkLst>
            <pc:docMk/>
            <pc:sldMk cId="1826588013" sldId="277"/>
            <ac:spMk id="2" creationId="{8D2E6DA5-8082-69ED-46FE-761CD03BD4F4}"/>
          </ac:spMkLst>
        </pc:spChg>
        <pc:spChg chg="add mod">
          <ac:chgData name="Margo Bonal" userId="18c9fa0f-b53d-478b-9dc0-6ad88786c19f" providerId="ADAL" clId="{93D479E5-F67F-4B8A-A78F-A0B574A116B6}" dt="2026-04-09T13:13:30.930" v="3223" actId="1076"/>
          <ac:spMkLst>
            <pc:docMk/>
            <pc:sldMk cId="1826588013" sldId="277"/>
            <ac:spMk id="3" creationId="{C862E3E6-BAA5-7853-4E9E-1C33A7B6964E}"/>
          </ac:spMkLst>
        </pc:spChg>
        <pc:spChg chg="add mod">
          <ac:chgData name="Margo Bonal" userId="18c9fa0f-b53d-478b-9dc0-6ad88786c19f" providerId="ADAL" clId="{93D479E5-F67F-4B8A-A78F-A0B574A116B6}" dt="2026-04-09T13:11:02.974" v="3131" actId="1076"/>
          <ac:spMkLst>
            <pc:docMk/>
            <pc:sldMk cId="1826588013" sldId="277"/>
            <ac:spMk id="5" creationId="{F0507379-E14B-ECC4-A908-CD67A5D06E3B}"/>
          </ac:spMkLst>
        </pc:spChg>
        <pc:spChg chg="add mod">
          <ac:chgData name="Margo Bonal" userId="18c9fa0f-b53d-478b-9dc0-6ad88786c19f" providerId="ADAL" clId="{93D479E5-F67F-4B8A-A78F-A0B574A116B6}" dt="2026-04-09T13:12:38.653" v="3205" actId="1076"/>
          <ac:spMkLst>
            <pc:docMk/>
            <pc:sldMk cId="1826588013" sldId="277"/>
            <ac:spMk id="6" creationId="{9347F810-2AE5-661D-6132-64453EEF1EC8}"/>
          </ac:spMkLst>
        </pc:spChg>
        <pc:graphicFrameChg chg="add del mod modGraphic">
          <ac:chgData name="Margo Bonal" userId="18c9fa0f-b53d-478b-9dc0-6ad88786c19f" providerId="ADAL" clId="{93D479E5-F67F-4B8A-A78F-A0B574A116B6}" dt="2026-04-09T13:11:27.711" v="3140" actId="478"/>
          <ac:graphicFrameMkLst>
            <pc:docMk/>
            <pc:sldMk cId="1826588013" sldId="277"/>
            <ac:graphicFrameMk id="4" creationId="{40CDF1D4-2B6D-00A5-1CAF-68193EE8F1B9}"/>
          </ac:graphicFrameMkLst>
        </pc:graphicFrameChg>
        <pc:picChg chg="add mod">
          <ac:chgData name="Margo Bonal" userId="18c9fa0f-b53d-478b-9dc0-6ad88786c19f" providerId="ADAL" clId="{93D479E5-F67F-4B8A-A78F-A0B574A116B6}" dt="2026-04-09T13:12:54.721" v="3214" actId="1076"/>
          <ac:picMkLst>
            <pc:docMk/>
            <pc:sldMk cId="1826588013" sldId="277"/>
            <ac:picMk id="1026" creationId="{AFC6D719-0E2B-3D09-E742-22BE9A2ACEF1}"/>
          </ac:picMkLst>
        </pc:picChg>
        <pc:picChg chg="add mod">
          <ac:chgData name="Margo Bonal" userId="18c9fa0f-b53d-478b-9dc0-6ad88786c19f" providerId="ADAL" clId="{93D479E5-F67F-4B8A-A78F-A0B574A116B6}" dt="2026-04-09T13:13:22.969" v="3221" actId="1076"/>
          <ac:picMkLst>
            <pc:docMk/>
            <pc:sldMk cId="1826588013" sldId="277"/>
            <ac:picMk id="1028" creationId="{9D05F3D4-AF92-9969-D68B-1D704FF6B5A8}"/>
          </ac:picMkLst>
        </pc:picChg>
        <pc:picChg chg="add">
          <ac:chgData name="Margo Bonal" userId="18c9fa0f-b53d-478b-9dc0-6ad88786c19f" providerId="ADAL" clId="{93D479E5-F67F-4B8A-A78F-A0B574A116B6}" dt="2026-04-09T13:09:47.520" v="3113"/>
          <ac:picMkLst>
            <pc:docMk/>
            <pc:sldMk cId="1826588013" sldId="277"/>
            <ac:picMk id="1030" creationId="{C3E66DE2-D7B8-56EE-88CB-CF2562ABD39B}"/>
          </ac:picMkLst>
        </pc:picChg>
        <pc:picChg chg="add mod">
          <ac:chgData name="Margo Bonal" userId="18c9fa0f-b53d-478b-9dc0-6ad88786c19f" providerId="ADAL" clId="{93D479E5-F67F-4B8A-A78F-A0B574A116B6}" dt="2026-04-09T13:13:20.698" v="3220" actId="1076"/>
          <ac:picMkLst>
            <pc:docMk/>
            <pc:sldMk cId="1826588013" sldId="277"/>
            <ac:picMk id="1032" creationId="{59F10362-3DCA-8E2C-EA52-BFB7648276DF}"/>
          </ac:picMkLst>
        </pc:picChg>
        <pc:picChg chg="add del mod">
          <ac:chgData name="Margo Bonal" userId="18c9fa0f-b53d-478b-9dc0-6ad88786c19f" providerId="ADAL" clId="{93D479E5-F67F-4B8A-A78F-A0B574A116B6}" dt="2026-04-09T13:16:50.172" v="3253" actId="21"/>
          <ac:picMkLst>
            <pc:docMk/>
            <pc:sldMk cId="1826588013" sldId="277"/>
            <ac:picMk id="1034" creationId="{27F73DA7-C342-ABE2-B9AD-95561A89D216}"/>
          </ac:picMkLst>
        </pc:picChg>
        <pc:picChg chg="add">
          <ac:chgData name="Margo Bonal" userId="18c9fa0f-b53d-478b-9dc0-6ad88786c19f" providerId="ADAL" clId="{93D479E5-F67F-4B8A-A78F-A0B574A116B6}" dt="2026-04-09T13:11:40.788" v="3150"/>
          <ac:picMkLst>
            <pc:docMk/>
            <pc:sldMk cId="1826588013" sldId="277"/>
            <ac:picMk id="1036" creationId="{7D743F9D-B14A-D178-EE4E-3FDBBD50B4D7}"/>
          </ac:picMkLst>
        </pc:picChg>
        <pc:picChg chg="add">
          <ac:chgData name="Margo Bonal" userId="18c9fa0f-b53d-478b-9dc0-6ad88786c19f" providerId="ADAL" clId="{93D479E5-F67F-4B8A-A78F-A0B574A116B6}" dt="2026-04-09T13:11:43.973" v="3151"/>
          <ac:picMkLst>
            <pc:docMk/>
            <pc:sldMk cId="1826588013" sldId="277"/>
            <ac:picMk id="1038" creationId="{DF0630DD-337E-2D1E-8183-DF5FBCD659D2}"/>
          </ac:picMkLst>
        </pc:picChg>
      </pc:sldChg>
      <pc:sldChg chg="addSp delSp modSp new mod setBg">
        <pc:chgData name="Margo Bonal" userId="18c9fa0f-b53d-478b-9dc0-6ad88786c19f" providerId="ADAL" clId="{93D479E5-F67F-4B8A-A78F-A0B574A116B6}" dt="2026-04-09T13:34:23.453" v="3806" actId="27636"/>
        <pc:sldMkLst>
          <pc:docMk/>
          <pc:sldMk cId="3773506301" sldId="278"/>
        </pc:sldMkLst>
        <pc:spChg chg="mod">
          <ac:chgData name="Margo Bonal" userId="18c9fa0f-b53d-478b-9dc0-6ad88786c19f" providerId="ADAL" clId="{93D479E5-F67F-4B8A-A78F-A0B574A116B6}" dt="2026-04-09T12:36:42.341" v="2851" actId="26606"/>
          <ac:spMkLst>
            <pc:docMk/>
            <pc:sldMk cId="3773506301" sldId="278"/>
            <ac:spMk id="2" creationId="{153C799C-4835-C8CB-B090-70E82B558CED}"/>
          </ac:spMkLst>
        </pc:spChg>
        <pc:spChg chg="del mod">
          <ac:chgData name="Margo Bonal" userId="18c9fa0f-b53d-478b-9dc0-6ad88786c19f" providerId="ADAL" clId="{93D479E5-F67F-4B8A-A78F-A0B574A116B6}" dt="2026-04-09T12:36:59.074" v="2854" actId="478"/>
          <ac:spMkLst>
            <pc:docMk/>
            <pc:sldMk cId="3773506301" sldId="278"/>
            <ac:spMk id="3" creationId="{F8FED67F-FCC2-6EE8-21DE-770B433943CA}"/>
          </ac:spMkLst>
        </pc:spChg>
        <pc:spChg chg="add mod">
          <ac:chgData name="Margo Bonal" userId="18c9fa0f-b53d-478b-9dc0-6ad88786c19f" providerId="ADAL" clId="{93D479E5-F67F-4B8A-A78F-A0B574A116B6}" dt="2026-04-09T13:34:23.453" v="3806" actId="27636"/>
          <ac:spMkLst>
            <pc:docMk/>
            <pc:sldMk cId="3773506301" sldId="278"/>
            <ac:spMk id="4" creationId="{B7AD252D-6AEF-5D34-92C0-C2F37203AEB8}"/>
          </ac:spMkLst>
        </pc:spChg>
        <pc:spChg chg="add">
          <ac:chgData name="Margo Bonal" userId="18c9fa0f-b53d-478b-9dc0-6ad88786c19f" providerId="ADAL" clId="{93D479E5-F67F-4B8A-A78F-A0B574A116B6}" dt="2026-04-09T12:36:42.341" v="2851" actId="26606"/>
          <ac:spMkLst>
            <pc:docMk/>
            <pc:sldMk cId="3773506301" sldId="278"/>
            <ac:spMk id="12" creationId="{74751229-0244-4FBB-BED1-407467F4C951}"/>
          </ac:spMkLst>
        </pc:spChg>
        <pc:picChg chg="add">
          <ac:chgData name="Margo Bonal" userId="18c9fa0f-b53d-478b-9dc0-6ad88786c19f" providerId="ADAL" clId="{93D479E5-F67F-4B8A-A78F-A0B574A116B6}" dt="2026-04-09T12:36:42.341" v="2851" actId="26606"/>
          <ac:picMkLst>
            <pc:docMk/>
            <pc:sldMk cId="3773506301" sldId="278"/>
            <ac:picMk id="7" creationId="{69A52293-75E5-359D-7395-51D899F9087B}"/>
          </ac:picMkLst>
        </pc:picChg>
        <pc:picChg chg="add">
          <ac:chgData name="Margo Bonal" userId="18c9fa0f-b53d-478b-9dc0-6ad88786c19f" providerId="ADAL" clId="{93D479E5-F67F-4B8A-A78F-A0B574A116B6}" dt="2026-04-09T12:36:42.341" v="2851" actId="26606"/>
          <ac:picMkLst>
            <pc:docMk/>
            <pc:sldMk cId="3773506301" sldId="278"/>
            <ac:picMk id="9" creationId="{F1648FD1-EAB6-4C51-B9EC-A31CFF67AC7F}"/>
          </ac:picMkLst>
        </pc:picChg>
      </pc:sldChg>
      <pc:sldChg chg="addSp delSp modSp new mod setBg">
        <pc:chgData name="Margo Bonal" userId="18c9fa0f-b53d-478b-9dc0-6ad88786c19f" providerId="ADAL" clId="{93D479E5-F67F-4B8A-A78F-A0B574A116B6}" dt="2026-04-09T13:07:04.833" v="3109" actId="1076"/>
        <pc:sldMkLst>
          <pc:docMk/>
          <pc:sldMk cId="532806018" sldId="279"/>
        </pc:sldMkLst>
        <pc:spChg chg="mod">
          <ac:chgData name="Margo Bonal" userId="18c9fa0f-b53d-478b-9dc0-6ad88786c19f" providerId="ADAL" clId="{93D479E5-F67F-4B8A-A78F-A0B574A116B6}" dt="2026-04-09T13:07:04.833" v="3109" actId="1076"/>
          <ac:spMkLst>
            <pc:docMk/>
            <pc:sldMk cId="532806018" sldId="279"/>
            <ac:spMk id="2" creationId="{255BA779-BC14-3414-2543-22E141EF061A}"/>
          </ac:spMkLst>
        </pc:spChg>
        <pc:spChg chg="add del">
          <ac:chgData name="Margo Bonal" userId="18c9fa0f-b53d-478b-9dc0-6ad88786c19f" providerId="ADAL" clId="{93D479E5-F67F-4B8A-A78F-A0B574A116B6}" dt="2026-04-09T13:06:45.235" v="3104" actId="26606"/>
          <ac:spMkLst>
            <pc:docMk/>
            <pc:sldMk cId="532806018" sldId="279"/>
            <ac:spMk id="3" creationId="{30B4AFC1-9291-98EA-4DE8-15546E190472}"/>
          </ac:spMkLst>
        </pc:spChg>
        <pc:spChg chg="add del">
          <ac:chgData name="Margo Bonal" userId="18c9fa0f-b53d-478b-9dc0-6ad88786c19f" providerId="ADAL" clId="{93D479E5-F67F-4B8A-A78F-A0B574A116B6}" dt="2026-04-09T13:06:18.433" v="3097" actId="26606"/>
          <ac:spMkLst>
            <pc:docMk/>
            <pc:sldMk cId="532806018" sldId="279"/>
            <ac:spMk id="8" creationId="{C2554CA6-288E-4202-BC52-2E5A8F0C0AED}"/>
          </ac:spMkLst>
        </pc:spChg>
        <pc:spChg chg="add del">
          <ac:chgData name="Margo Bonal" userId="18c9fa0f-b53d-478b-9dc0-6ad88786c19f" providerId="ADAL" clId="{93D479E5-F67F-4B8A-A78F-A0B574A116B6}" dt="2026-04-09T13:06:13.669" v="3095" actId="26606"/>
          <ac:spMkLst>
            <pc:docMk/>
            <pc:sldMk cId="532806018" sldId="279"/>
            <ac:spMk id="10" creationId="{A3363022-C969-41E9-8EB2-E4C94908C1FA}"/>
          </ac:spMkLst>
        </pc:spChg>
        <pc:spChg chg="add del">
          <ac:chgData name="Margo Bonal" userId="18c9fa0f-b53d-478b-9dc0-6ad88786c19f" providerId="ADAL" clId="{93D479E5-F67F-4B8A-A78F-A0B574A116B6}" dt="2026-04-09T13:06:13.669" v="3095" actId="26606"/>
          <ac:spMkLst>
            <pc:docMk/>
            <pc:sldMk cId="532806018" sldId="279"/>
            <ac:spMk id="12" creationId="{8D1AD6B3-BE88-4CEB-BA17-790657CC4729}"/>
          </ac:spMkLst>
        </pc:spChg>
        <pc:spChg chg="add del">
          <ac:chgData name="Margo Bonal" userId="18c9fa0f-b53d-478b-9dc0-6ad88786c19f" providerId="ADAL" clId="{93D479E5-F67F-4B8A-A78F-A0B574A116B6}" dt="2026-04-09T13:06:45.208" v="3103" actId="26606"/>
          <ac:spMkLst>
            <pc:docMk/>
            <pc:sldMk cId="532806018" sldId="279"/>
            <ac:spMk id="16" creationId="{EA804283-B929-4503-802F-4585376E2B42}"/>
          </ac:spMkLst>
        </pc:spChg>
        <pc:spChg chg="add del">
          <ac:chgData name="Margo Bonal" userId="18c9fa0f-b53d-478b-9dc0-6ad88786c19f" providerId="ADAL" clId="{93D479E5-F67F-4B8A-A78F-A0B574A116B6}" dt="2026-04-09T13:06:45.208" v="3103" actId="26606"/>
          <ac:spMkLst>
            <pc:docMk/>
            <pc:sldMk cId="532806018" sldId="279"/>
            <ac:spMk id="18" creationId="{AD3811F5-514E-49A4-B382-673ED228A4CC}"/>
          </ac:spMkLst>
        </pc:spChg>
        <pc:spChg chg="add del">
          <ac:chgData name="Margo Bonal" userId="18c9fa0f-b53d-478b-9dc0-6ad88786c19f" providerId="ADAL" clId="{93D479E5-F67F-4B8A-A78F-A0B574A116B6}" dt="2026-04-09T13:06:18.433" v="3097" actId="26606"/>
          <ac:spMkLst>
            <pc:docMk/>
            <pc:sldMk cId="532806018" sldId="279"/>
            <ac:spMk id="19" creationId="{B10BB131-AC8E-4A8E-A5D1-36260F720C3B}"/>
          </ac:spMkLst>
        </pc:spChg>
        <pc:spChg chg="add del">
          <ac:chgData name="Margo Bonal" userId="18c9fa0f-b53d-478b-9dc0-6ad88786c19f" providerId="ADAL" clId="{93D479E5-F67F-4B8A-A78F-A0B574A116B6}" dt="2026-04-09T13:06:18.433" v="3097" actId="26606"/>
          <ac:spMkLst>
            <pc:docMk/>
            <pc:sldMk cId="532806018" sldId="279"/>
            <ac:spMk id="20" creationId="{5B7778FC-632E-4DCA-A7CB-0D7731CCF970}"/>
          </ac:spMkLst>
        </pc:spChg>
        <pc:spChg chg="add del">
          <ac:chgData name="Margo Bonal" userId="18c9fa0f-b53d-478b-9dc0-6ad88786c19f" providerId="ADAL" clId="{93D479E5-F67F-4B8A-A78F-A0B574A116B6}" dt="2026-04-09T13:06:18.433" v="3097" actId="26606"/>
          <ac:spMkLst>
            <pc:docMk/>
            <pc:sldMk cId="532806018" sldId="279"/>
            <ac:spMk id="21" creationId="{FA23A907-97FB-4A8F-880A-DD77401C4296}"/>
          </ac:spMkLst>
        </pc:spChg>
        <pc:spChg chg="add del">
          <ac:chgData name="Margo Bonal" userId="18c9fa0f-b53d-478b-9dc0-6ad88786c19f" providerId="ADAL" clId="{93D479E5-F67F-4B8A-A78F-A0B574A116B6}" dt="2026-04-09T13:06:18.433" v="3097" actId="26606"/>
          <ac:spMkLst>
            <pc:docMk/>
            <pc:sldMk cId="532806018" sldId="279"/>
            <ac:spMk id="22" creationId="{30B4AFC1-9291-98EA-4DE8-15546E190472}"/>
          </ac:spMkLst>
        </pc:spChg>
        <pc:spChg chg="add del">
          <ac:chgData name="Margo Bonal" userId="18c9fa0f-b53d-478b-9dc0-6ad88786c19f" providerId="ADAL" clId="{93D479E5-F67F-4B8A-A78F-A0B574A116B6}" dt="2026-04-09T13:06:22.191" v="3099" actId="26606"/>
          <ac:spMkLst>
            <pc:docMk/>
            <pc:sldMk cId="532806018" sldId="279"/>
            <ac:spMk id="24" creationId="{A3363022-C969-41E9-8EB2-E4C94908C1FA}"/>
          </ac:spMkLst>
        </pc:spChg>
        <pc:spChg chg="add del">
          <ac:chgData name="Margo Bonal" userId="18c9fa0f-b53d-478b-9dc0-6ad88786c19f" providerId="ADAL" clId="{93D479E5-F67F-4B8A-A78F-A0B574A116B6}" dt="2026-04-09T13:06:22.191" v="3099" actId="26606"/>
          <ac:spMkLst>
            <pc:docMk/>
            <pc:sldMk cId="532806018" sldId="279"/>
            <ac:spMk id="25" creationId="{8D1AD6B3-BE88-4CEB-BA17-790657CC4729}"/>
          </ac:spMkLst>
        </pc:spChg>
        <pc:spChg chg="add del">
          <ac:chgData name="Margo Bonal" userId="18c9fa0f-b53d-478b-9dc0-6ad88786c19f" providerId="ADAL" clId="{93D479E5-F67F-4B8A-A78F-A0B574A116B6}" dt="2026-04-09T13:06:36.319" v="3101" actId="26606"/>
          <ac:spMkLst>
            <pc:docMk/>
            <pc:sldMk cId="532806018" sldId="279"/>
            <ac:spMk id="29" creationId="{74751229-0244-4FBB-BED1-407467F4C951}"/>
          </ac:spMkLst>
        </pc:spChg>
        <pc:spChg chg="add del">
          <ac:chgData name="Margo Bonal" userId="18c9fa0f-b53d-478b-9dc0-6ad88786c19f" providerId="ADAL" clId="{93D479E5-F67F-4B8A-A78F-A0B574A116B6}" dt="2026-04-09T13:06:45.208" v="3103" actId="26606"/>
          <ac:spMkLst>
            <pc:docMk/>
            <pc:sldMk cId="532806018" sldId="279"/>
            <ac:spMk id="32" creationId="{59EF30C2-29AC-4A0D-BC0A-A679CF113EDD}"/>
          </ac:spMkLst>
        </pc:spChg>
        <pc:spChg chg="add del">
          <ac:chgData name="Margo Bonal" userId="18c9fa0f-b53d-478b-9dc0-6ad88786c19f" providerId="ADAL" clId="{93D479E5-F67F-4B8A-A78F-A0B574A116B6}" dt="2026-04-09T13:06:45.208" v="3103" actId="26606"/>
          <ac:spMkLst>
            <pc:docMk/>
            <pc:sldMk cId="532806018" sldId="279"/>
            <ac:spMk id="33" creationId="{9C682A1A-5B2D-4111-BBD6-620165633E5B}"/>
          </ac:spMkLst>
        </pc:spChg>
        <pc:spChg chg="add del">
          <ac:chgData name="Margo Bonal" userId="18c9fa0f-b53d-478b-9dc0-6ad88786c19f" providerId="ADAL" clId="{93D479E5-F67F-4B8A-A78F-A0B574A116B6}" dt="2026-04-09T13:06:45.208" v="3103" actId="26606"/>
          <ac:spMkLst>
            <pc:docMk/>
            <pc:sldMk cId="532806018" sldId="279"/>
            <ac:spMk id="35" creationId="{A04F1504-431A-4D86-9091-AE7E4B33376B}"/>
          </ac:spMkLst>
        </pc:spChg>
        <pc:spChg chg="add del">
          <ac:chgData name="Margo Bonal" userId="18c9fa0f-b53d-478b-9dc0-6ad88786c19f" providerId="ADAL" clId="{93D479E5-F67F-4B8A-A78F-A0B574A116B6}" dt="2026-04-09T13:06:45.208" v="3103" actId="26606"/>
          <ac:spMkLst>
            <pc:docMk/>
            <pc:sldMk cId="532806018" sldId="279"/>
            <ac:spMk id="36" creationId="{067AD921-1CEE-4C1B-9AA3-C66D908DDD14}"/>
          </ac:spMkLst>
        </pc:spChg>
        <pc:spChg chg="add del">
          <ac:chgData name="Margo Bonal" userId="18c9fa0f-b53d-478b-9dc0-6ad88786c19f" providerId="ADAL" clId="{93D479E5-F67F-4B8A-A78F-A0B574A116B6}" dt="2026-04-09T13:06:45.208" v="3103" actId="26606"/>
          <ac:spMkLst>
            <pc:docMk/>
            <pc:sldMk cId="532806018" sldId="279"/>
            <ac:spMk id="37" creationId="{C36A08F5-3B56-47C5-A371-9187BE56E1E5}"/>
          </ac:spMkLst>
        </pc:spChg>
        <pc:spChg chg="add">
          <ac:chgData name="Margo Bonal" userId="18c9fa0f-b53d-478b-9dc0-6ad88786c19f" providerId="ADAL" clId="{93D479E5-F67F-4B8A-A78F-A0B574A116B6}" dt="2026-04-09T13:06:45.235" v="3104" actId="26606"/>
          <ac:spMkLst>
            <pc:docMk/>
            <pc:sldMk cId="532806018" sldId="279"/>
            <ac:spMk id="39" creationId="{1A3C89F8-0D2F-47FF-B903-151248265F47}"/>
          </ac:spMkLst>
        </pc:spChg>
        <pc:spChg chg="add">
          <ac:chgData name="Margo Bonal" userId="18c9fa0f-b53d-478b-9dc0-6ad88786c19f" providerId="ADAL" clId="{93D479E5-F67F-4B8A-A78F-A0B574A116B6}" dt="2026-04-09T13:06:45.235" v="3104" actId="26606"/>
          <ac:spMkLst>
            <pc:docMk/>
            <pc:sldMk cId="532806018" sldId="279"/>
            <ac:spMk id="40" creationId="{C5CB530E-515E-412C-9DF1-5F8FFBD6F383}"/>
          </ac:spMkLst>
        </pc:spChg>
        <pc:spChg chg="add">
          <ac:chgData name="Margo Bonal" userId="18c9fa0f-b53d-478b-9dc0-6ad88786c19f" providerId="ADAL" clId="{93D479E5-F67F-4B8A-A78F-A0B574A116B6}" dt="2026-04-09T13:06:45.235" v="3104" actId="26606"/>
          <ac:spMkLst>
            <pc:docMk/>
            <pc:sldMk cId="532806018" sldId="279"/>
            <ac:spMk id="41" creationId="{712D4376-A578-4FF1-94FC-245E7A6A489F}"/>
          </ac:spMkLst>
        </pc:spChg>
        <pc:spChg chg="add">
          <ac:chgData name="Margo Bonal" userId="18c9fa0f-b53d-478b-9dc0-6ad88786c19f" providerId="ADAL" clId="{93D479E5-F67F-4B8A-A78F-A0B574A116B6}" dt="2026-04-09T13:06:45.235" v="3104" actId="26606"/>
          <ac:spMkLst>
            <pc:docMk/>
            <pc:sldMk cId="532806018" sldId="279"/>
            <ac:spMk id="42" creationId="{AEA7509D-F04F-40CB-A0B3-EEF16499CC9F}"/>
          </ac:spMkLst>
        </pc:spChg>
        <pc:spChg chg="add">
          <ac:chgData name="Margo Bonal" userId="18c9fa0f-b53d-478b-9dc0-6ad88786c19f" providerId="ADAL" clId="{93D479E5-F67F-4B8A-A78F-A0B574A116B6}" dt="2026-04-09T13:06:45.235" v="3104" actId="26606"/>
          <ac:spMkLst>
            <pc:docMk/>
            <pc:sldMk cId="532806018" sldId="279"/>
            <ac:spMk id="44" creationId="{508BEF50-7B1E-49A4-BC19-5F4F1D755E64}"/>
          </ac:spMkLst>
        </pc:spChg>
        <pc:spChg chg="add">
          <ac:chgData name="Margo Bonal" userId="18c9fa0f-b53d-478b-9dc0-6ad88786c19f" providerId="ADAL" clId="{93D479E5-F67F-4B8A-A78F-A0B574A116B6}" dt="2026-04-09T13:06:45.235" v="3104" actId="26606"/>
          <ac:spMkLst>
            <pc:docMk/>
            <pc:sldMk cId="532806018" sldId="279"/>
            <ac:spMk id="45" creationId="{3FBAD350-5664-4811-A208-657FB882D350}"/>
          </ac:spMkLst>
        </pc:spChg>
        <pc:spChg chg="add">
          <ac:chgData name="Margo Bonal" userId="18c9fa0f-b53d-478b-9dc0-6ad88786c19f" providerId="ADAL" clId="{93D479E5-F67F-4B8A-A78F-A0B574A116B6}" dt="2026-04-09T13:06:45.235" v="3104" actId="26606"/>
          <ac:spMkLst>
            <pc:docMk/>
            <pc:sldMk cId="532806018" sldId="279"/>
            <ac:spMk id="46" creationId="{C39ADB8F-D187-49D7-BDCF-C1B6DC727068}"/>
          </ac:spMkLst>
        </pc:spChg>
        <pc:grpChg chg="add del">
          <ac:chgData name="Margo Bonal" userId="18c9fa0f-b53d-478b-9dc0-6ad88786c19f" providerId="ADAL" clId="{93D479E5-F67F-4B8A-A78F-A0B574A116B6}" dt="2026-04-09T13:06:13.669" v="3095" actId="26606"/>
          <ac:grpSpMkLst>
            <pc:docMk/>
            <pc:sldMk cId="532806018" sldId="279"/>
            <ac:grpSpMk id="14" creationId="{89D1390B-7E13-4B4F-9CB2-391063412E54}"/>
          </ac:grpSpMkLst>
        </pc:grpChg>
        <pc:grpChg chg="add del">
          <ac:chgData name="Margo Bonal" userId="18c9fa0f-b53d-478b-9dc0-6ad88786c19f" providerId="ADAL" clId="{93D479E5-F67F-4B8A-A78F-A0B574A116B6}" dt="2026-04-09T13:06:22.191" v="3099" actId="26606"/>
          <ac:grpSpMkLst>
            <pc:docMk/>
            <pc:sldMk cId="532806018" sldId="279"/>
            <ac:grpSpMk id="27" creationId="{89D1390B-7E13-4B4F-9CB2-391063412E54}"/>
          </ac:grpSpMkLst>
        </pc:grpChg>
        <pc:picChg chg="add del">
          <ac:chgData name="Margo Bonal" userId="18c9fa0f-b53d-478b-9dc0-6ad88786c19f" providerId="ADAL" clId="{93D479E5-F67F-4B8A-A78F-A0B574A116B6}" dt="2026-04-09T13:06:13.669" v="3095" actId="26606"/>
          <ac:picMkLst>
            <pc:docMk/>
            <pc:sldMk cId="532806018" sldId="279"/>
            <ac:picMk id="7" creationId="{0C4A7D0B-1A59-4872-6B6E-30145F4D71E6}"/>
          </ac:picMkLst>
        </pc:picChg>
        <pc:picChg chg="add del">
          <ac:chgData name="Margo Bonal" userId="18c9fa0f-b53d-478b-9dc0-6ad88786c19f" providerId="ADAL" clId="{93D479E5-F67F-4B8A-A78F-A0B574A116B6}" dt="2026-04-09T13:06:36.319" v="3101" actId="26606"/>
          <ac:picMkLst>
            <pc:docMk/>
            <pc:sldMk cId="532806018" sldId="279"/>
            <ac:picMk id="9" creationId="{CD697151-E863-4AAC-BD2A-9DBA95DA5C40}"/>
          </ac:picMkLst>
        </pc:picChg>
        <pc:picChg chg="add del">
          <ac:chgData name="Margo Bonal" userId="18c9fa0f-b53d-478b-9dc0-6ad88786c19f" providerId="ADAL" clId="{93D479E5-F67F-4B8A-A78F-A0B574A116B6}" dt="2026-04-09T13:06:22.191" v="3099" actId="26606"/>
          <ac:picMkLst>
            <pc:docMk/>
            <pc:sldMk cId="532806018" sldId="279"/>
            <ac:picMk id="26" creationId="{0C4A7D0B-1A59-4872-6B6E-30145F4D71E6}"/>
          </ac:picMkLst>
        </pc:picChg>
        <pc:picChg chg="add del">
          <ac:chgData name="Margo Bonal" userId="18c9fa0f-b53d-478b-9dc0-6ad88786c19f" providerId="ADAL" clId="{93D479E5-F67F-4B8A-A78F-A0B574A116B6}" dt="2026-04-09T13:06:36.319" v="3101" actId="26606"/>
          <ac:picMkLst>
            <pc:docMk/>
            <pc:sldMk cId="532806018" sldId="279"/>
            <ac:picMk id="30" creationId="{C8B71412-8AFB-1168-32B0-73F1BE1953FA}"/>
          </ac:picMkLst>
        </pc:picChg>
        <pc:cxnChg chg="add del">
          <ac:chgData name="Margo Bonal" userId="18c9fa0f-b53d-478b-9dc0-6ad88786c19f" providerId="ADAL" clId="{93D479E5-F67F-4B8A-A78F-A0B574A116B6}" dt="2026-04-09T13:06:45.208" v="3103" actId="26606"/>
          <ac:cxnSpMkLst>
            <pc:docMk/>
            <pc:sldMk cId="532806018" sldId="279"/>
            <ac:cxnSpMk id="34" creationId="{266A0658-1CC4-4B0D-AAB7-A702286AFB03}"/>
          </ac:cxnSpMkLst>
        </pc:cxnChg>
        <pc:cxnChg chg="add">
          <ac:chgData name="Margo Bonal" userId="18c9fa0f-b53d-478b-9dc0-6ad88786c19f" providerId="ADAL" clId="{93D479E5-F67F-4B8A-A78F-A0B574A116B6}" dt="2026-04-09T13:06:45.235" v="3104" actId="26606"/>
          <ac:cxnSpMkLst>
            <pc:docMk/>
            <pc:sldMk cId="532806018" sldId="279"/>
            <ac:cxnSpMk id="43" creationId="{56020367-4FD5-4596-8E10-C5F095CD8DBF}"/>
          </ac:cxnSpMkLst>
        </pc:cxnChg>
      </pc:sldChg>
      <pc:sldChg chg="addSp delSp modSp new mod setBg">
        <pc:chgData name="Margo Bonal" userId="18c9fa0f-b53d-478b-9dc0-6ad88786c19f" providerId="ADAL" clId="{93D479E5-F67F-4B8A-A78F-A0B574A116B6}" dt="2026-04-09T13:18:19.303" v="3267" actId="478"/>
        <pc:sldMkLst>
          <pc:docMk/>
          <pc:sldMk cId="2474028920" sldId="280"/>
        </pc:sldMkLst>
        <pc:spChg chg="mod">
          <ac:chgData name="Margo Bonal" userId="18c9fa0f-b53d-478b-9dc0-6ad88786c19f" providerId="ADAL" clId="{93D479E5-F67F-4B8A-A78F-A0B574A116B6}" dt="2026-04-09T13:18:12.670" v="3266" actId="26606"/>
          <ac:spMkLst>
            <pc:docMk/>
            <pc:sldMk cId="2474028920" sldId="280"/>
            <ac:spMk id="2" creationId="{B666C79B-15BD-0F1D-9881-740DA4CFFAB2}"/>
          </ac:spMkLst>
        </pc:spChg>
        <pc:spChg chg="del mod">
          <ac:chgData name="Margo Bonal" userId="18c9fa0f-b53d-478b-9dc0-6ad88786c19f" providerId="ADAL" clId="{93D479E5-F67F-4B8A-A78F-A0B574A116B6}" dt="2026-04-09T13:18:19.303" v="3267" actId="478"/>
          <ac:spMkLst>
            <pc:docMk/>
            <pc:sldMk cId="2474028920" sldId="280"/>
            <ac:spMk id="3" creationId="{08CB39A4-F3C4-3C83-E665-9F0433D826CA}"/>
          </ac:spMkLst>
        </pc:spChg>
        <pc:spChg chg="add del">
          <ac:chgData name="Margo Bonal" userId="18c9fa0f-b53d-478b-9dc0-6ad88786c19f" providerId="ADAL" clId="{93D479E5-F67F-4B8A-A78F-A0B574A116B6}" dt="2026-04-09T13:18:12.670" v="3266" actId="26606"/>
          <ac:spMkLst>
            <pc:docMk/>
            <pc:sldMk cId="2474028920" sldId="280"/>
            <ac:spMk id="12" creationId="{0855A890-B60B-4670-9DC2-69DC05015AB3}"/>
          </ac:spMkLst>
        </pc:spChg>
        <pc:spChg chg="add del">
          <ac:chgData name="Margo Bonal" userId="18c9fa0f-b53d-478b-9dc0-6ad88786c19f" providerId="ADAL" clId="{93D479E5-F67F-4B8A-A78F-A0B574A116B6}" dt="2026-04-09T13:18:12.670" v="3266" actId="26606"/>
          <ac:spMkLst>
            <pc:docMk/>
            <pc:sldMk cId="2474028920" sldId="280"/>
            <ac:spMk id="14" creationId="{90F533E9-6690-41A8-A372-4C6C622D028D}"/>
          </ac:spMkLst>
        </pc:spChg>
        <pc:spChg chg="add del">
          <ac:chgData name="Margo Bonal" userId="18c9fa0f-b53d-478b-9dc0-6ad88786c19f" providerId="ADAL" clId="{93D479E5-F67F-4B8A-A78F-A0B574A116B6}" dt="2026-04-09T13:18:12.670" v="3266" actId="26606"/>
          <ac:spMkLst>
            <pc:docMk/>
            <pc:sldMk cId="2474028920" sldId="280"/>
            <ac:spMk id="16" creationId="{99413ED5-9ED4-4772-BCE4-2BCAE6B12E35}"/>
          </ac:spMkLst>
        </pc:spChg>
        <pc:spChg chg="add del">
          <ac:chgData name="Margo Bonal" userId="18c9fa0f-b53d-478b-9dc0-6ad88786c19f" providerId="ADAL" clId="{93D479E5-F67F-4B8A-A78F-A0B574A116B6}" dt="2026-04-09T13:18:12.670" v="3266" actId="26606"/>
          <ac:spMkLst>
            <pc:docMk/>
            <pc:sldMk cId="2474028920" sldId="280"/>
            <ac:spMk id="18" creationId="{04357C93-F0CB-4A1C-8F77-4E9063789819}"/>
          </ac:spMkLst>
        </pc:spChg>
        <pc:spChg chg="add del">
          <ac:chgData name="Margo Bonal" userId="18c9fa0f-b53d-478b-9dc0-6ad88786c19f" providerId="ADAL" clId="{93D479E5-F67F-4B8A-A78F-A0B574A116B6}" dt="2026-04-09T13:18:00.843" v="3261" actId="26606"/>
          <ac:spMkLst>
            <pc:docMk/>
            <pc:sldMk cId="2474028920" sldId="280"/>
            <ac:spMk id="23" creationId="{18ED5DE8-CA8B-4332-9D76-60AD9B81830E}"/>
          </ac:spMkLst>
        </pc:spChg>
        <pc:spChg chg="add del">
          <ac:chgData name="Margo Bonal" userId="18c9fa0f-b53d-478b-9dc0-6ad88786c19f" providerId="ADAL" clId="{93D479E5-F67F-4B8A-A78F-A0B574A116B6}" dt="2026-04-09T13:18:12.647" v="3265" actId="26606"/>
          <ac:spMkLst>
            <pc:docMk/>
            <pc:sldMk cId="2474028920" sldId="280"/>
            <ac:spMk id="27" creationId="{99413ED5-9ED4-4772-BCE4-2BCAE6B12E35}"/>
          </ac:spMkLst>
        </pc:spChg>
        <pc:spChg chg="add del">
          <ac:chgData name="Margo Bonal" userId="18c9fa0f-b53d-478b-9dc0-6ad88786c19f" providerId="ADAL" clId="{93D479E5-F67F-4B8A-A78F-A0B574A116B6}" dt="2026-04-09T13:18:00.843" v="3261" actId="26606"/>
          <ac:spMkLst>
            <pc:docMk/>
            <pc:sldMk cId="2474028920" sldId="280"/>
            <ac:spMk id="29" creationId="{04357C93-F0CB-4A1C-8F77-4E9063789819}"/>
          </ac:spMkLst>
        </pc:spChg>
        <pc:spChg chg="add del">
          <ac:chgData name="Margo Bonal" userId="18c9fa0f-b53d-478b-9dc0-6ad88786c19f" providerId="ADAL" clId="{93D479E5-F67F-4B8A-A78F-A0B574A116B6}" dt="2026-04-09T13:18:03.410" v="3263" actId="26606"/>
          <ac:spMkLst>
            <pc:docMk/>
            <pc:sldMk cId="2474028920" sldId="280"/>
            <ac:spMk id="31" creationId="{6C9ECD1F-1B32-4E48-9736-A1BC9A3237E0}"/>
          </ac:spMkLst>
        </pc:spChg>
        <pc:spChg chg="add del">
          <ac:chgData name="Margo Bonal" userId="18c9fa0f-b53d-478b-9dc0-6ad88786c19f" providerId="ADAL" clId="{93D479E5-F67F-4B8A-A78F-A0B574A116B6}" dt="2026-04-09T13:18:03.410" v="3263" actId="26606"/>
          <ac:spMkLst>
            <pc:docMk/>
            <pc:sldMk cId="2474028920" sldId="280"/>
            <ac:spMk id="32" creationId="{90F533E9-6690-41A8-A372-4C6C622D028D}"/>
          </ac:spMkLst>
        </pc:spChg>
        <pc:spChg chg="add del">
          <ac:chgData name="Margo Bonal" userId="18c9fa0f-b53d-478b-9dc0-6ad88786c19f" providerId="ADAL" clId="{93D479E5-F67F-4B8A-A78F-A0B574A116B6}" dt="2026-04-09T13:18:03.410" v="3263" actId="26606"/>
          <ac:spMkLst>
            <pc:docMk/>
            <pc:sldMk cId="2474028920" sldId="280"/>
            <ac:spMk id="33" creationId="{99413ED5-9ED4-4772-BCE4-2BCAE6B12E35}"/>
          </ac:spMkLst>
        </pc:spChg>
        <pc:spChg chg="add del">
          <ac:chgData name="Margo Bonal" userId="18c9fa0f-b53d-478b-9dc0-6ad88786c19f" providerId="ADAL" clId="{93D479E5-F67F-4B8A-A78F-A0B574A116B6}" dt="2026-04-09T13:18:03.410" v="3263" actId="26606"/>
          <ac:spMkLst>
            <pc:docMk/>
            <pc:sldMk cId="2474028920" sldId="280"/>
            <ac:spMk id="34" creationId="{04357C93-F0CB-4A1C-8F77-4E9063789819}"/>
          </ac:spMkLst>
        </pc:spChg>
        <pc:spChg chg="add del">
          <ac:chgData name="Margo Bonal" userId="18c9fa0f-b53d-478b-9dc0-6ad88786c19f" providerId="ADAL" clId="{93D479E5-F67F-4B8A-A78F-A0B574A116B6}" dt="2026-04-09T13:18:12.647" v="3265" actId="26606"/>
          <ac:spMkLst>
            <pc:docMk/>
            <pc:sldMk cId="2474028920" sldId="280"/>
            <ac:spMk id="36" creationId="{0855A890-B60B-4670-9DC2-69DC05015AB3}"/>
          </ac:spMkLst>
        </pc:spChg>
        <pc:spChg chg="add del">
          <ac:chgData name="Margo Bonal" userId="18c9fa0f-b53d-478b-9dc0-6ad88786c19f" providerId="ADAL" clId="{93D479E5-F67F-4B8A-A78F-A0B574A116B6}" dt="2026-04-09T13:18:12.647" v="3265" actId="26606"/>
          <ac:spMkLst>
            <pc:docMk/>
            <pc:sldMk cId="2474028920" sldId="280"/>
            <ac:spMk id="37" creationId="{90F533E9-6690-41A8-A372-4C6C622D028D}"/>
          </ac:spMkLst>
        </pc:spChg>
        <pc:spChg chg="add del">
          <ac:chgData name="Margo Bonal" userId="18c9fa0f-b53d-478b-9dc0-6ad88786c19f" providerId="ADAL" clId="{93D479E5-F67F-4B8A-A78F-A0B574A116B6}" dt="2026-04-09T13:18:12.647" v="3265" actId="26606"/>
          <ac:spMkLst>
            <pc:docMk/>
            <pc:sldMk cId="2474028920" sldId="280"/>
            <ac:spMk id="38" creationId="{04357C93-F0CB-4A1C-8F77-4E9063789819}"/>
          </ac:spMkLst>
        </pc:spChg>
        <pc:spChg chg="add">
          <ac:chgData name="Margo Bonal" userId="18c9fa0f-b53d-478b-9dc0-6ad88786c19f" providerId="ADAL" clId="{93D479E5-F67F-4B8A-A78F-A0B574A116B6}" dt="2026-04-09T13:18:12.670" v="3266" actId="26606"/>
          <ac:spMkLst>
            <pc:docMk/>
            <pc:sldMk cId="2474028920" sldId="280"/>
            <ac:spMk id="41" creationId="{4E130362-2F35-4AB7-9EA5-DBC0F771A58D}"/>
          </ac:spMkLst>
        </pc:spChg>
        <pc:spChg chg="add">
          <ac:chgData name="Margo Bonal" userId="18c9fa0f-b53d-478b-9dc0-6ad88786c19f" providerId="ADAL" clId="{93D479E5-F67F-4B8A-A78F-A0B574A116B6}" dt="2026-04-09T13:18:12.670" v="3266" actId="26606"/>
          <ac:spMkLst>
            <pc:docMk/>
            <pc:sldMk cId="2474028920" sldId="280"/>
            <ac:spMk id="42" creationId="{56BE988C-7A5B-41EC-A46C-AEA93D8D32FD}"/>
          </ac:spMkLst>
        </pc:spChg>
        <pc:spChg chg="add">
          <ac:chgData name="Margo Bonal" userId="18c9fa0f-b53d-478b-9dc0-6ad88786c19f" providerId="ADAL" clId="{93D479E5-F67F-4B8A-A78F-A0B574A116B6}" dt="2026-04-09T13:18:12.670" v="3266" actId="26606"/>
          <ac:spMkLst>
            <pc:docMk/>
            <pc:sldMk cId="2474028920" sldId="280"/>
            <ac:spMk id="43" creationId="{E3CB1EC0-40A9-4D5E-B7E2-6E3423CE28B2}"/>
          </ac:spMkLst>
        </pc:spChg>
        <pc:spChg chg="add">
          <ac:chgData name="Margo Bonal" userId="18c9fa0f-b53d-478b-9dc0-6ad88786c19f" providerId="ADAL" clId="{93D479E5-F67F-4B8A-A78F-A0B574A116B6}" dt="2026-04-09T13:18:12.670" v="3266" actId="26606"/>
          <ac:spMkLst>
            <pc:docMk/>
            <pc:sldMk cId="2474028920" sldId="280"/>
            <ac:spMk id="44" creationId="{DCBE52EF-2889-423F-947C-0E44A760D696}"/>
          </ac:spMkLst>
        </pc:spChg>
        <pc:picChg chg="add mod ord">
          <ac:chgData name="Margo Bonal" userId="18c9fa0f-b53d-478b-9dc0-6ad88786c19f" providerId="ADAL" clId="{93D479E5-F67F-4B8A-A78F-A0B574A116B6}" dt="2026-04-09T13:18:00.843" v="3261" actId="26606"/>
          <ac:picMkLst>
            <pc:docMk/>
            <pc:sldMk cId="2474028920" sldId="280"/>
            <ac:picMk id="4" creationId="{EDFBADEB-616D-34B9-5432-DC7881488B99}"/>
          </ac:picMkLst>
        </pc:picChg>
        <pc:picChg chg="add mod">
          <ac:chgData name="Margo Bonal" userId="18c9fa0f-b53d-478b-9dc0-6ad88786c19f" providerId="ADAL" clId="{93D479E5-F67F-4B8A-A78F-A0B574A116B6}" dt="2026-04-09T13:17:22.110" v="3258" actId="26606"/>
          <ac:picMkLst>
            <pc:docMk/>
            <pc:sldMk cId="2474028920" sldId="280"/>
            <ac:picMk id="5" creationId="{6FFB3FA8-3C5A-C5BD-77A6-08D932D39EC5}"/>
          </ac:picMkLst>
        </pc:picChg>
        <pc:picChg chg="add mod">
          <ac:chgData name="Margo Bonal" userId="18c9fa0f-b53d-478b-9dc0-6ad88786c19f" providerId="ADAL" clId="{93D479E5-F67F-4B8A-A78F-A0B574A116B6}" dt="2026-04-09T13:18:00.843" v="3261" actId="26606"/>
          <ac:picMkLst>
            <pc:docMk/>
            <pc:sldMk cId="2474028920" sldId="280"/>
            <ac:picMk id="6" creationId="{B8F60341-51FB-4BA3-3CDA-6A5D89CF768D}"/>
          </ac:picMkLst>
        </pc:picChg>
        <pc:picChg chg="add mod ord">
          <ac:chgData name="Margo Bonal" userId="18c9fa0f-b53d-478b-9dc0-6ad88786c19f" providerId="ADAL" clId="{93D479E5-F67F-4B8A-A78F-A0B574A116B6}" dt="2026-04-09T13:17:22.110" v="3258" actId="26606"/>
          <ac:picMkLst>
            <pc:docMk/>
            <pc:sldMk cId="2474028920" sldId="280"/>
            <ac:picMk id="7" creationId="{9E248987-0EF8-5FE1-35CE-14FB215C9B88}"/>
          </ac:picMkLst>
        </pc:picChg>
      </pc:sldChg>
      <pc:sldChg chg="addSp delSp modSp new mod setBg">
        <pc:chgData name="Margo Bonal" userId="18c9fa0f-b53d-478b-9dc0-6ad88786c19f" providerId="ADAL" clId="{93D479E5-F67F-4B8A-A78F-A0B574A116B6}" dt="2026-04-09T13:29:27.355" v="3697" actId="20577"/>
        <pc:sldMkLst>
          <pc:docMk/>
          <pc:sldMk cId="2582527457" sldId="281"/>
        </pc:sldMkLst>
        <pc:spChg chg="mod">
          <ac:chgData name="Margo Bonal" userId="18c9fa0f-b53d-478b-9dc0-6ad88786c19f" providerId="ADAL" clId="{93D479E5-F67F-4B8A-A78F-A0B574A116B6}" dt="2026-04-09T13:28:58.515" v="3689" actId="1076"/>
          <ac:spMkLst>
            <pc:docMk/>
            <pc:sldMk cId="2582527457" sldId="281"/>
            <ac:spMk id="2" creationId="{E518CE02-C586-54B8-3A67-74E2C0971911}"/>
          </ac:spMkLst>
        </pc:spChg>
        <pc:spChg chg="add del mod">
          <ac:chgData name="Margo Bonal" userId="18c9fa0f-b53d-478b-9dc0-6ad88786c19f" providerId="ADAL" clId="{93D479E5-F67F-4B8A-A78F-A0B574A116B6}" dt="2026-04-09T13:29:27.355" v="3697" actId="20577"/>
          <ac:spMkLst>
            <pc:docMk/>
            <pc:sldMk cId="2582527457" sldId="281"/>
            <ac:spMk id="3" creationId="{88E87286-C813-E53C-8EAF-C70AA9478D5A}"/>
          </ac:spMkLst>
        </pc:spChg>
        <pc:spChg chg="add del">
          <ac:chgData name="Margo Bonal" userId="18c9fa0f-b53d-478b-9dc0-6ad88786c19f" providerId="ADAL" clId="{93D479E5-F67F-4B8A-A78F-A0B574A116B6}" dt="2026-04-09T13:28:39.561" v="3684" actId="26606"/>
          <ac:spMkLst>
            <pc:docMk/>
            <pc:sldMk cId="2582527457" sldId="281"/>
            <ac:spMk id="7" creationId="{5E7AA7E8-8006-4E1F-A566-FCF37EE6F35D}"/>
          </ac:spMkLst>
        </pc:spChg>
        <pc:spChg chg="add del">
          <ac:chgData name="Margo Bonal" userId="18c9fa0f-b53d-478b-9dc0-6ad88786c19f" providerId="ADAL" clId="{93D479E5-F67F-4B8A-A78F-A0B574A116B6}" dt="2026-04-09T13:27:45.678" v="3680" actId="26606"/>
          <ac:spMkLst>
            <pc:docMk/>
            <pc:sldMk cId="2582527457" sldId="281"/>
            <ac:spMk id="8" creationId="{FFD48BC7-DC40-47DE-87EE-9F4B6ECB9ABB}"/>
          </ac:spMkLst>
        </pc:spChg>
        <pc:spChg chg="add del">
          <ac:chgData name="Margo Bonal" userId="18c9fa0f-b53d-478b-9dc0-6ad88786c19f" providerId="ADAL" clId="{93D479E5-F67F-4B8A-A78F-A0B574A116B6}" dt="2026-04-09T13:27:35.277" v="3674" actId="26606"/>
          <ac:spMkLst>
            <pc:docMk/>
            <pc:sldMk cId="2582527457" sldId="281"/>
            <ac:spMk id="9" creationId="{8DE2E8FE-B87B-430D-9722-167B5E2C2577}"/>
          </ac:spMkLst>
        </pc:spChg>
        <pc:spChg chg="add del">
          <ac:chgData name="Margo Bonal" userId="18c9fa0f-b53d-478b-9dc0-6ad88786c19f" providerId="ADAL" clId="{93D479E5-F67F-4B8A-A78F-A0B574A116B6}" dt="2026-04-09T13:27:45.678" v="3680" actId="26606"/>
          <ac:spMkLst>
            <pc:docMk/>
            <pc:sldMk cId="2582527457" sldId="281"/>
            <ac:spMk id="10" creationId="{E502BBC7-2C76-46F3-BC24-5985BC13DB88}"/>
          </ac:spMkLst>
        </pc:spChg>
        <pc:spChg chg="add del">
          <ac:chgData name="Margo Bonal" userId="18c9fa0f-b53d-478b-9dc0-6ad88786c19f" providerId="ADAL" clId="{93D479E5-F67F-4B8A-A78F-A0B574A116B6}" dt="2026-04-09T13:27:35.277" v="3674" actId="26606"/>
          <ac:spMkLst>
            <pc:docMk/>
            <pc:sldMk cId="2582527457" sldId="281"/>
            <ac:spMk id="11" creationId="{5E7AA7E8-8006-4E1F-A566-FCF37EE6F35D}"/>
          </ac:spMkLst>
        </pc:spChg>
        <pc:spChg chg="add del">
          <ac:chgData name="Margo Bonal" userId="18c9fa0f-b53d-478b-9dc0-6ad88786c19f" providerId="ADAL" clId="{93D479E5-F67F-4B8A-A78F-A0B574A116B6}" dt="2026-04-09T13:27:45.678" v="3680" actId="26606"/>
          <ac:spMkLst>
            <pc:docMk/>
            <pc:sldMk cId="2582527457" sldId="281"/>
            <ac:spMk id="12" creationId="{C7F28D52-2A5F-4D23-81AE-7CB8B591C7AF}"/>
          </ac:spMkLst>
        </pc:spChg>
        <pc:spChg chg="add del">
          <ac:chgData name="Margo Bonal" userId="18c9fa0f-b53d-478b-9dc0-6ad88786c19f" providerId="ADAL" clId="{93D479E5-F67F-4B8A-A78F-A0B574A116B6}" dt="2026-04-09T13:27:45.678" v="3680" actId="26606"/>
          <ac:spMkLst>
            <pc:docMk/>
            <pc:sldMk cId="2582527457" sldId="281"/>
            <ac:spMk id="14" creationId="{3629484E-3792-4B3D-89AD-7C8A1ED0E0D4}"/>
          </ac:spMkLst>
        </pc:spChg>
        <pc:spChg chg="add del">
          <ac:chgData name="Margo Bonal" userId="18c9fa0f-b53d-478b-9dc0-6ad88786c19f" providerId="ADAL" clId="{93D479E5-F67F-4B8A-A78F-A0B574A116B6}" dt="2026-04-09T13:28:39.536" v="3683" actId="26606"/>
          <ac:spMkLst>
            <pc:docMk/>
            <pc:sldMk cId="2582527457" sldId="281"/>
            <ac:spMk id="20" creationId="{88EB6E95-9C89-4CFF-A598-F278D0DFB39E}"/>
          </ac:spMkLst>
        </pc:spChg>
        <pc:spChg chg="add del">
          <ac:chgData name="Margo Bonal" userId="18c9fa0f-b53d-478b-9dc0-6ad88786c19f" providerId="ADAL" clId="{93D479E5-F67F-4B8A-A78F-A0B574A116B6}" dt="2026-04-09T13:28:39.536" v="3683" actId="26606"/>
          <ac:spMkLst>
            <pc:docMk/>
            <pc:sldMk cId="2582527457" sldId="281"/>
            <ac:spMk id="22" creationId="{474CD0F4-EA2A-4E5D-AE73-1112C1CA2A19}"/>
          </ac:spMkLst>
        </pc:spChg>
        <pc:spChg chg="add del">
          <ac:chgData name="Margo Bonal" userId="18c9fa0f-b53d-478b-9dc0-6ad88786c19f" providerId="ADAL" clId="{93D479E5-F67F-4B8A-A78F-A0B574A116B6}" dt="2026-04-09T13:28:52.291" v="3687" actId="26606"/>
          <ac:spMkLst>
            <pc:docMk/>
            <pc:sldMk cId="2582527457" sldId="281"/>
            <ac:spMk id="29" creationId="{35BB14B4-EC3F-47C7-9AF3-B0E017B75C42}"/>
          </ac:spMkLst>
        </pc:spChg>
        <pc:spChg chg="add del">
          <ac:chgData name="Margo Bonal" userId="18c9fa0f-b53d-478b-9dc0-6ad88786c19f" providerId="ADAL" clId="{93D479E5-F67F-4B8A-A78F-A0B574A116B6}" dt="2026-04-09T13:28:52.291" v="3687" actId="26606"/>
          <ac:spMkLst>
            <pc:docMk/>
            <pc:sldMk cId="2582527457" sldId="281"/>
            <ac:spMk id="36" creationId="{8E2CC403-21CD-41DF-BAC4-329D7FF03C5C}"/>
          </ac:spMkLst>
        </pc:spChg>
        <pc:spChg chg="add del">
          <ac:chgData name="Margo Bonal" userId="18c9fa0f-b53d-478b-9dc0-6ad88786c19f" providerId="ADAL" clId="{93D479E5-F67F-4B8A-A78F-A0B574A116B6}" dt="2026-04-09T13:28:52.291" v="3687" actId="26606"/>
          <ac:spMkLst>
            <pc:docMk/>
            <pc:sldMk cId="2582527457" sldId="281"/>
            <ac:spMk id="40" creationId="{7653717E-6F8C-43E0-9893-C03AE87D18D6}"/>
          </ac:spMkLst>
        </pc:spChg>
        <pc:spChg chg="add">
          <ac:chgData name="Margo Bonal" userId="18c9fa0f-b53d-478b-9dc0-6ad88786c19f" providerId="ADAL" clId="{93D479E5-F67F-4B8A-A78F-A0B574A116B6}" dt="2026-04-09T13:28:52.291" v="3687" actId="26606"/>
          <ac:spMkLst>
            <pc:docMk/>
            <pc:sldMk cId="2582527457" sldId="281"/>
            <ac:spMk id="45" creationId="{9C7E0A2C-7C0A-4AAC-B3B0-6C12B2EBAE05}"/>
          </ac:spMkLst>
        </pc:spChg>
        <pc:spChg chg="add">
          <ac:chgData name="Margo Bonal" userId="18c9fa0f-b53d-478b-9dc0-6ad88786c19f" providerId="ADAL" clId="{93D479E5-F67F-4B8A-A78F-A0B574A116B6}" dt="2026-04-09T13:28:52.291" v="3687" actId="26606"/>
          <ac:spMkLst>
            <pc:docMk/>
            <pc:sldMk cId="2582527457" sldId="281"/>
            <ac:spMk id="47" creationId="{5EB7D2A2-F448-44D4-938C-DC84CBCB3B1E}"/>
          </ac:spMkLst>
        </pc:spChg>
        <pc:spChg chg="add">
          <ac:chgData name="Margo Bonal" userId="18c9fa0f-b53d-478b-9dc0-6ad88786c19f" providerId="ADAL" clId="{93D479E5-F67F-4B8A-A78F-A0B574A116B6}" dt="2026-04-09T13:28:52.291" v="3687" actId="26606"/>
          <ac:spMkLst>
            <pc:docMk/>
            <pc:sldMk cId="2582527457" sldId="281"/>
            <ac:spMk id="49" creationId="{871AEA07-1E14-44B4-8E55-64EF049CD66F}"/>
          </ac:spMkLst>
        </pc:spChg>
        <pc:grpChg chg="add del">
          <ac:chgData name="Margo Bonal" userId="18c9fa0f-b53d-478b-9dc0-6ad88786c19f" providerId="ADAL" clId="{93D479E5-F67F-4B8A-A78F-A0B574A116B6}" dt="2026-04-09T13:28:39.536" v="3683" actId="26606"/>
          <ac:grpSpMkLst>
            <pc:docMk/>
            <pc:sldMk cId="2582527457" sldId="281"/>
            <ac:grpSpMk id="24" creationId="{A1EDC8FC-C3D1-4FE4-8E66-29767478DBDB}"/>
          </ac:grpSpMkLst>
        </pc:grpChg>
        <pc:grpChg chg="add del">
          <ac:chgData name="Margo Bonal" userId="18c9fa0f-b53d-478b-9dc0-6ad88786c19f" providerId="ADAL" clId="{93D479E5-F67F-4B8A-A78F-A0B574A116B6}" dt="2026-04-09T13:28:39.536" v="3683" actId="26606"/>
          <ac:grpSpMkLst>
            <pc:docMk/>
            <pc:sldMk cId="2582527457" sldId="281"/>
            <ac:grpSpMk id="30" creationId="{1BC136B2-4D8D-4561-95D5-56167F4116BD}"/>
          </ac:grpSpMkLst>
        </pc:grpChg>
        <pc:grpChg chg="add del">
          <ac:chgData name="Margo Bonal" userId="18c9fa0f-b53d-478b-9dc0-6ad88786c19f" providerId="ADAL" clId="{93D479E5-F67F-4B8A-A78F-A0B574A116B6}" dt="2026-04-09T13:28:52.291" v="3687" actId="26606"/>
          <ac:grpSpMkLst>
            <pc:docMk/>
            <pc:sldMk cId="2582527457" sldId="281"/>
            <ac:grpSpMk id="37" creationId="{B13AA5FE-3FFC-4725-9ADD-E428544EC61B}"/>
          </ac:grpSpMkLst>
        </pc:grpChg>
        <pc:graphicFrameChg chg="add del">
          <ac:chgData name="Margo Bonal" userId="18c9fa0f-b53d-478b-9dc0-6ad88786c19f" providerId="ADAL" clId="{93D479E5-F67F-4B8A-A78F-A0B574A116B6}" dt="2026-04-09T13:26:05.456" v="3551" actId="26606"/>
          <ac:graphicFrameMkLst>
            <pc:docMk/>
            <pc:sldMk cId="2582527457" sldId="281"/>
            <ac:graphicFrameMk id="5" creationId="{7906FA88-DCF7-474D-34F4-73224A3B638E}"/>
          </ac:graphicFrameMkLst>
        </pc:graphicFrameChg>
        <pc:picChg chg="add del">
          <ac:chgData name="Margo Bonal" userId="18c9fa0f-b53d-478b-9dc0-6ad88786c19f" providerId="ADAL" clId="{93D479E5-F67F-4B8A-A78F-A0B574A116B6}" dt="2026-04-09T13:27:35.277" v="3674" actId="26606"/>
          <ac:picMkLst>
            <pc:docMk/>
            <pc:sldMk cId="2582527457" sldId="281"/>
            <ac:picMk id="6" creationId="{2F63DFD2-0F9B-1880-7D5E-EF9CA9E975C0}"/>
          </ac:picMkLst>
        </pc:picChg>
        <pc:cxnChg chg="add del">
          <ac:chgData name="Margo Bonal" userId="18c9fa0f-b53d-478b-9dc0-6ad88786c19f" providerId="ADAL" clId="{93D479E5-F67F-4B8A-A78F-A0B574A116B6}" dt="2026-04-09T13:27:35.277" v="3674" actId="26606"/>
          <ac:cxnSpMkLst>
            <pc:docMk/>
            <pc:sldMk cId="2582527457" sldId="281"/>
            <ac:cxnSpMk id="13" creationId="{56020367-4FD5-4596-8E10-C5F095CD8DBF}"/>
          </ac:cxnSpMkLst>
        </pc:cxnChg>
        <pc:cxnChg chg="add del">
          <ac:chgData name="Margo Bonal" userId="18c9fa0f-b53d-478b-9dc0-6ad88786c19f" providerId="ADAL" clId="{93D479E5-F67F-4B8A-A78F-A0B574A116B6}" dt="2026-04-09T13:28:39.561" v="3684" actId="26606"/>
          <ac:cxnSpMkLst>
            <pc:docMk/>
            <pc:sldMk cId="2582527457" sldId="281"/>
            <ac:cxnSpMk id="15" creationId="{56020367-4FD5-4596-8E10-C5F095CD8DBF}"/>
          </ac:cxnSpMkLst>
        </pc:cxnChg>
        <pc:cxnChg chg="add">
          <ac:chgData name="Margo Bonal" userId="18c9fa0f-b53d-478b-9dc0-6ad88786c19f" providerId="ADAL" clId="{93D479E5-F67F-4B8A-A78F-A0B574A116B6}" dt="2026-04-09T13:28:52.291" v="3687" actId="26606"/>
          <ac:cxnSpMkLst>
            <pc:docMk/>
            <pc:sldMk cId="2582527457" sldId="281"/>
            <ac:cxnSpMk id="51" creationId="{F7C8EA93-3210-4C62-99E9-153C275E3A87}"/>
          </ac:cxnSpMkLst>
        </pc:cxnChg>
      </pc:sldChg>
    </pc:docChg>
  </pc:docChgLst>
  <pc:docChgLst>
    <pc:chgData name="Margo Bonal" userId="18c9fa0f-b53d-478b-9dc0-6ad88786c19f" providerId="ADAL" clId="{57E2D5E0-CA32-47BE-A2DC-7B0365E99328}"/>
    <pc:docChg chg="undo custSel addSld delSld modSld sldOrd">
      <pc:chgData name="Margo Bonal" userId="18c9fa0f-b53d-478b-9dc0-6ad88786c19f" providerId="ADAL" clId="{57E2D5E0-CA32-47BE-A2DC-7B0365E99328}" dt="2026-03-28T15:16:48.747" v="374" actId="9405"/>
      <pc:docMkLst>
        <pc:docMk/>
      </pc:docMkLst>
      <pc:sldChg chg="modSp mod">
        <pc:chgData name="Margo Bonal" userId="18c9fa0f-b53d-478b-9dc0-6ad88786c19f" providerId="ADAL" clId="{57E2D5E0-CA32-47BE-A2DC-7B0365E99328}" dt="2026-03-28T15:09:10.496" v="233" actId="20577"/>
        <pc:sldMkLst>
          <pc:docMk/>
          <pc:sldMk cId="2561402868" sldId="26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F2A6E6-BB86-4722-837C-048EA2408876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A3B6B7-4283-4814-95B1-8D2476E939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85837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79E12B-A58D-FC54-F39A-393BD2B28D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F6E907-7597-2A5F-72A0-02C40D777C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152684-C925-4C65-8BFF-2FFA3151C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2E6FB-EB88-4936-BED9-9E37159958CA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A67BD-934D-B5F0-4874-9C7150EE9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EDDD3A-A311-C37F-CBB9-9FEF9FE80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2E120-88CB-4223-BF42-F8F7A034DB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9144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F267D-AFB9-963E-AC71-2652D0105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A851AC-2A98-4ECD-44AC-53FE4DBDA9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327263-3562-70EF-78D8-A2578492F7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2E6FB-EB88-4936-BED9-9E37159958CA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C9DECA-025C-4602-CC1E-A8E278A57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84039F-F84C-2A03-0028-7A2AFE21F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2E120-88CB-4223-BF42-F8F7A034DB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247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5A78E3-4E8D-EE25-4C89-AB7C26775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7E02C3-74B2-18A4-5991-B8481583D3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B99E6B-AA8F-4E79-FF15-AF0F1723E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2E6FB-EB88-4936-BED9-9E37159958CA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AFE679-A6C9-B5C6-1541-2D251ADA5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AB89D7-71C5-3B6A-05F5-74A9BAEBB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2E120-88CB-4223-BF42-F8F7A034DB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6191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CC736-90F3-DB5F-EC8B-4C23291B7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1B6368-624E-871D-638E-DD2D82A3BA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528415-4584-0B18-C159-0B34506E0E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50E51D-2F66-DE89-DFFD-7CEF04517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2E6FB-EB88-4936-BED9-9E37159958CA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5FFAEC-88FB-C4F0-9BFC-FF1FC03ACF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ABF403-1D0D-D98E-8E03-FE4F6DC6B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2E120-88CB-4223-BF42-F8F7A034DB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4784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9CB30-9EEF-7FCA-7B49-DE5CD89E6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2510AE-BDF7-87AC-C09A-0375833E4B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E3310B-0F94-CACC-4D8A-BDFA20E70E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ECA202-DF19-D1CC-704F-64CED4428C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C81B4A-6383-D29E-8931-005F93BFCC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604B78D-5348-2371-A40E-5852C7FE3C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2E6FB-EB88-4936-BED9-9E37159958CA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F8BE782-9A3E-7779-A928-C43CAC461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A983A46-D6E9-D070-A41B-C9D0223DF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2E120-88CB-4223-BF42-F8F7A034DB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129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CA4EC-BC3D-3C09-87CC-67C40B633C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00D994-0F15-453D-F08D-B9A526710C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2E6FB-EB88-4936-BED9-9E37159958CA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B9F08A-2C86-0993-68A4-8EF4EBE91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F8F8AC-DA26-968C-56F4-4E7116DD0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2E120-88CB-4223-BF42-F8F7A034DB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8595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E4B2E7-CB50-0648-9D0A-2081C0C91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2E6FB-EB88-4936-BED9-9E37159958CA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2448C16-74EF-2D4E-5F87-4B132E532B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9FD834-8BF1-2FC5-A08E-927515F4A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2E120-88CB-4223-BF42-F8F7A034DB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0746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43F8B-045F-E347-F726-2A880B0B80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88D435-19E4-13F5-EC37-934F941FBA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E59386-C957-9B5E-D360-572818B44D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29017E-9DF8-458F-E68F-D169F1732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2E6FB-EB88-4936-BED9-9E37159958CA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15C721-D489-EAA4-0167-B091ECCB1F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016886-AFFA-EB07-3910-E038620D7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2E120-88CB-4223-BF42-F8F7A034DB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7171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79A2C-24F8-48F9-B525-DAF155AC05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FC9493D-C0EB-BF0D-F338-734DE72DF9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6A4A32-36C1-76C7-311C-3904248CDB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F23CF8-7119-77BB-9160-0BAD616ADA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2E6FB-EB88-4936-BED9-9E37159958CA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BDA221-A642-58E7-CDBE-E43325D271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7C34FE-57BF-5BE2-D2FA-EA5EC7954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2E120-88CB-4223-BF42-F8F7A034DB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2756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BE0CB-E016-3910-C7F5-B579FEC75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2E023D-C710-E4AC-6BB2-2FC2CA4DD0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D3C513-E9E1-BAF8-5868-D6EF16ECD0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2E6FB-EB88-4936-BED9-9E37159958CA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E219BF-5F12-F564-11FB-9A97FB13F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B9047E-3BD4-EFC4-2F6E-6F48B37D4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2E120-88CB-4223-BF42-F8F7A034DB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652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38FA0D-69B7-F966-6A29-CF31863FF1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F815B7-5A8F-7145-B4CA-ADDAB33389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83572C-6E34-0721-FF7E-2FDC045F8E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2E6FB-EB88-4936-BED9-9E37159958CA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0F8A8C-3448-5F84-A7B8-1EA2AFA01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A7BB38-1E1D-AFA8-D257-2601E2869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2E120-88CB-4223-BF42-F8F7A034DB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4337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A0AA142-49C0-51AB-6DF5-C621FF991A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45B685-C305-678D-180D-8AF39B6309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97B0CC-FB2F-DAC7-434D-64801EBEA2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82E6FB-EB88-4936-BED9-9E37159958CA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153671-B9D0-2705-7DF0-2AEAC97D7E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11CFBF-6ABD-EF23-87F9-97A42F4527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C2E120-88CB-4223-BF42-F8F7A034DB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2086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jjdeuce06.github.io/VulcanActivityTracker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934F1179-B481-4F9E-BCA3-AFB972070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ight Triangle 20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1F449D-2BD2-97B5-DCE5-EA7AA820BE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5241" y="1008993"/>
            <a:ext cx="9231410" cy="3542045"/>
          </a:xfrm>
        </p:spPr>
        <p:txBody>
          <a:bodyPr anchor="b">
            <a:normAutofit/>
          </a:bodyPr>
          <a:lstStyle/>
          <a:p>
            <a:pPr algn="l"/>
            <a:r>
              <a:rPr lang="en-US" sz="11500" dirty="0"/>
              <a:t>Vulcan Activity Tracker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FB11B0-F653-A213-DE0D-88B0308AFC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5241" y="4582814"/>
            <a:ext cx="7132335" cy="1312657"/>
          </a:xfrm>
        </p:spPr>
        <p:txBody>
          <a:bodyPr anchor="t">
            <a:normAutofit/>
          </a:bodyPr>
          <a:lstStyle/>
          <a:p>
            <a:pPr algn="l"/>
            <a:r>
              <a:rPr lang="en-US" sz="2200"/>
              <a:t>CMSC-4920-Senior Project 2</a:t>
            </a:r>
          </a:p>
          <a:p>
            <a:pPr algn="l"/>
            <a:r>
              <a:rPr lang="en-US" sz="2200"/>
              <a:t>Group2</a:t>
            </a:r>
          </a:p>
          <a:p>
            <a:pPr algn="l"/>
            <a:r>
              <a:rPr lang="en-US" sz="2200"/>
              <a:t>Team: Margo Bonal, John Gerega, Luke Ruffing</a:t>
            </a:r>
          </a:p>
        </p:txBody>
      </p:sp>
    </p:spTree>
    <p:extLst>
      <p:ext uri="{BB962C8B-B14F-4D97-AF65-F5344CB8AC3E}">
        <p14:creationId xmlns:p14="http://schemas.microsoft.com/office/powerpoint/2010/main" val="15621949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6" name="Rectangle 45">
            <a:extLst>
              <a:ext uri="{FF2B5EF4-FFF2-40B4-BE49-F238E27FC236}">
                <a16:creationId xmlns:a16="http://schemas.microsoft.com/office/drawing/2014/main" id="{91DC6ABD-215C-4EA8-A483-CEF5B99AB3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D47601-A3D5-5EAD-C1BB-4EBE55051F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609" y="679731"/>
            <a:ext cx="4171994" cy="118540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Description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D821AA-AA04-E3EB-5027-44FA0EFD59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3407" y="2276918"/>
            <a:ext cx="5043190" cy="4020936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Vulcan Activity Tracker is an athletic app that allows for the tracking of all campus athletics activities. </a:t>
            </a:r>
          </a:p>
          <a:p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In one combined platform, the Vulcan Activity Tracker aspires to meet student organization needs, social interaction, and exercise goal planning in a free accessible way!</a:t>
            </a:r>
          </a:p>
          <a:p>
            <a:endParaRPr lang="en-US" sz="11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3AF6A671-C637-4547-85F4-51B6D18813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416432" y="1"/>
            <a:ext cx="2446384" cy="5777808"/>
            <a:chOff x="329184" y="1"/>
            <a:chExt cx="524256" cy="5777808"/>
          </a:xfrm>
        </p:grpSpPr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C575CF26-3D3C-4C5A-A2B7-00432016EF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329184" y="5777809"/>
              <a:ext cx="521208" cy="0"/>
            </a:xfrm>
            <a:prstGeom prst="line">
              <a:avLst/>
            </a:prstGeom>
            <a:ln w="152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9413ED5-9ED4-4772-BCE4-2BCAE6B12E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9184" y="1"/>
              <a:ext cx="524256" cy="553211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8" name="Rectangle 47">
            <a:extLst>
              <a:ext uri="{FF2B5EF4-FFF2-40B4-BE49-F238E27FC236}">
                <a16:creationId xmlns:a16="http://schemas.microsoft.com/office/drawing/2014/main" id="{04357C93-F0CB-4A1C-8F77-4E9063789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86598" y="269324"/>
            <a:ext cx="6116779" cy="620877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person lifting weights with icons around them&#10;&#10;AI-generated content may be incorrect.">
            <a:extLst>
              <a:ext uri="{FF2B5EF4-FFF2-40B4-BE49-F238E27FC236}">
                <a16:creationId xmlns:a16="http://schemas.microsoft.com/office/drawing/2014/main" id="{01D0E672-3D69-D0A4-00DD-6EEF061C1C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0572" y="569297"/>
            <a:ext cx="5608830" cy="5608830"/>
          </a:xfrm>
          <a:prstGeom prst="rect">
            <a:avLst/>
          </a:prstGeom>
          <a:solidFill>
            <a:srgbClr val="FFFFFF">
              <a:shade val="85000"/>
            </a:srgbClr>
          </a:solidFill>
        </p:spPr>
      </p:pic>
    </p:spTree>
    <p:extLst>
      <p:ext uri="{BB962C8B-B14F-4D97-AF65-F5344CB8AC3E}">
        <p14:creationId xmlns:p14="http://schemas.microsoft.com/office/powerpoint/2010/main" val="8506306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D898B8EB-E53C-4E72-9817-B4BFCAD736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1" name="Freeform: Shape 40">
            <a:extLst>
              <a:ext uri="{FF2B5EF4-FFF2-40B4-BE49-F238E27FC236}">
                <a16:creationId xmlns:a16="http://schemas.microsoft.com/office/drawing/2014/main" id="{4E130362-2F35-4AB7-9EA5-DBC0F771A5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59047" cy="6858000"/>
          </a:xfrm>
          <a:custGeom>
            <a:avLst/>
            <a:gdLst>
              <a:gd name="connsiteX0" fmla="*/ 0 w 4959047"/>
              <a:gd name="connsiteY0" fmla="*/ 0 h 6858000"/>
              <a:gd name="connsiteX1" fmla="*/ 4110127 w 4959047"/>
              <a:gd name="connsiteY1" fmla="*/ 0 h 6858000"/>
              <a:gd name="connsiteX2" fmla="*/ 4179024 w 4959047"/>
              <a:gd name="connsiteY2" fmla="*/ 123368 h 6858000"/>
              <a:gd name="connsiteX3" fmla="*/ 4959047 w 4959047"/>
              <a:gd name="connsiteY3" fmla="*/ 3429000 h 6858000"/>
              <a:gd name="connsiteX4" fmla="*/ 4179024 w 4959047"/>
              <a:gd name="connsiteY4" fmla="*/ 6734633 h 6858000"/>
              <a:gd name="connsiteX5" fmla="*/ 4110127 w 4959047"/>
              <a:gd name="connsiteY5" fmla="*/ 6858000 h 6858000"/>
              <a:gd name="connsiteX6" fmla="*/ 0 w 495904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59047" h="6858000">
                <a:moveTo>
                  <a:pt x="0" y="0"/>
                </a:moveTo>
                <a:lnTo>
                  <a:pt x="4110127" y="0"/>
                </a:lnTo>
                <a:lnTo>
                  <a:pt x="4179024" y="123368"/>
                </a:lnTo>
                <a:cubicBezTo>
                  <a:pt x="4668929" y="1045156"/>
                  <a:pt x="4959047" y="2189404"/>
                  <a:pt x="4959047" y="3429000"/>
                </a:cubicBezTo>
                <a:cubicBezTo>
                  <a:pt x="4959047" y="4668597"/>
                  <a:pt x="4668929" y="5812845"/>
                  <a:pt x="4179024" y="6734633"/>
                </a:cubicBezTo>
                <a:lnTo>
                  <a:pt x="411012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42" name="Freeform: Shape 41">
            <a:extLst>
              <a:ext uri="{FF2B5EF4-FFF2-40B4-BE49-F238E27FC236}">
                <a16:creationId xmlns:a16="http://schemas.microsoft.com/office/drawing/2014/main" id="{56BE988C-7A5B-41EC-A46C-AEA93D8D32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48887" cy="6858000"/>
          </a:xfrm>
          <a:custGeom>
            <a:avLst/>
            <a:gdLst>
              <a:gd name="connsiteX0" fmla="*/ 0 w 4948887"/>
              <a:gd name="connsiteY0" fmla="*/ 0 h 6858000"/>
              <a:gd name="connsiteX1" fmla="*/ 4099967 w 4948887"/>
              <a:gd name="connsiteY1" fmla="*/ 0 h 6858000"/>
              <a:gd name="connsiteX2" fmla="*/ 4168864 w 4948887"/>
              <a:gd name="connsiteY2" fmla="*/ 123368 h 6858000"/>
              <a:gd name="connsiteX3" fmla="*/ 4948887 w 4948887"/>
              <a:gd name="connsiteY3" fmla="*/ 3429000 h 6858000"/>
              <a:gd name="connsiteX4" fmla="*/ 4168864 w 4948887"/>
              <a:gd name="connsiteY4" fmla="*/ 6734633 h 6858000"/>
              <a:gd name="connsiteX5" fmla="*/ 4099967 w 4948887"/>
              <a:gd name="connsiteY5" fmla="*/ 6858000 h 6858000"/>
              <a:gd name="connsiteX6" fmla="*/ 0 w 494888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48887" h="6858000">
                <a:moveTo>
                  <a:pt x="0" y="0"/>
                </a:moveTo>
                <a:lnTo>
                  <a:pt x="4099967" y="0"/>
                </a:lnTo>
                <a:lnTo>
                  <a:pt x="4168864" y="123368"/>
                </a:lnTo>
                <a:cubicBezTo>
                  <a:pt x="4658769" y="1045156"/>
                  <a:pt x="4948887" y="2189404"/>
                  <a:pt x="4948887" y="3429000"/>
                </a:cubicBezTo>
                <a:cubicBezTo>
                  <a:pt x="4948887" y="4668597"/>
                  <a:pt x="4658769" y="5812845"/>
                  <a:pt x="4168864" y="6734633"/>
                </a:cubicBezTo>
                <a:lnTo>
                  <a:pt x="4099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66C79B-15BD-0F1D-9881-740DA4CFFA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488" y="1124712"/>
            <a:ext cx="4023360" cy="32004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dirty="0"/>
              <a:t>Development Stack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E3CB1EC0-40A9-4D5E-B7E2-6E3423CE28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Picture 8" descr="Docker Logo PNG Transparent &amp; SVG Vector - Freebie Supply">
            <a:extLst>
              <a:ext uri="{FF2B5EF4-FFF2-40B4-BE49-F238E27FC236}">
                <a16:creationId xmlns:a16="http://schemas.microsoft.com/office/drawing/2014/main" id="{9E248987-0EF8-5FE1-35CE-14FB215C9B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373624" y="746840"/>
            <a:ext cx="3236976" cy="24277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Understanding Flask and Building Web API using Python and Flask. | by  Nikhil pentapalli | Analytics Vidhya | Medium">
            <a:extLst>
              <a:ext uri="{FF2B5EF4-FFF2-40B4-BE49-F238E27FC236}">
                <a16:creationId xmlns:a16="http://schemas.microsoft.com/office/drawing/2014/main" id="{6FFB3FA8-3C5A-C5BD-77A6-08D932D39EC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15" r="18964" b="11215"/>
          <a:stretch>
            <a:fillRect/>
          </a:stretch>
        </p:blipFill>
        <p:spPr bwMode="auto">
          <a:xfrm>
            <a:off x="8764077" y="625682"/>
            <a:ext cx="3118998" cy="2670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4" name="Rectangle 43">
            <a:extLst>
              <a:ext uri="{FF2B5EF4-FFF2-40B4-BE49-F238E27FC236}">
                <a16:creationId xmlns:a16="http://schemas.microsoft.com/office/drawing/2014/main" id="{DCBE52EF-2889-423F-947C-0E44A760D6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10" descr="Icon Request: fa-javascript OR fa-js · Issue #11419 ·  FortAwesome/Font-Awesome">
            <a:extLst>
              <a:ext uri="{FF2B5EF4-FFF2-40B4-BE49-F238E27FC236}">
                <a16:creationId xmlns:a16="http://schemas.microsoft.com/office/drawing/2014/main" id="{EDFBADEB-616D-34B9-5432-DC7881488B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373624" y="3776268"/>
            <a:ext cx="3236976" cy="1893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SQL in Azure Pricing - Azure SQL Server Database - Royal Discount - Royal  Discount">
            <a:extLst>
              <a:ext uri="{FF2B5EF4-FFF2-40B4-BE49-F238E27FC236}">
                <a16:creationId xmlns:a16="http://schemas.microsoft.com/office/drawing/2014/main" id="{B8F60341-51FB-4BA3-3CDA-6A5D89CF76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706042" y="3870601"/>
            <a:ext cx="3236976" cy="17136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740289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138CFD-A501-8AEC-C666-BED845111F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A7895A40-19A4-42D6-9D30-DBC1E80026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2F429C4-ABC9-46FC-818A-B5429CDE4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270325" y="3369273"/>
            <a:ext cx="32004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CEF98E4-3709-4952-8F42-2305CCE34F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6374475" y="1040470"/>
            <a:ext cx="6858003" cy="477704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10BCCF5-D685-47FF-B675-647EAEB72C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7914" y="857786"/>
            <a:ext cx="11067024" cy="520893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0EE8A42-107A-4D4C-8D56-BBAE95C7FC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524009" y="3366125"/>
            <a:ext cx="32004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C887DFC-839F-0DF5-2BFF-4D0D0149ACB2}"/>
              </a:ext>
            </a:extLst>
          </p:cNvPr>
          <p:cNvSpPr txBox="1">
            <a:spLocks/>
          </p:cNvSpPr>
          <p:nvPr/>
        </p:nvSpPr>
        <p:spPr>
          <a:xfrm>
            <a:off x="2292407" y="926821"/>
            <a:ext cx="7300860" cy="110007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u="sng" dirty="0"/>
              <a:t>Collaboration Method</a:t>
            </a:r>
          </a:p>
        </p:txBody>
      </p:sp>
      <p:pic>
        <p:nvPicPr>
          <p:cNvPr id="2050" name="Picture 2" descr="Logo - Brand Toolkit">
            <a:extLst>
              <a:ext uri="{FF2B5EF4-FFF2-40B4-BE49-F238E27FC236}">
                <a16:creationId xmlns:a16="http://schemas.microsoft.com/office/drawing/2014/main" id="{E2914869-979F-F160-748E-9C42739E978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904" t="26243" r="15350" b="23699"/>
          <a:stretch>
            <a:fillRect/>
          </a:stretch>
        </p:blipFill>
        <p:spPr bwMode="auto">
          <a:xfrm>
            <a:off x="842766" y="2388061"/>
            <a:ext cx="4654820" cy="14928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What is Agile Software Development?">
            <a:extLst>
              <a:ext uri="{FF2B5EF4-FFF2-40B4-BE49-F238E27FC236}">
                <a16:creationId xmlns:a16="http://schemas.microsoft.com/office/drawing/2014/main" id="{5A01E59D-1B37-A98E-7F31-80DAC36672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8861" y="2388061"/>
            <a:ext cx="3264621" cy="15361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2FE80CD-EADA-FCE8-C9C2-A97024CA7E4E}"/>
              </a:ext>
            </a:extLst>
          </p:cNvPr>
          <p:cNvSpPr txBox="1"/>
          <p:nvPr/>
        </p:nvSpPr>
        <p:spPr>
          <a:xfrm>
            <a:off x="859520" y="3980651"/>
            <a:ext cx="44154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Shared Team Repository, Implemented Branching policies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3A7013-427A-D329-7065-099CB2E8DF32}"/>
              </a:ext>
            </a:extLst>
          </p:cNvPr>
          <p:cNvSpPr txBox="1"/>
          <p:nvPr/>
        </p:nvSpPr>
        <p:spPr>
          <a:xfrm>
            <a:off x="6545703" y="3988098"/>
            <a:ext cx="51447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SDL: Agile, assigned tasks merged upon completion </a:t>
            </a:r>
          </a:p>
        </p:txBody>
      </p:sp>
    </p:spTree>
    <p:extLst>
      <p:ext uri="{BB962C8B-B14F-4D97-AF65-F5344CB8AC3E}">
        <p14:creationId xmlns:p14="http://schemas.microsoft.com/office/powerpoint/2010/main" val="25614028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9C7E0A2C-7C0A-4AAC-B3B0-6C12B2EBAE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5EB7D2A2-F448-44D4-938C-DC84CBCB3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518714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1"/>
            <a:ext cx="10999072" cy="539995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18CE02-C586-54B8-3A67-74E2C09719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4868" y="817934"/>
            <a:ext cx="9144000" cy="102856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Project Goals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E87286-C813-E53C-8EAF-C70AA9478D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24000" y="2112471"/>
            <a:ext cx="9144000" cy="3271553"/>
          </a:xfrm>
        </p:spPr>
        <p:txBody>
          <a:bodyPr vert="horz" lIns="91440" tIns="45720" rIns="91440" bIns="45720" rtlCol="0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Modern UI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Aid Students overall organization by reducing app paywall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User Data Protection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SHA-256 &amp; Argon2 paired with salt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Prevents GPU, ASIC, rainbow, and Parallel attacks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Users stored as unique id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User information never sent as raw data</a:t>
            </a: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F7C8EA93-3210-4C62-99E9-153C275E3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96464" y="6329769"/>
            <a:ext cx="11000232" cy="0"/>
          </a:xfrm>
          <a:prstGeom prst="line">
            <a:avLst/>
          </a:prstGeom>
          <a:ln w="1524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25274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C1A1C5D3-C053-4EE9-BE1A-419B6E27CC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A3473CF9-37EB-43E7-89EF-D2D1C53D1D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03615" y="221673"/>
            <a:ext cx="8384770" cy="1332634"/>
          </a:xfrm>
          <a:prstGeom prst="rect">
            <a:avLst/>
          </a:prstGeom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586B4EF9-43BA-4655-A6FF-1D8E21574C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83110" y="1211407"/>
            <a:ext cx="7225780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31CE70E-6CCB-81A3-9CE7-F5BEF0B6CA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2218" y="203921"/>
            <a:ext cx="4509215" cy="1128857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Gantt Chart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43C43E9-308C-3F97-571D-4B25884597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C02B36E-6D51-126E-4A69-0F52E1A3FB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91" y="2168842"/>
            <a:ext cx="12095110" cy="4689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39978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C076D5-0B0F-A0A5-DAB4-A94391E22A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1702" y="291688"/>
            <a:ext cx="10515600" cy="1004594"/>
          </a:xfrm>
          <a:solidFill>
            <a:schemeClr val="accent2"/>
          </a:solidFill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rgbClr val="FFFFFF"/>
                </a:solidFill>
              </a:rPr>
              <a:t>Business Model 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496" y="1587970"/>
            <a:ext cx="11033008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A1FDAB-BF64-1FC7-8CE6-75537E5CD8D5}"/>
              </a:ext>
            </a:extLst>
          </p:cNvPr>
          <p:cNvSpPr txBox="1"/>
          <p:nvPr/>
        </p:nvSpPr>
        <p:spPr>
          <a:xfrm>
            <a:off x="3955284" y="1929650"/>
            <a:ext cx="47521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Estimated Production for 100 users/month:</a:t>
            </a:r>
          </a:p>
          <a:p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7EACA2E-750E-36F7-A7AE-14DB1D64E6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7662819"/>
              </p:ext>
            </p:extLst>
          </p:nvPr>
        </p:nvGraphicFramePr>
        <p:xfrm>
          <a:off x="2195502" y="3044990"/>
          <a:ext cx="8128000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09541740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8440602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1914933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Microsoft Azure SQL Server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$7 – $15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9133419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Azure Database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$7 – $20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5547114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Render Hosting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$7 – $15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6239046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Domain: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~$1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1830099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Monthly Maintenance: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$5 – $10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9631852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Total: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$27 – $61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531928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064344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1A3C89F8-0D2F-47FF-B903-151248265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81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5BA779-BC14-3414-2543-22E141EF0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9403" y="2504911"/>
            <a:ext cx="9328558" cy="1726165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 sz="8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Live Demonstration</a:t>
            </a:r>
          </a:p>
        </p:txBody>
      </p:sp>
      <p:sp>
        <p:nvSpPr>
          <p:cNvPr id="40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4359" y="583345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41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33139" y="8126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42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8819" y="1037066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36425" y="5636680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45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45175" y="609675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46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54288" y="6238029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28060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4751229-0244-4FBB-BED1-407467F4C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3C799C-4835-C8CB-B090-70E82B558C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7101" y="735283"/>
            <a:ext cx="4978399" cy="316504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Questions</a:t>
            </a:r>
          </a:p>
        </p:txBody>
      </p:sp>
      <p:pic>
        <p:nvPicPr>
          <p:cNvPr id="7" name="Graphic 6" descr="Help">
            <a:extLst>
              <a:ext uri="{FF2B5EF4-FFF2-40B4-BE49-F238E27FC236}">
                <a16:creationId xmlns:a16="http://schemas.microsoft.com/office/drawing/2014/main" id="{69A52293-75E5-359D-7395-51D899F908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7549" y="2776619"/>
            <a:ext cx="1289051" cy="1289051"/>
          </a:xfrm>
          <a:prstGeom prst="rect">
            <a:avLst/>
          </a:prstGeom>
        </p:spPr>
      </p:pic>
      <p:pic>
        <p:nvPicPr>
          <p:cNvPr id="9" name="Graphic 8" descr="Help">
            <a:extLst>
              <a:ext uri="{FF2B5EF4-FFF2-40B4-BE49-F238E27FC236}">
                <a16:creationId xmlns:a16="http://schemas.microsoft.com/office/drawing/2014/main" id="{F1648FD1-EAB6-4C51-B9EC-A31CFF67AC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07815" y="716407"/>
            <a:ext cx="5411343" cy="5411343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B7AD252D-6AEF-5D34-92C0-C2F37203AEB8}"/>
              </a:ext>
            </a:extLst>
          </p:cNvPr>
          <p:cNvSpPr txBox="1">
            <a:spLocks/>
          </p:cNvSpPr>
          <p:nvPr/>
        </p:nvSpPr>
        <p:spPr>
          <a:xfrm>
            <a:off x="310853" y="5480501"/>
            <a:ext cx="11476057" cy="119644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500" dirty="0"/>
              <a:t>Documentation: </a:t>
            </a:r>
            <a:r>
              <a:rPr lang="en-US" sz="3500" dirty="0">
                <a:solidFill>
                  <a:srgbClr val="0070C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https://jjdeuce06.github.io/VulcanActivityTracker/</a:t>
            </a:r>
            <a:endParaRPr lang="en-US" sz="3500" dirty="0">
              <a:solidFill>
                <a:srgbClr val="0070C0"/>
              </a:solidFill>
            </a:endParaRPr>
          </a:p>
          <a:p>
            <a:endParaRPr lang="en-US" sz="3500" dirty="0">
              <a:solidFill>
                <a:srgbClr val="0070C0"/>
              </a:solidFill>
            </a:endParaRPr>
          </a:p>
          <a:p>
            <a:r>
              <a:rPr lang="en-US" sz="3500" dirty="0"/>
              <a:t>Live: </a:t>
            </a:r>
            <a:r>
              <a:rPr lang="en-US" sz="3500" dirty="0">
                <a:solidFill>
                  <a:srgbClr val="0070C0"/>
                </a:solidFill>
              </a:rPr>
              <a:t>https://vulcanactivitytracker.onrender.com</a:t>
            </a:r>
          </a:p>
        </p:txBody>
      </p:sp>
    </p:spTree>
    <p:extLst>
      <p:ext uri="{BB962C8B-B14F-4D97-AF65-F5344CB8AC3E}">
        <p14:creationId xmlns:p14="http://schemas.microsoft.com/office/powerpoint/2010/main" val="37735063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4">
      <a:dk1>
        <a:sysClr val="windowText" lastClr="000000"/>
      </a:dk1>
      <a:lt1>
        <a:srgbClr val="F2F2F2"/>
      </a:lt1>
      <a:dk2>
        <a:srgbClr val="242852"/>
      </a:dk2>
      <a:lt2>
        <a:srgbClr val="242852"/>
      </a:lt2>
      <a:accent1>
        <a:srgbClr val="242852"/>
      </a:accent1>
      <a:accent2>
        <a:srgbClr val="242852"/>
      </a:accent2>
      <a:accent3>
        <a:srgbClr val="242852"/>
      </a:accent3>
      <a:accent4>
        <a:srgbClr val="242852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838</TotalTime>
  <Words>209</Words>
  <Application>Microsoft Office PowerPoint</Application>
  <PresentationFormat>Widescreen</PresentationFormat>
  <Paragraphs>39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Calibri</vt:lpstr>
      <vt:lpstr>Office Theme</vt:lpstr>
      <vt:lpstr>Vulcan Activity Tracker</vt:lpstr>
      <vt:lpstr>Description</vt:lpstr>
      <vt:lpstr>Development Stack</vt:lpstr>
      <vt:lpstr>PowerPoint Presentation</vt:lpstr>
      <vt:lpstr>Project Goals</vt:lpstr>
      <vt:lpstr>Gantt Chart</vt:lpstr>
      <vt:lpstr>Business Model </vt:lpstr>
      <vt:lpstr>Live Demonstration</vt:lpstr>
      <vt:lpstr>Questions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Margo Bonal</dc:creator>
  <cp:lastModifiedBy>Margo Bonal</cp:lastModifiedBy>
  <cp:revision>10</cp:revision>
  <dcterms:created xsi:type="dcterms:W3CDTF">2026-01-22T18:57:02Z</dcterms:created>
  <dcterms:modified xsi:type="dcterms:W3CDTF">2026-04-09T13:36:46Z</dcterms:modified>
</cp:coreProperties>
</file>