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66" r:id="rId5"/>
    <p:sldId id="258" r:id="rId6"/>
    <p:sldId id="272" r:id="rId7"/>
    <p:sldId id="264" r:id="rId8"/>
    <p:sldId id="259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738FE7-D6DF-4424-AB5E-DBD3476A8FE7}" v="3" dt="2026-04-04T21:42:41.9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04T21:43:59.122" v="3258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  <pc:spChg chg="mod">
          <ac:chgData name="John Gerega" userId="bd3e1e46fb6a714b" providerId="LiveId" clId="{45F0C402-C550-4C82-B31D-5B32217A5E94}" dt="2026-03-09T00:42:55.862" v="1001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John Gerega" userId="bd3e1e46fb6a714b" providerId="LiveId" clId="{45F0C402-C550-4C82-B31D-5B32217A5E94}" dt="2026-03-29T13:00:56.525" v="263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4-04T21:42:06.712" v="2692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4-04T21:42:06.712" v="269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John Gerega" userId="bd3e1e46fb6a714b" providerId="LiveId" clId="{45F0C402-C550-4C82-B31D-5B32217A5E94}" dt="2026-04-04T21:43:59.122" v="3258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3-09T00:42:40.261" v="100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4-04T21:43:44.510" v="3160" actId="20577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John Gerega" userId="bd3e1e46fb6a714b" providerId="LiveId" clId="{45F0C402-C550-4C82-B31D-5B32217A5E94}" dt="2026-04-04T21:43:59.122" v="3258" actId="20577"/>
          <ac:spMkLst>
            <pc:docMk/>
            <pc:sldMk cId="3526335932" sldId="266"/>
            <ac:spMk id="6" creationId="{3B13CF04-9C06-053E-69E2-58CD31C3D276}"/>
          </ac:spMkLst>
        </pc:spChg>
      </pc:sldChg>
      <pc:sldChg chg="new del">
        <pc:chgData name="John Gerega" userId="bd3e1e46fb6a714b" providerId="LiveId" clId="{45F0C402-C550-4C82-B31D-5B32217A5E94}" dt="2026-04-04T21:41:51.178" v="2647" actId="47"/>
        <pc:sldMkLst>
          <pc:docMk/>
          <pc:sldMk cId="4231616159" sldId="267"/>
        </pc:sldMkLst>
      </pc:sldChg>
      <pc:sldChg chg="new del">
        <pc:chgData name="John Gerega" userId="bd3e1e46fb6a714b" providerId="LiveId" clId="{45F0C402-C550-4C82-B31D-5B32217A5E94}" dt="2026-04-04T21:40:29.924" v="2639" actId="2696"/>
        <pc:sldMkLst>
          <pc:docMk/>
          <pc:sldMk cId="2457171460" sldId="268"/>
        </pc:sldMkLst>
      </pc:sldChg>
      <pc:sldChg chg="addSp delSp modSp add mod delAnim modAnim">
        <pc:chgData name="John Gerega" userId="bd3e1e46fb6a714b" providerId="LiveId" clId="{45F0C402-C550-4C82-B31D-5B32217A5E94}" dt="2026-04-04T21:41:40.956" v="2646" actId="14100"/>
        <pc:sldMkLst>
          <pc:docMk/>
          <pc:sldMk cId="2282075488" sldId="272"/>
        </pc:sldMkLst>
        <pc:picChg chg="add mod">
          <ac:chgData name="John Gerega" userId="bd3e1e46fb6a714b" providerId="LiveId" clId="{45F0C402-C550-4C82-B31D-5B32217A5E94}" dt="2026-04-04T21:41:40.956" v="2646" actId="14100"/>
          <ac:picMkLst>
            <pc:docMk/>
            <pc:sldMk cId="2282075488" sldId="272"/>
            <ac:picMk id="3" creationId="{E59A6658-36B8-AE97-C67F-8DC16AF87712}"/>
          </ac:picMkLst>
        </pc:picChg>
        <pc:picChg chg="del">
          <ac:chgData name="John Gerega" userId="bd3e1e46fb6a714b" providerId="LiveId" clId="{45F0C402-C550-4C82-B31D-5B32217A5E94}" dt="2026-04-04T21:41:17.826" v="2641" actId="478"/>
          <ac:picMkLst>
            <pc:docMk/>
            <pc:sldMk cId="2282075488" sldId="272"/>
            <ac:picMk id="5" creationId="{AD0A49AD-572F-1BD3-B96A-4F6CEBD54DC1}"/>
          </ac:picMkLst>
        </pc:pic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3-30T01:10:14.587" v="969" actId="14100"/>
      <pc:docMkLst>
        <pc:docMk/>
      </pc:docMkLst>
      <pc:sldChg chg="modSp mod">
        <pc:chgData name="Margo Bonal" userId="18c9fa0f-b53d-478b-9dc0-6ad88786c19f" providerId="ADAL" clId="{93D479E5-F67F-4B8A-A78F-A0B574A116B6}" dt="2026-03-21T14:21:56.751" v="935" actId="27636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3-21T14:21:54.477" v="93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3-30T01:10:14.587" v="969" actId="14100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3-30T01:10:14.587" v="969" actId="14100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3-21T14:09:48.188" v="518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3-21T14:09:45.490" v="517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57E2D5E0-CA32-47BE-A2DC-7B0365E99328}" dt="2026-03-28T15:09:10.496" v="233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Finalize more Components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Continue Debugging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r>
            <a:rPr lang="en-US" dirty="0"/>
            <a:t>Prepare Final Presentation</a:t>
          </a:r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CFFC745A-582B-4305-AFB6-C7730C8AA2CC}">
      <dgm:prSet/>
      <dgm:spPr/>
      <dgm:t>
        <a:bodyPr/>
        <a:lstStyle/>
        <a:p>
          <a:r>
            <a:rPr lang="en-US" dirty="0"/>
            <a:t>Write Users Manual</a:t>
          </a:r>
        </a:p>
      </dgm:t>
    </dgm:pt>
    <dgm:pt modelId="{B9E7BF58-A98B-4D6B-905C-CA13F8AC758B}" type="parTrans" cxnId="{183FDA93-1A29-47D6-AEC1-00CDFABC21C6}">
      <dgm:prSet/>
      <dgm:spPr/>
      <dgm:t>
        <a:bodyPr/>
        <a:lstStyle/>
        <a:p>
          <a:endParaRPr lang="en-US"/>
        </a:p>
      </dgm:t>
    </dgm:pt>
    <dgm:pt modelId="{2E6863E9-19BE-4B40-B701-A6159F4DE04E}" type="sibTrans" cxnId="{183FDA93-1A29-47D6-AEC1-00CDFABC21C6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4"/>
      <dgm:spPr/>
    </dgm:pt>
    <dgm:pt modelId="{1183B01D-027F-4222-9A5D-26614D621D81}" type="pres">
      <dgm:prSet presAssocID="{7D77D55D-8CCB-40C4-94CB-4B06CD8B8779}" presName="text" presStyleLbl="fgAcc0" presStyleIdx="0" presStyleCnt="4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4"/>
      <dgm:spPr/>
    </dgm:pt>
    <dgm:pt modelId="{EE8EEF36-F451-494C-9D0C-6D4B4B602222}" type="pres">
      <dgm:prSet presAssocID="{9C35D664-F4ED-4924-B85E-A22D43967662}" presName="text" presStyleLbl="fgAcc0" presStyleIdx="1" presStyleCnt="4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4"/>
      <dgm:spPr/>
    </dgm:pt>
    <dgm:pt modelId="{D12292E6-4F4E-4072-8A83-08E55313428E}" type="pres">
      <dgm:prSet presAssocID="{C49388FA-8759-42AF-B435-0EC20E6DCE5A}" presName="text" presStyleLbl="fgAcc0" presStyleIdx="2" presStyleCnt="4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  <dgm:pt modelId="{EBA713AF-B350-4D3E-A9E7-FD3AFE718B21}" type="pres">
      <dgm:prSet presAssocID="{CFFC745A-582B-4305-AFB6-C7730C8AA2CC}" presName="hierRoot1" presStyleCnt="0"/>
      <dgm:spPr/>
    </dgm:pt>
    <dgm:pt modelId="{465E7B60-C054-45A0-BC18-BEE959253085}" type="pres">
      <dgm:prSet presAssocID="{CFFC745A-582B-4305-AFB6-C7730C8AA2CC}" presName="composite" presStyleCnt="0"/>
      <dgm:spPr/>
    </dgm:pt>
    <dgm:pt modelId="{46DC7518-C20F-4A8F-980E-6F93A13BFE65}" type="pres">
      <dgm:prSet presAssocID="{CFFC745A-582B-4305-AFB6-C7730C8AA2CC}" presName="background" presStyleLbl="node0" presStyleIdx="3" presStyleCnt="4"/>
      <dgm:spPr/>
    </dgm:pt>
    <dgm:pt modelId="{C8AF0AA2-E714-4CB1-A409-2A27219D89BF}" type="pres">
      <dgm:prSet presAssocID="{CFFC745A-582B-4305-AFB6-C7730C8AA2CC}" presName="text" presStyleLbl="fgAcc0" presStyleIdx="3" presStyleCnt="4">
        <dgm:presLayoutVars>
          <dgm:chPref val="3"/>
        </dgm:presLayoutVars>
      </dgm:prSet>
      <dgm:spPr/>
    </dgm:pt>
    <dgm:pt modelId="{2F22A7AE-00F5-4983-8818-B1D14472C994}" type="pres">
      <dgm:prSet presAssocID="{CFFC745A-582B-4305-AFB6-C7730C8AA2CC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183FDA93-1A29-47D6-AEC1-00CDFABC21C6}" srcId="{875220B3-5F43-41BF-82F0-F1D5090E78B1}" destId="{CFFC745A-582B-4305-AFB6-C7730C8AA2CC}" srcOrd="3" destOrd="0" parTransId="{B9E7BF58-A98B-4D6B-905C-CA13F8AC758B}" sibTransId="{2E6863E9-19BE-4B40-B701-A6159F4DE04E}"/>
    <dgm:cxn modelId="{D983329C-95DE-48B7-A472-282C9EC5571D}" type="presOf" srcId="{CFFC745A-582B-4305-AFB6-C7730C8AA2CC}" destId="{C8AF0AA2-E714-4CB1-A409-2A27219D89BF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  <dgm:cxn modelId="{CE007A34-B5C2-4838-9DFC-DD9B8270EFF8}" type="presParOf" srcId="{F85EEB6F-AAF0-4C94-BC92-C847D8A79108}" destId="{EBA713AF-B350-4D3E-A9E7-FD3AFE718B21}" srcOrd="3" destOrd="0" presId="urn:microsoft.com/office/officeart/2005/8/layout/hierarchy1"/>
    <dgm:cxn modelId="{D7BA36EF-EF1D-43D2-B7B9-1AB9C37608D9}" type="presParOf" srcId="{EBA713AF-B350-4D3E-A9E7-FD3AFE718B21}" destId="{465E7B60-C054-45A0-BC18-BEE959253085}" srcOrd="0" destOrd="0" presId="urn:microsoft.com/office/officeart/2005/8/layout/hierarchy1"/>
    <dgm:cxn modelId="{40A4C08E-B6DA-4998-9B7C-596A8EF1B3AA}" type="presParOf" srcId="{465E7B60-C054-45A0-BC18-BEE959253085}" destId="{46DC7518-C20F-4A8F-980E-6F93A13BFE65}" srcOrd="0" destOrd="0" presId="urn:microsoft.com/office/officeart/2005/8/layout/hierarchy1"/>
    <dgm:cxn modelId="{FD20B367-E8C6-4038-AF22-F365CFCE4C66}" type="presParOf" srcId="{465E7B60-C054-45A0-BC18-BEE959253085}" destId="{C8AF0AA2-E714-4CB1-A409-2A27219D89BF}" srcOrd="1" destOrd="0" presId="urn:microsoft.com/office/officeart/2005/8/layout/hierarchy1"/>
    <dgm:cxn modelId="{4D2D0A47-2210-4D3E-921A-CA67AA49BCA2}" type="presParOf" srcId="{EBA713AF-B350-4D3E-A9E7-FD3AFE718B21}" destId="{2F22A7AE-00F5-4983-8818-B1D14472C99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3080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247486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Finalize more Components</a:t>
          </a:r>
        </a:p>
      </dsp:txBody>
      <dsp:txXfrm>
        <a:off x="288396" y="984108"/>
        <a:ext cx="2117829" cy="1314957"/>
      </dsp:txXfrm>
    </dsp:sp>
    <dsp:sp modelId="{FE1BC2AB-A6F4-451D-B5E4-EBBE2F580413}">
      <dsp:nvSpPr>
        <dsp:cNvPr id="0" name=""/>
        <dsp:cNvSpPr/>
      </dsp:nvSpPr>
      <dsp:spPr>
        <a:xfrm>
          <a:off x="2691541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2935947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Continue Debugging</a:t>
          </a:r>
        </a:p>
      </dsp:txBody>
      <dsp:txXfrm>
        <a:off x="2976857" y="984108"/>
        <a:ext cx="2117829" cy="1314957"/>
      </dsp:txXfrm>
    </dsp:sp>
    <dsp:sp modelId="{D5A840D2-D89A-4DE4-9831-61DED3425ED9}">
      <dsp:nvSpPr>
        <dsp:cNvPr id="0" name=""/>
        <dsp:cNvSpPr/>
      </dsp:nvSpPr>
      <dsp:spPr>
        <a:xfrm>
          <a:off x="5380002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5624408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Prepare Final Presentation</a:t>
          </a:r>
        </a:p>
      </dsp:txBody>
      <dsp:txXfrm>
        <a:off x="5665318" y="984108"/>
        <a:ext cx="2117829" cy="1314957"/>
      </dsp:txXfrm>
    </dsp:sp>
    <dsp:sp modelId="{46DC7518-C20F-4A8F-980E-6F93A13BFE65}">
      <dsp:nvSpPr>
        <dsp:cNvPr id="0" name=""/>
        <dsp:cNvSpPr/>
      </dsp:nvSpPr>
      <dsp:spPr>
        <a:xfrm>
          <a:off x="8068463" y="711013"/>
          <a:ext cx="2199649" cy="139677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AF0AA2-E714-4CB1-A409-2A27219D89BF}">
      <dsp:nvSpPr>
        <dsp:cNvPr id="0" name=""/>
        <dsp:cNvSpPr/>
      </dsp:nvSpPr>
      <dsp:spPr>
        <a:xfrm>
          <a:off x="8312869" y="943198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Write Users Manual</a:t>
          </a:r>
        </a:p>
      </dsp:txBody>
      <dsp:txXfrm>
        <a:off x="8353779" y="984108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834856" y="2313250"/>
            <a:ext cx="8311711" cy="37753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Finalize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Hosting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Teams Page Progress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Invites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Announcements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Schedule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Leaderboard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Clubs Page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Users could like their own activities in a clubs recent activities tab.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Coach is included in the team leaderboard. The leaderboard would mainly focus on athletes so we need to remove the coach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Teams page invites members via username. Coaches have access to all athlete emails so this would be more efficient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B13CF04-9C06-053E-69E2-58CD31C3D276}"/>
              </a:ext>
            </a:extLst>
          </p:cNvPr>
          <p:cNvSpPr txBox="1">
            <a:spLocks/>
          </p:cNvSpPr>
          <p:nvPr/>
        </p:nvSpPr>
        <p:spPr>
          <a:xfrm>
            <a:off x="5790687" y="2361465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We made a backend check to stop this from happening, and disabled the like button for a users own activities on the front end.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Not fixed yet, but will be a simple solution as we will just remove members with the role of coach in the team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Also not fixed, but would simply just be a query for the user’s email instead of the username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4B1A4-0C15-D874-CBCA-1FB85D3E8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2534" y="84536"/>
            <a:ext cx="3278835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</a:t>
            </a:r>
          </a:p>
        </p:txBody>
      </p:sp>
      <p:pic>
        <p:nvPicPr>
          <p:cNvPr id="3" name="Inbox">
            <a:hlinkClick r:id="" action="ppaction://media"/>
            <a:extLst>
              <a:ext uri="{FF2B5EF4-FFF2-40B4-BE49-F238E27FC236}">
                <a16:creationId xmlns:a16="http://schemas.microsoft.com/office/drawing/2014/main" id="{E59A6658-36B8-AE97-C67F-8DC16AF8771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1556741"/>
            <a:ext cx="12191995" cy="532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7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84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13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392776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E0165-E852-9E37-91F6-9A7920B2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2" y="2024164"/>
            <a:ext cx="10503568" cy="470687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</TotalTime>
  <Words>249</Words>
  <Application>Microsoft Office PowerPoint</Application>
  <PresentationFormat>Widescreen</PresentationFormat>
  <Paragraphs>39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Teams Page</vt:lpstr>
      <vt:lpstr>Week 13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John Gerega</cp:lastModifiedBy>
  <cp:revision>15</cp:revision>
  <dcterms:created xsi:type="dcterms:W3CDTF">2026-01-22T18:57:02Z</dcterms:created>
  <dcterms:modified xsi:type="dcterms:W3CDTF">2026-04-04T21:44:04Z</dcterms:modified>
</cp:coreProperties>
</file>