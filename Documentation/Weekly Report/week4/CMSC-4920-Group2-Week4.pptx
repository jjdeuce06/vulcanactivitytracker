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8" r:id="rId3"/>
    <p:sldId id="260" r:id="rId4"/>
    <p:sldId id="266" r:id="rId5"/>
    <p:sldId id="259" r:id="rId6"/>
    <p:sldId id="2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B36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B8F5E0-7123-4539-B655-966C911AA931}" v="5" dt="2026-02-08T13:57:07.0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9" d="100"/>
          <a:sy n="79" d="100"/>
        </p:scale>
        <p:origin x="27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custSel addSld modSld addMainMaster delMainMaster">
      <pc:chgData name="John Gerega" userId="bd3e1e46fb6a714b" providerId="LiveId" clId="{45F0C402-C550-4C82-B31D-5B32217A5E94}" dt="2026-02-07T17:26:54.361" v="699" actId="20577"/>
      <pc:docMkLst>
        <pc:docMk/>
      </pc:docMkLst>
      <pc:sldChg chg="addSp modSp mod setBg modClrScheme addAnim setClrOvrMap chgLayout">
        <pc:chgData name="John Gerega" userId="bd3e1e46fb6a714b" providerId="LiveId" clId="{45F0C402-C550-4C82-B31D-5B32217A5E94}" dt="2026-02-02T20:35:33.043" v="127" actId="20577"/>
        <pc:sldMkLst>
          <pc:docMk/>
          <pc:sldMk cId="4082599719" sldId="256"/>
        </pc:sldMkLst>
        <pc:spChg chg="mo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2" creationId="{1DCB08A9-9D49-7FE1-6F2A-E39642A502B2}"/>
          </ac:spMkLst>
        </pc:spChg>
        <pc:spChg chg="mod">
          <ac:chgData name="John Gerega" userId="bd3e1e46fb6a714b" providerId="LiveId" clId="{45F0C402-C550-4C82-B31D-5B32217A5E94}" dt="2026-02-02T20:35:33.043" v="127" actId="20577"/>
          <ac:spMkLst>
            <pc:docMk/>
            <pc:sldMk cId="4082599719" sldId="256"/>
            <ac:spMk id="3" creationId="{3FCEC20E-E2EC-8210-59DB-3F89C20EC0D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9" creationId="{B7E2F724-2FB3-4D1D-A730-739B8654C03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11" creationId="{B2C335F7-F61C-4EB4-80F2-4B1438FE66BB}"/>
          </ac:spMkLst>
        </pc:spChg>
        <pc:picChg chg="add">
          <ac:chgData name="John Gerega" userId="bd3e1e46fb6a714b" providerId="LiveId" clId="{45F0C402-C550-4C82-B31D-5B32217A5E94}" dt="2026-02-02T20:33:55.195" v="25" actId="26606"/>
          <ac:picMkLst>
            <pc:docMk/>
            <pc:sldMk cId="4082599719" sldId="256"/>
            <ac:picMk id="4" creationId="{88A7FD75-C4AD-D30D-B94B-BD1AB1F578FB}"/>
          </ac:picMkLst>
        </pc:picChg>
      </pc:sldChg>
      <pc:sldChg chg="modSp new mod">
        <pc:chgData name="John Gerega" userId="bd3e1e46fb6a714b" providerId="LiveId" clId="{45F0C402-C550-4C82-B31D-5B32217A5E94}" dt="2026-02-07T17:26:54.361" v="699" actId="20577"/>
        <pc:sldMkLst>
          <pc:docMk/>
          <pc:sldMk cId="15834778" sldId="258"/>
        </pc:sldMkLst>
        <pc:spChg chg="mod">
          <ac:chgData name="John Gerega" userId="bd3e1e46fb6a714b" providerId="LiveId" clId="{45F0C402-C550-4C82-B31D-5B32217A5E94}" dt="2026-02-02T20:35:58.107" v="152" actId="20577"/>
          <ac:spMkLst>
            <pc:docMk/>
            <pc:sldMk cId="15834778" sldId="258"/>
            <ac:spMk id="2" creationId="{35C0BA1F-8652-616C-B849-958E03EB7225}"/>
          </ac:spMkLst>
        </pc:spChg>
        <pc:spChg chg="mod">
          <ac:chgData name="John Gerega" userId="bd3e1e46fb6a714b" providerId="LiveId" clId="{45F0C402-C550-4C82-B31D-5B32217A5E94}" dt="2026-02-02T20:36:03.278" v="157" actId="20577"/>
          <ac:spMkLst>
            <pc:docMk/>
            <pc:sldMk cId="15834778" sldId="258"/>
            <ac:spMk id="3" creationId="{431AAD74-EB12-B48B-A428-3AE3FFD4726C}"/>
          </ac:spMkLst>
        </pc:spChg>
        <pc:spChg chg="mod">
          <ac:chgData name="John Gerega" userId="bd3e1e46fb6a714b" providerId="LiveId" clId="{45F0C402-C550-4C82-B31D-5B32217A5E94}" dt="2026-02-02T20:37:22.058" v="426" actId="20577"/>
          <ac:spMkLst>
            <pc:docMk/>
            <pc:sldMk cId="15834778" sldId="258"/>
            <ac:spMk id="4" creationId="{E561C6AA-9902-DF8F-9362-2CB01093FE3C}"/>
          </ac:spMkLst>
        </pc:spChg>
        <pc:spChg chg="mod">
          <ac:chgData name="John Gerega" userId="bd3e1e46fb6a714b" providerId="LiveId" clId="{45F0C402-C550-4C82-B31D-5B32217A5E94}" dt="2026-02-07T17:26:54.361" v="699" actId="20577"/>
          <ac:spMkLst>
            <pc:docMk/>
            <pc:sldMk cId="15834778" sldId="258"/>
            <ac:spMk id="6" creationId="{F191227A-06C8-D8A3-0CAF-897814B3001C}"/>
          </ac:spMkLst>
        </pc:spChg>
      </pc:sldChg>
      <pc:sldChg chg="modSp new mod">
        <pc:chgData name="John Gerega" userId="bd3e1e46fb6a714b" providerId="LiveId" clId="{45F0C402-C550-4C82-B31D-5B32217A5E94}" dt="2026-02-02T20:40:18.617" v="618" actId="20577"/>
        <pc:sldMkLst>
          <pc:docMk/>
          <pc:sldMk cId="1619079604" sldId="259"/>
        </pc:sldMkLst>
        <pc:spChg chg="mod">
          <ac:chgData name="John Gerega" userId="bd3e1e46fb6a714b" providerId="LiveId" clId="{45F0C402-C550-4C82-B31D-5B32217A5E94}" dt="2026-02-02T20:40:18.617" v="618" actId="20577"/>
          <ac:spMkLst>
            <pc:docMk/>
            <pc:sldMk cId="1619079604" sldId="259"/>
            <ac:spMk id="2" creationId="{6AEF2B38-CEDA-4975-20B3-61F49EDAA71B}"/>
          </ac:spMkLst>
        </pc:spChg>
      </pc:sldChg>
      <pc:sldMasterChg chg="add addSldLayout">
        <pc:chgData name="John Gerega" userId="bd3e1e46fb6a714b" providerId="LiveId" clId="{45F0C402-C550-4C82-B31D-5B32217A5E94}" dt="2026-02-02T20:33:55.195" v="25" actId="26606"/>
        <pc:sldMasterMkLst>
          <pc:docMk/>
          <pc:sldMasterMk cId="2277188416" sldId="2147483686"/>
        </pc:sldMasterMkLst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20327472" sldId="2147483675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877383696" sldId="2147483676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196479191" sldId="2147483677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46899338" sldId="2147483678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46954145" sldId="2147483679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61231552" sldId="2147483680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430509238" sldId="2147483681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44109887" sldId="2147483682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488737144" sldId="2147483683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56902003" sldId="2147483684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783778473" sldId="2147483685"/>
          </pc:sldLayoutMkLst>
        </pc:sldLayoutChg>
      </pc:sldMasterChg>
    </pc:docChg>
  </pc:docChgLst>
  <pc:docChgLst>
    <pc:chgData name="Margo Bonal" userId="18c9fa0f-b53d-478b-9dc0-6ad88786c19f" providerId="ADAL" clId="{93D479E5-F67F-4B8A-A78F-A0B574A116B6}"/>
    <pc:docChg chg="undo custSel addSld modSld">
      <pc:chgData name="Margo Bonal" userId="18c9fa0f-b53d-478b-9dc0-6ad88786c19f" providerId="ADAL" clId="{93D479E5-F67F-4B8A-A78F-A0B574A116B6}" dt="2026-02-08T13:57:07.036" v="892" actId="12100"/>
      <pc:docMkLst>
        <pc:docMk/>
      </pc:docMkLst>
      <pc:sldChg chg="modSp mod">
        <pc:chgData name="Margo Bonal" userId="18c9fa0f-b53d-478b-9dc0-6ad88786c19f" providerId="ADAL" clId="{93D479E5-F67F-4B8A-A78F-A0B574A116B6}" dt="2026-02-08T13:51:50.428" v="748" actId="20577"/>
        <pc:sldMkLst>
          <pc:docMk/>
          <pc:sldMk cId="15834778" sldId="258"/>
        </pc:sldMkLst>
        <pc:spChg chg="mod">
          <ac:chgData name="Margo Bonal" userId="18c9fa0f-b53d-478b-9dc0-6ad88786c19f" providerId="ADAL" clId="{93D479E5-F67F-4B8A-A78F-A0B574A116B6}" dt="2026-02-08T13:51:50.428" v="748" actId="20577"/>
          <ac:spMkLst>
            <pc:docMk/>
            <pc:sldMk cId="15834778" sldId="258"/>
            <ac:spMk id="4" creationId="{E561C6AA-9902-DF8F-9362-2CB01093FE3C}"/>
          </ac:spMkLst>
        </pc:spChg>
      </pc:sldChg>
      <pc:sldChg chg="addSp delSp modSp mod setBg addAnim delAnim">
        <pc:chgData name="Margo Bonal" userId="18c9fa0f-b53d-478b-9dc0-6ad88786c19f" providerId="ADAL" clId="{93D479E5-F67F-4B8A-A78F-A0B574A116B6}" dt="2026-02-03T23:01:29.897" v="9" actId="14100"/>
        <pc:sldMkLst>
          <pc:docMk/>
          <pc:sldMk cId="1619079604" sldId="259"/>
        </pc:sldMkLst>
        <pc:spChg chg="mod">
          <ac:chgData name="Margo Bonal" userId="18c9fa0f-b53d-478b-9dc0-6ad88786c19f" providerId="ADAL" clId="{93D479E5-F67F-4B8A-A78F-A0B574A116B6}" dt="2026-02-03T23:01:21.843" v="7" actId="26606"/>
          <ac:spMkLst>
            <pc:docMk/>
            <pc:sldMk cId="1619079604" sldId="259"/>
            <ac:spMk id="2" creationId="{6AEF2B38-CEDA-4975-20B3-61F49EDAA71B}"/>
          </ac:spMkLst>
        </pc:spChg>
        <pc:picChg chg="add mod">
          <ac:chgData name="Margo Bonal" userId="18c9fa0f-b53d-478b-9dc0-6ad88786c19f" providerId="ADAL" clId="{93D479E5-F67F-4B8A-A78F-A0B574A116B6}" dt="2026-02-03T23:01:29.897" v="9" actId="14100"/>
          <ac:picMkLst>
            <pc:docMk/>
            <pc:sldMk cId="1619079604" sldId="259"/>
            <ac:picMk id="6" creationId="{6D225721-0D4B-0F5E-1772-DBEBF94E117B}"/>
          </ac:picMkLst>
        </pc:picChg>
      </pc:sldChg>
      <pc:sldChg chg="modSp mod">
        <pc:chgData name="Margo Bonal" userId="18c9fa0f-b53d-478b-9dc0-6ad88786c19f" providerId="ADAL" clId="{93D479E5-F67F-4B8A-A78F-A0B574A116B6}" dt="2026-02-08T13:52:54.191" v="864" actId="313"/>
        <pc:sldMkLst>
          <pc:docMk/>
          <pc:sldMk cId="3161600005" sldId="260"/>
        </pc:sldMkLst>
        <pc:spChg chg="mod">
          <ac:chgData name="Margo Bonal" userId="18c9fa0f-b53d-478b-9dc0-6ad88786c19f" providerId="ADAL" clId="{93D479E5-F67F-4B8A-A78F-A0B574A116B6}" dt="2026-02-08T13:52:30.423" v="801" actId="20577"/>
          <ac:spMkLst>
            <pc:docMk/>
            <pc:sldMk cId="3161600005" sldId="260"/>
            <ac:spMk id="4" creationId="{776ECB18-DBAF-2BDD-C40E-4EABB40220F0}"/>
          </ac:spMkLst>
        </pc:spChg>
        <pc:spChg chg="mod">
          <ac:chgData name="Margo Bonal" userId="18c9fa0f-b53d-478b-9dc0-6ad88786c19f" providerId="ADAL" clId="{93D479E5-F67F-4B8A-A78F-A0B574A116B6}" dt="2026-02-08T13:52:54.191" v="864" actId="313"/>
          <ac:spMkLst>
            <pc:docMk/>
            <pc:sldMk cId="3161600005" sldId="260"/>
            <ac:spMk id="6" creationId="{088E4DDC-393B-1288-15A0-F2DC55C7EA64}"/>
          </ac:spMkLst>
        </pc:spChg>
      </pc:sldChg>
      <pc:sldChg chg="addSp modSp mod setBg">
        <pc:chgData name="Margo Bonal" userId="18c9fa0f-b53d-478b-9dc0-6ad88786c19f" providerId="ADAL" clId="{93D479E5-F67F-4B8A-A78F-A0B574A116B6}" dt="2026-02-08T13:57:07.036" v="892" actId="12100"/>
        <pc:sldMkLst>
          <pc:docMk/>
          <pc:sldMk cId="908531274" sldId="265"/>
        </pc:sldMkLst>
        <pc:spChg chg="mod">
          <ac:chgData name="Margo Bonal" userId="18c9fa0f-b53d-478b-9dc0-6ad88786c19f" providerId="ADAL" clId="{93D479E5-F67F-4B8A-A78F-A0B574A116B6}" dt="2026-02-08T13:55:15.747" v="889" actId="26606"/>
          <ac:spMkLst>
            <pc:docMk/>
            <pc:sldMk cId="908531274" sldId="265"/>
            <ac:spMk id="2" creationId="{9CD0FCC9-9B2B-2FB9-60E5-72F1827F24DF}"/>
          </ac:spMkLst>
        </pc:spChg>
        <pc:spChg chg="add">
          <ac:chgData name="Margo Bonal" userId="18c9fa0f-b53d-478b-9dc0-6ad88786c19f" providerId="ADAL" clId="{93D479E5-F67F-4B8A-A78F-A0B574A116B6}" dt="2026-02-08T13:55:15.747" v="889" actId="26606"/>
          <ac:spMkLst>
            <pc:docMk/>
            <pc:sldMk cId="908531274" sldId="265"/>
            <ac:spMk id="28" creationId="{817D949E-564D-4503-A64E-D22FA3232C29}"/>
          </ac:spMkLst>
        </pc:spChg>
        <pc:spChg chg="add">
          <ac:chgData name="Margo Bonal" userId="18c9fa0f-b53d-478b-9dc0-6ad88786c19f" providerId="ADAL" clId="{93D479E5-F67F-4B8A-A78F-A0B574A116B6}" dt="2026-02-08T13:55:15.747" v="889" actId="26606"/>
          <ac:spMkLst>
            <pc:docMk/>
            <pc:sldMk cId="908531274" sldId="265"/>
            <ac:spMk id="30" creationId="{92BE0106-0C20-465B-A1BE-0BAC2737B1AD}"/>
          </ac:spMkLst>
        </pc:spChg>
        <pc:spChg chg="add">
          <ac:chgData name="Margo Bonal" userId="18c9fa0f-b53d-478b-9dc0-6ad88786c19f" providerId="ADAL" clId="{93D479E5-F67F-4B8A-A78F-A0B574A116B6}" dt="2026-02-08T13:55:15.747" v="889" actId="26606"/>
          <ac:spMkLst>
            <pc:docMk/>
            <pc:sldMk cId="908531274" sldId="265"/>
            <ac:spMk id="32" creationId="{851808AB-2943-464C-A710-F2A18D869334}"/>
          </ac:spMkLst>
        </pc:spChg>
        <pc:graphicFrameChg chg="mod modGraphic">
          <ac:chgData name="Margo Bonal" userId="18c9fa0f-b53d-478b-9dc0-6ad88786c19f" providerId="ADAL" clId="{93D479E5-F67F-4B8A-A78F-A0B574A116B6}" dt="2026-02-08T13:57:07.036" v="892" actId="12100"/>
          <ac:graphicFrameMkLst>
            <pc:docMk/>
            <pc:sldMk cId="908531274" sldId="265"/>
            <ac:graphicFrameMk id="23" creationId="{44CD89A8-8DA1-F116-3D4F-01244121EF2F}"/>
          </ac:graphicFrameMkLst>
        </pc:graphicFrameChg>
      </pc:sldChg>
      <pc:sldChg chg="delSp modSp new mod">
        <pc:chgData name="Margo Bonal" userId="18c9fa0f-b53d-478b-9dc0-6ad88786c19f" providerId="ADAL" clId="{93D479E5-F67F-4B8A-A78F-A0B574A116B6}" dt="2026-02-08T13:54:39.835" v="888" actId="14100"/>
        <pc:sldMkLst>
          <pc:docMk/>
          <pc:sldMk cId="291263137" sldId="266"/>
        </pc:sldMkLst>
        <pc:spChg chg="mod">
          <ac:chgData name="Margo Bonal" userId="18c9fa0f-b53d-478b-9dc0-6ad88786c19f" providerId="ADAL" clId="{93D479E5-F67F-4B8A-A78F-A0B574A116B6}" dt="2026-02-08T13:53:12.305" v="884" actId="20577"/>
          <ac:spMkLst>
            <pc:docMk/>
            <pc:sldMk cId="291263137" sldId="266"/>
            <ac:spMk id="2" creationId="{550E036F-9CC8-EA49-B945-2716443B0D88}"/>
          </ac:spMkLst>
        </pc:spChg>
        <pc:spChg chg="del">
          <ac:chgData name="Margo Bonal" userId="18c9fa0f-b53d-478b-9dc0-6ad88786c19f" providerId="ADAL" clId="{93D479E5-F67F-4B8A-A78F-A0B574A116B6}" dt="2026-02-08T13:54:34.404" v="887" actId="21"/>
          <ac:spMkLst>
            <pc:docMk/>
            <pc:sldMk cId="291263137" sldId="266"/>
            <ac:spMk id="3" creationId="{7D1CFC71-2587-C6B9-0611-5CBB283752C5}"/>
          </ac:spMkLst>
        </pc:spChg>
        <pc:spChg chg="mod">
          <ac:chgData name="Margo Bonal" userId="18c9fa0f-b53d-478b-9dc0-6ad88786c19f" providerId="ADAL" clId="{93D479E5-F67F-4B8A-A78F-A0B574A116B6}" dt="2026-02-08T13:54:39.835" v="888" actId="14100"/>
          <ac:spMkLst>
            <pc:docMk/>
            <pc:sldMk cId="291263137" sldId="266"/>
            <ac:spMk id="4" creationId="{0330C9FD-8763-49EF-E294-3242410E144E}"/>
          </ac:spMkLst>
        </pc:spChg>
        <pc:spChg chg="del">
          <ac:chgData name="Margo Bonal" userId="18c9fa0f-b53d-478b-9dc0-6ad88786c19f" providerId="ADAL" clId="{93D479E5-F67F-4B8A-A78F-A0B574A116B6}" dt="2026-02-08T13:53:17.781" v="885" actId="21"/>
          <ac:spMkLst>
            <pc:docMk/>
            <pc:sldMk cId="291263137" sldId="266"/>
            <ac:spMk id="5" creationId="{30AD3A22-232F-E2CF-07BA-2F93F9E96965}"/>
          </ac:spMkLst>
        </pc:spChg>
        <pc:spChg chg="del">
          <ac:chgData name="Margo Bonal" userId="18c9fa0f-b53d-478b-9dc0-6ad88786c19f" providerId="ADAL" clId="{93D479E5-F67F-4B8A-A78F-A0B574A116B6}" dt="2026-02-08T13:53:20.937" v="886" actId="21"/>
          <ac:spMkLst>
            <pc:docMk/>
            <pc:sldMk cId="291263137" sldId="266"/>
            <ac:spMk id="6" creationId="{A95DA369-5598-AC33-41E7-D7C92E46E492}"/>
          </ac:spMkLst>
        </pc:spChg>
      </pc:sldChg>
    </pc:docChg>
  </pc:docChgLst>
  <pc:docChgLst>
    <pc:chgData name="Luke ruffing" userId="c83d55373a9d0f60" providerId="LiveId" clId="{7F051426-1AF3-4D06-899D-16659997B519}"/>
    <pc:docChg chg="custSel modSld">
      <pc:chgData name="Luke ruffing" userId="c83d55373a9d0f60" providerId="LiveId" clId="{7F051426-1AF3-4D06-899D-16659997B519}" dt="2026-02-06T23:17:14.450" v="45" actId="5793"/>
      <pc:docMkLst>
        <pc:docMk/>
      </pc:docMkLst>
      <pc:sldChg chg="modSp mod">
        <pc:chgData name="Luke ruffing" userId="c83d55373a9d0f60" providerId="LiveId" clId="{7F051426-1AF3-4D06-899D-16659997B519}" dt="2026-02-06T23:17:14.450" v="45" actId="5793"/>
        <pc:sldMkLst>
          <pc:docMk/>
          <pc:sldMk cId="15834778" sldId="258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C883F58-09E0-4E70-98D4-32C537E6F358}" type="doc">
      <dgm:prSet loTypeId="urn:microsoft.com/office/officeart/2008/layout/LinedList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C65EF1A1-4987-4440-88B2-2E7916CF0BC5}">
      <dgm:prSet/>
      <dgm:spPr/>
      <dgm:t>
        <a:bodyPr/>
        <a:lstStyle/>
        <a:p>
          <a:r>
            <a:rPr lang="en-US" dirty="0"/>
            <a:t>Continue Clubs Page Development </a:t>
          </a:r>
        </a:p>
      </dgm:t>
    </dgm:pt>
    <dgm:pt modelId="{DD7D6ECE-FF12-4EA8-A8E4-5F2EAA2892FB}" type="parTrans" cxnId="{35FCEE86-B5FE-47DA-87C2-D0F72527B7F6}">
      <dgm:prSet/>
      <dgm:spPr/>
      <dgm:t>
        <a:bodyPr/>
        <a:lstStyle/>
        <a:p>
          <a:endParaRPr lang="en-US"/>
        </a:p>
      </dgm:t>
    </dgm:pt>
    <dgm:pt modelId="{FCF3654C-E3BD-47D0-A0CA-9FC07C5BE1B5}" type="sibTrans" cxnId="{35FCEE86-B5FE-47DA-87C2-D0F72527B7F6}">
      <dgm:prSet/>
      <dgm:spPr/>
      <dgm:t>
        <a:bodyPr/>
        <a:lstStyle/>
        <a:p>
          <a:endParaRPr lang="en-US"/>
        </a:p>
      </dgm:t>
    </dgm:pt>
    <dgm:pt modelId="{9DC6CDF4-2BCB-4D5A-A2F7-9F8ECB80A928}">
      <dgm:prSet/>
      <dgm:spPr/>
      <dgm:t>
        <a:bodyPr/>
        <a:lstStyle/>
        <a:p>
          <a:r>
            <a:rPr lang="en-US" dirty="0"/>
            <a:t>Continue Leaderboard Page Development </a:t>
          </a:r>
        </a:p>
      </dgm:t>
    </dgm:pt>
    <dgm:pt modelId="{7C9BC6AB-481B-4ADC-BE3C-005DE147CD6E}" type="parTrans" cxnId="{078A1CDD-EFC7-4264-AE23-9CD8AA11F804}">
      <dgm:prSet/>
      <dgm:spPr/>
      <dgm:t>
        <a:bodyPr/>
        <a:lstStyle/>
        <a:p>
          <a:endParaRPr lang="en-US"/>
        </a:p>
      </dgm:t>
    </dgm:pt>
    <dgm:pt modelId="{4D855D76-FE7B-46C2-B885-4E579779B739}" type="sibTrans" cxnId="{078A1CDD-EFC7-4264-AE23-9CD8AA11F804}">
      <dgm:prSet/>
      <dgm:spPr/>
      <dgm:t>
        <a:bodyPr/>
        <a:lstStyle/>
        <a:p>
          <a:endParaRPr lang="en-US"/>
        </a:p>
      </dgm:t>
    </dgm:pt>
    <dgm:pt modelId="{13EAF17F-E179-489C-8C7B-820079082AE2}">
      <dgm:prSet/>
      <dgm:spPr/>
      <dgm:t>
        <a:bodyPr/>
        <a:lstStyle/>
        <a:p>
          <a:r>
            <a:rPr lang="en-US" dirty="0"/>
            <a:t>Begin Challenges Page Development</a:t>
          </a:r>
        </a:p>
      </dgm:t>
    </dgm:pt>
    <dgm:pt modelId="{B050925C-E8AC-4D1D-860E-344C9EB5F256}" type="parTrans" cxnId="{B53DCEE8-CAED-4225-9FF2-A809EE91ED5F}">
      <dgm:prSet/>
      <dgm:spPr/>
      <dgm:t>
        <a:bodyPr/>
        <a:lstStyle/>
        <a:p>
          <a:endParaRPr lang="en-US"/>
        </a:p>
      </dgm:t>
    </dgm:pt>
    <dgm:pt modelId="{4183C5E8-3F30-4046-82CD-C224611F81B6}" type="sibTrans" cxnId="{B53DCEE8-CAED-4225-9FF2-A809EE91ED5F}">
      <dgm:prSet/>
      <dgm:spPr/>
      <dgm:t>
        <a:bodyPr/>
        <a:lstStyle/>
        <a:p>
          <a:endParaRPr lang="en-US"/>
        </a:p>
      </dgm:t>
    </dgm:pt>
    <dgm:pt modelId="{5274ACC2-5CD8-421B-B400-65F9017F93A3}">
      <dgm:prSet/>
      <dgm:spPr/>
      <dgm:t>
        <a:bodyPr/>
        <a:lstStyle/>
        <a:p>
          <a:r>
            <a:rPr lang="en-US" dirty="0"/>
            <a:t>View Friends Accounts</a:t>
          </a:r>
        </a:p>
      </dgm:t>
    </dgm:pt>
    <dgm:pt modelId="{35FD7264-5B0C-4BA4-B912-CD59D4303F58}" type="parTrans" cxnId="{3E97607E-8CD9-4BBF-B41C-1200A4631164}">
      <dgm:prSet/>
      <dgm:spPr/>
      <dgm:t>
        <a:bodyPr/>
        <a:lstStyle/>
        <a:p>
          <a:endParaRPr lang="en-US"/>
        </a:p>
      </dgm:t>
    </dgm:pt>
    <dgm:pt modelId="{C83F91CA-13DB-4089-858E-E3D4B37DB32B}" type="sibTrans" cxnId="{3E97607E-8CD9-4BBF-B41C-1200A4631164}">
      <dgm:prSet/>
      <dgm:spPr/>
      <dgm:t>
        <a:bodyPr/>
        <a:lstStyle/>
        <a:p>
          <a:endParaRPr lang="en-US"/>
        </a:p>
      </dgm:t>
    </dgm:pt>
    <dgm:pt modelId="{276604CE-7742-461E-A1FB-5048586C5350}" type="pres">
      <dgm:prSet presAssocID="{7C883F58-09E0-4E70-98D4-32C537E6F358}" presName="vert0" presStyleCnt="0">
        <dgm:presLayoutVars>
          <dgm:dir/>
          <dgm:animOne val="branch"/>
          <dgm:animLvl val="lvl"/>
        </dgm:presLayoutVars>
      </dgm:prSet>
      <dgm:spPr/>
    </dgm:pt>
    <dgm:pt modelId="{0F199995-7505-4B9F-9DBC-C39FD8496ABF}" type="pres">
      <dgm:prSet presAssocID="{C65EF1A1-4987-4440-88B2-2E7916CF0BC5}" presName="thickLine" presStyleLbl="alignNode1" presStyleIdx="0" presStyleCnt="4"/>
      <dgm:spPr/>
    </dgm:pt>
    <dgm:pt modelId="{5DE2624A-6D7F-4DAA-96DF-B718DA4E7783}" type="pres">
      <dgm:prSet presAssocID="{C65EF1A1-4987-4440-88B2-2E7916CF0BC5}" presName="horz1" presStyleCnt="0"/>
      <dgm:spPr/>
    </dgm:pt>
    <dgm:pt modelId="{E7487A2F-0727-4597-8435-723BD19D3B22}" type="pres">
      <dgm:prSet presAssocID="{C65EF1A1-4987-4440-88B2-2E7916CF0BC5}" presName="tx1" presStyleLbl="revTx" presStyleIdx="0" presStyleCnt="4"/>
      <dgm:spPr/>
    </dgm:pt>
    <dgm:pt modelId="{4DC4D27E-86DA-4630-9F1E-424B508FE567}" type="pres">
      <dgm:prSet presAssocID="{C65EF1A1-4987-4440-88B2-2E7916CF0BC5}" presName="vert1" presStyleCnt="0"/>
      <dgm:spPr/>
    </dgm:pt>
    <dgm:pt modelId="{42DE9A3D-D36B-48B0-A9CC-5C9B4FB79C2A}" type="pres">
      <dgm:prSet presAssocID="{9DC6CDF4-2BCB-4D5A-A2F7-9F8ECB80A928}" presName="thickLine" presStyleLbl="alignNode1" presStyleIdx="1" presStyleCnt="4"/>
      <dgm:spPr/>
    </dgm:pt>
    <dgm:pt modelId="{D09D6C41-8919-4657-A155-C826C3ACFB78}" type="pres">
      <dgm:prSet presAssocID="{9DC6CDF4-2BCB-4D5A-A2F7-9F8ECB80A928}" presName="horz1" presStyleCnt="0"/>
      <dgm:spPr/>
    </dgm:pt>
    <dgm:pt modelId="{A7348878-5FE5-4EEF-AE6E-6E7EA3A90261}" type="pres">
      <dgm:prSet presAssocID="{9DC6CDF4-2BCB-4D5A-A2F7-9F8ECB80A928}" presName="tx1" presStyleLbl="revTx" presStyleIdx="1" presStyleCnt="4"/>
      <dgm:spPr/>
    </dgm:pt>
    <dgm:pt modelId="{44310A2F-0535-4896-BE26-02EE5186D6AC}" type="pres">
      <dgm:prSet presAssocID="{9DC6CDF4-2BCB-4D5A-A2F7-9F8ECB80A928}" presName="vert1" presStyleCnt="0"/>
      <dgm:spPr/>
    </dgm:pt>
    <dgm:pt modelId="{6C8467B9-4C0B-4CE7-8A42-FC64A9E10138}" type="pres">
      <dgm:prSet presAssocID="{13EAF17F-E179-489C-8C7B-820079082AE2}" presName="thickLine" presStyleLbl="alignNode1" presStyleIdx="2" presStyleCnt="4"/>
      <dgm:spPr/>
    </dgm:pt>
    <dgm:pt modelId="{7E7AD706-D3F3-40B8-B57E-7965755C82C0}" type="pres">
      <dgm:prSet presAssocID="{13EAF17F-E179-489C-8C7B-820079082AE2}" presName="horz1" presStyleCnt="0"/>
      <dgm:spPr/>
    </dgm:pt>
    <dgm:pt modelId="{383CC481-DF00-41CD-A46D-FD01FC896133}" type="pres">
      <dgm:prSet presAssocID="{13EAF17F-E179-489C-8C7B-820079082AE2}" presName="tx1" presStyleLbl="revTx" presStyleIdx="2" presStyleCnt="4"/>
      <dgm:spPr/>
    </dgm:pt>
    <dgm:pt modelId="{DD9B1B45-7874-495E-8D38-2000547C63A4}" type="pres">
      <dgm:prSet presAssocID="{13EAF17F-E179-489C-8C7B-820079082AE2}" presName="vert1" presStyleCnt="0"/>
      <dgm:spPr/>
    </dgm:pt>
    <dgm:pt modelId="{56D65ACD-28A1-4234-A529-AA94488022DF}" type="pres">
      <dgm:prSet presAssocID="{5274ACC2-5CD8-421B-B400-65F9017F93A3}" presName="thickLine" presStyleLbl="alignNode1" presStyleIdx="3" presStyleCnt="4"/>
      <dgm:spPr/>
    </dgm:pt>
    <dgm:pt modelId="{2268E112-CDC6-4811-9EE6-8E2FD7779A73}" type="pres">
      <dgm:prSet presAssocID="{5274ACC2-5CD8-421B-B400-65F9017F93A3}" presName="horz1" presStyleCnt="0"/>
      <dgm:spPr/>
    </dgm:pt>
    <dgm:pt modelId="{AA4D3A39-EA1B-4A21-A9EE-A703B2DD1679}" type="pres">
      <dgm:prSet presAssocID="{5274ACC2-5CD8-421B-B400-65F9017F93A3}" presName="tx1" presStyleLbl="revTx" presStyleIdx="3" presStyleCnt="4"/>
      <dgm:spPr/>
    </dgm:pt>
    <dgm:pt modelId="{2EF5FD05-62CA-432E-8813-071EDAFA500B}" type="pres">
      <dgm:prSet presAssocID="{5274ACC2-5CD8-421B-B400-65F9017F93A3}" presName="vert1" presStyleCnt="0"/>
      <dgm:spPr/>
    </dgm:pt>
  </dgm:ptLst>
  <dgm:cxnLst>
    <dgm:cxn modelId="{F030A33A-2D57-474A-9006-FA847136A542}" type="presOf" srcId="{13EAF17F-E179-489C-8C7B-820079082AE2}" destId="{383CC481-DF00-41CD-A46D-FD01FC896133}" srcOrd="0" destOrd="0" presId="urn:microsoft.com/office/officeart/2008/layout/LinedList"/>
    <dgm:cxn modelId="{791CF645-63C7-4EDC-8A49-3104EA8923E4}" type="presOf" srcId="{C65EF1A1-4987-4440-88B2-2E7916CF0BC5}" destId="{E7487A2F-0727-4597-8435-723BD19D3B22}" srcOrd="0" destOrd="0" presId="urn:microsoft.com/office/officeart/2008/layout/LinedList"/>
    <dgm:cxn modelId="{3E97607E-8CD9-4BBF-B41C-1200A4631164}" srcId="{7C883F58-09E0-4E70-98D4-32C537E6F358}" destId="{5274ACC2-5CD8-421B-B400-65F9017F93A3}" srcOrd="3" destOrd="0" parTransId="{35FD7264-5B0C-4BA4-B912-CD59D4303F58}" sibTransId="{C83F91CA-13DB-4089-858E-E3D4B37DB32B}"/>
    <dgm:cxn modelId="{35FCEE86-B5FE-47DA-87C2-D0F72527B7F6}" srcId="{7C883F58-09E0-4E70-98D4-32C537E6F358}" destId="{C65EF1A1-4987-4440-88B2-2E7916CF0BC5}" srcOrd="0" destOrd="0" parTransId="{DD7D6ECE-FF12-4EA8-A8E4-5F2EAA2892FB}" sibTransId="{FCF3654C-E3BD-47D0-A0CA-9FC07C5BE1B5}"/>
    <dgm:cxn modelId="{5301BA8C-06F8-48F6-8C0F-730BC0AA449A}" type="presOf" srcId="{7C883F58-09E0-4E70-98D4-32C537E6F358}" destId="{276604CE-7742-461E-A1FB-5048586C5350}" srcOrd="0" destOrd="0" presId="urn:microsoft.com/office/officeart/2008/layout/LinedList"/>
    <dgm:cxn modelId="{078A1CDD-EFC7-4264-AE23-9CD8AA11F804}" srcId="{7C883F58-09E0-4E70-98D4-32C537E6F358}" destId="{9DC6CDF4-2BCB-4D5A-A2F7-9F8ECB80A928}" srcOrd="1" destOrd="0" parTransId="{7C9BC6AB-481B-4ADC-BE3C-005DE147CD6E}" sibTransId="{4D855D76-FE7B-46C2-B885-4E579779B739}"/>
    <dgm:cxn modelId="{51F458E0-54CD-4C7B-9EB5-597DA78D1BF6}" type="presOf" srcId="{5274ACC2-5CD8-421B-B400-65F9017F93A3}" destId="{AA4D3A39-EA1B-4A21-A9EE-A703B2DD1679}" srcOrd="0" destOrd="0" presId="urn:microsoft.com/office/officeart/2008/layout/LinedList"/>
    <dgm:cxn modelId="{B53DCEE8-CAED-4225-9FF2-A809EE91ED5F}" srcId="{7C883F58-09E0-4E70-98D4-32C537E6F358}" destId="{13EAF17F-E179-489C-8C7B-820079082AE2}" srcOrd="2" destOrd="0" parTransId="{B050925C-E8AC-4D1D-860E-344C9EB5F256}" sibTransId="{4183C5E8-3F30-4046-82CD-C224611F81B6}"/>
    <dgm:cxn modelId="{EAFDCAF9-29AC-48D4-A298-CC2F75849CE0}" type="presOf" srcId="{9DC6CDF4-2BCB-4D5A-A2F7-9F8ECB80A928}" destId="{A7348878-5FE5-4EEF-AE6E-6E7EA3A90261}" srcOrd="0" destOrd="0" presId="urn:microsoft.com/office/officeart/2008/layout/LinedList"/>
    <dgm:cxn modelId="{25B94CAD-06A9-4658-960A-A4895F617863}" type="presParOf" srcId="{276604CE-7742-461E-A1FB-5048586C5350}" destId="{0F199995-7505-4B9F-9DBC-C39FD8496ABF}" srcOrd="0" destOrd="0" presId="urn:microsoft.com/office/officeart/2008/layout/LinedList"/>
    <dgm:cxn modelId="{6432556C-3E58-42B8-ACBD-C63FC7681150}" type="presParOf" srcId="{276604CE-7742-461E-A1FB-5048586C5350}" destId="{5DE2624A-6D7F-4DAA-96DF-B718DA4E7783}" srcOrd="1" destOrd="0" presId="urn:microsoft.com/office/officeart/2008/layout/LinedList"/>
    <dgm:cxn modelId="{283053C9-D01A-4B11-9730-24F38F89D221}" type="presParOf" srcId="{5DE2624A-6D7F-4DAA-96DF-B718DA4E7783}" destId="{E7487A2F-0727-4597-8435-723BD19D3B22}" srcOrd="0" destOrd="0" presId="urn:microsoft.com/office/officeart/2008/layout/LinedList"/>
    <dgm:cxn modelId="{378B700A-CDAE-402D-B998-C7E834E32F34}" type="presParOf" srcId="{5DE2624A-6D7F-4DAA-96DF-B718DA4E7783}" destId="{4DC4D27E-86DA-4630-9F1E-424B508FE567}" srcOrd="1" destOrd="0" presId="urn:microsoft.com/office/officeart/2008/layout/LinedList"/>
    <dgm:cxn modelId="{171C8AA9-AFB1-4DF4-9D8B-63A1FFA0716C}" type="presParOf" srcId="{276604CE-7742-461E-A1FB-5048586C5350}" destId="{42DE9A3D-D36B-48B0-A9CC-5C9B4FB79C2A}" srcOrd="2" destOrd="0" presId="urn:microsoft.com/office/officeart/2008/layout/LinedList"/>
    <dgm:cxn modelId="{599C4CA5-3C60-4EB7-9C5C-9406BD5FD5C5}" type="presParOf" srcId="{276604CE-7742-461E-A1FB-5048586C5350}" destId="{D09D6C41-8919-4657-A155-C826C3ACFB78}" srcOrd="3" destOrd="0" presId="urn:microsoft.com/office/officeart/2008/layout/LinedList"/>
    <dgm:cxn modelId="{3066C009-1AEC-4838-A837-B79E73E88EBE}" type="presParOf" srcId="{D09D6C41-8919-4657-A155-C826C3ACFB78}" destId="{A7348878-5FE5-4EEF-AE6E-6E7EA3A90261}" srcOrd="0" destOrd="0" presId="urn:microsoft.com/office/officeart/2008/layout/LinedList"/>
    <dgm:cxn modelId="{822D3625-81AB-4EF6-A864-89D886D52500}" type="presParOf" srcId="{D09D6C41-8919-4657-A155-C826C3ACFB78}" destId="{44310A2F-0535-4896-BE26-02EE5186D6AC}" srcOrd="1" destOrd="0" presId="urn:microsoft.com/office/officeart/2008/layout/LinedList"/>
    <dgm:cxn modelId="{E6F44004-A0F1-45EC-86B9-67331DB04434}" type="presParOf" srcId="{276604CE-7742-461E-A1FB-5048586C5350}" destId="{6C8467B9-4C0B-4CE7-8A42-FC64A9E10138}" srcOrd="4" destOrd="0" presId="urn:microsoft.com/office/officeart/2008/layout/LinedList"/>
    <dgm:cxn modelId="{748205F5-2397-4142-B613-2E3243F6684A}" type="presParOf" srcId="{276604CE-7742-461E-A1FB-5048586C5350}" destId="{7E7AD706-D3F3-40B8-B57E-7965755C82C0}" srcOrd="5" destOrd="0" presId="urn:microsoft.com/office/officeart/2008/layout/LinedList"/>
    <dgm:cxn modelId="{8D0F816B-B145-4C7B-885E-7C2468E931E1}" type="presParOf" srcId="{7E7AD706-D3F3-40B8-B57E-7965755C82C0}" destId="{383CC481-DF00-41CD-A46D-FD01FC896133}" srcOrd="0" destOrd="0" presId="urn:microsoft.com/office/officeart/2008/layout/LinedList"/>
    <dgm:cxn modelId="{497E415F-03CD-4D84-8F29-10A3D8A6EB29}" type="presParOf" srcId="{7E7AD706-D3F3-40B8-B57E-7965755C82C0}" destId="{DD9B1B45-7874-495E-8D38-2000547C63A4}" srcOrd="1" destOrd="0" presId="urn:microsoft.com/office/officeart/2008/layout/LinedList"/>
    <dgm:cxn modelId="{B6F7C035-0F9E-4A94-AB94-A19ED2DB9C66}" type="presParOf" srcId="{276604CE-7742-461E-A1FB-5048586C5350}" destId="{56D65ACD-28A1-4234-A529-AA94488022DF}" srcOrd="6" destOrd="0" presId="urn:microsoft.com/office/officeart/2008/layout/LinedList"/>
    <dgm:cxn modelId="{EB444053-D12C-42F5-933B-F81F2195D2DF}" type="presParOf" srcId="{276604CE-7742-461E-A1FB-5048586C5350}" destId="{2268E112-CDC6-4811-9EE6-8E2FD7779A73}" srcOrd="7" destOrd="0" presId="urn:microsoft.com/office/officeart/2008/layout/LinedList"/>
    <dgm:cxn modelId="{5D1A5A06-B591-4771-9959-FD9BFA34A46F}" type="presParOf" srcId="{2268E112-CDC6-4811-9EE6-8E2FD7779A73}" destId="{AA4D3A39-EA1B-4A21-A9EE-A703B2DD1679}" srcOrd="0" destOrd="0" presId="urn:microsoft.com/office/officeart/2008/layout/LinedList"/>
    <dgm:cxn modelId="{B8A2E9FB-8BDF-4D4F-B4D9-88F96AAE777D}" type="presParOf" srcId="{2268E112-CDC6-4811-9EE6-8E2FD7779A73}" destId="{2EF5FD05-62CA-432E-8813-071EDAFA500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199995-7505-4B9F-9DBC-C39FD8496ABF}">
      <dsp:nvSpPr>
        <dsp:cNvPr id="0" name=""/>
        <dsp:cNvSpPr/>
      </dsp:nvSpPr>
      <dsp:spPr>
        <a:xfrm>
          <a:off x="0" y="0"/>
          <a:ext cx="6620255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487A2F-0727-4597-8435-723BD19D3B22}">
      <dsp:nvSpPr>
        <dsp:cNvPr id="0" name=""/>
        <dsp:cNvSpPr/>
      </dsp:nvSpPr>
      <dsp:spPr>
        <a:xfrm>
          <a:off x="0" y="0"/>
          <a:ext cx="6620255" cy="1241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Continue Clubs Page Development </a:t>
          </a:r>
        </a:p>
      </dsp:txBody>
      <dsp:txXfrm>
        <a:off x="0" y="0"/>
        <a:ext cx="6620255" cy="1241298"/>
      </dsp:txXfrm>
    </dsp:sp>
    <dsp:sp modelId="{42DE9A3D-D36B-48B0-A9CC-5C9B4FB79C2A}">
      <dsp:nvSpPr>
        <dsp:cNvPr id="0" name=""/>
        <dsp:cNvSpPr/>
      </dsp:nvSpPr>
      <dsp:spPr>
        <a:xfrm>
          <a:off x="0" y="1241298"/>
          <a:ext cx="6620255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348878-5FE5-4EEF-AE6E-6E7EA3A90261}">
      <dsp:nvSpPr>
        <dsp:cNvPr id="0" name=""/>
        <dsp:cNvSpPr/>
      </dsp:nvSpPr>
      <dsp:spPr>
        <a:xfrm>
          <a:off x="0" y="1241298"/>
          <a:ext cx="6620255" cy="1241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Continue Leaderboard Page Development </a:t>
          </a:r>
        </a:p>
      </dsp:txBody>
      <dsp:txXfrm>
        <a:off x="0" y="1241298"/>
        <a:ext cx="6620255" cy="1241298"/>
      </dsp:txXfrm>
    </dsp:sp>
    <dsp:sp modelId="{6C8467B9-4C0B-4CE7-8A42-FC64A9E10138}">
      <dsp:nvSpPr>
        <dsp:cNvPr id="0" name=""/>
        <dsp:cNvSpPr/>
      </dsp:nvSpPr>
      <dsp:spPr>
        <a:xfrm>
          <a:off x="0" y="2482596"/>
          <a:ext cx="6620255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3CC481-DF00-41CD-A46D-FD01FC896133}">
      <dsp:nvSpPr>
        <dsp:cNvPr id="0" name=""/>
        <dsp:cNvSpPr/>
      </dsp:nvSpPr>
      <dsp:spPr>
        <a:xfrm>
          <a:off x="0" y="2482596"/>
          <a:ext cx="6620255" cy="1241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Begin Challenges Page Development</a:t>
          </a:r>
        </a:p>
      </dsp:txBody>
      <dsp:txXfrm>
        <a:off x="0" y="2482596"/>
        <a:ext cx="6620255" cy="1241298"/>
      </dsp:txXfrm>
    </dsp:sp>
    <dsp:sp modelId="{56D65ACD-28A1-4234-A529-AA94488022DF}">
      <dsp:nvSpPr>
        <dsp:cNvPr id="0" name=""/>
        <dsp:cNvSpPr/>
      </dsp:nvSpPr>
      <dsp:spPr>
        <a:xfrm>
          <a:off x="0" y="3723894"/>
          <a:ext cx="6620255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4D3A39-EA1B-4A21-A9EE-A703B2DD1679}">
      <dsp:nvSpPr>
        <dsp:cNvPr id="0" name=""/>
        <dsp:cNvSpPr/>
      </dsp:nvSpPr>
      <dsp:spPr>
        <a:xfrm>
          <a:off x="0" y="3723894"/>
          <a:ext cx="6620255" cy="1241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 dirty="0"/>
            <a:t>View Friends Accounts</a:t>
          </a:r>
        </a:p>
      </dsp:txBody>
      <dsp:txXfrm>
        <a:off x="0" y="3723894"/>
        <a:ext cx="6620255" cy="12412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509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109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73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0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78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54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327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479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9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31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188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Time compass on hand">
            <a:extLst>
              <a:ext uri="{FF2B5EF4-FFF2-40B4-BE49-F238E27FC236}">
                <a16:creationId xmlns:a16="http://schemas.microsoft.com/office/drawing/2014/main" id="{88A7FD75-C4AD-D30D-B94B-BD1AB1F578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541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CB08A9-9D49-7FE1-6F2A-E39642A50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EC20E-E2EC-8210-59DB-3F89C20EC0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2119317"/>
          </a:xfrm>
        </p:spPr>
        <p:txBody>
          <a:bodyPr anchor="t">
            <a:normAutofit fontScale="92500" lnSpcReduction="20000"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CMSC-4920-SeniorProject2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Group 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Margo Bonal</a:t>
            </a:r>
          </a:p>
          <a:p>
            <a:r>
              <a:rPr lang="en-US" sz="2400" dirty="0">
                <a:solidFill>
                  <a:srgbClr val="FFFFFF"/>
                </a:solidFill>
              </a:rPr>
              <a:t>John Gerega</a:t>
            </a:r>
          </a:p>
          <a:p>
            <a:r>
              <a:rPr lang="en-US" sz="2400" dirty="0">
                <a:solidFill>
                  <a:srgbClr val="FFFFFF"/>
                </a:solidFill>
              </a:rPr>
              <a:t>Luke Ruffing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997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0BA1F-8652-616C-B849-958E03EB7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AAD74-EB12-B48B-A428-3AE3FFD472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7" y="1947553"/>
            <a:ext cx="11164823" cy="1051679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8B3625"/>
                </a:solidFill>
              </a:rPr>
              <a:t>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1C6AA-9902-DF8F-9362-2CB01093FE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7" y="3035808"/>
            <a:ext cx="11425369" cy="3310128"/>
          </a:xfrm>
        </p:spPr>
        <p:txBody>
          <a:bodyPr/>
          <a:lstStyle/>
          <a:p>
            <a:r>
              <a:rPr lang="en-US" dirty="0"/>
              <a:t>Corrected Activity Table refreshing error, data can be seen immediately now</a:t>
            </a:r>
          </a:p>
          <a:p>
            <a:r>
              <a:rPr lang="en-US" dirty="0"/>
              <a:t>Set up the leaderboard page to extract user activities and filter them based on activity type or general statistics</a:t>
            </a:r>
          </a:p>
          <a:p>
            <a:r>
              <a:rPr lang="en-US" dirty="0"/>
              <a:t>Begin setup of the Clubs page</a:t>
            </a:r>
          </a:p>
          <a:p>
            <a:r>
              <a:rPr lang="en-US" dirty="0"/>
              <a:t>Display recent activities on the dashboard</a:t>
            </a:r>
          </a:p>
          <a:p>
            <a:r>
              <a:rPr lang="en-US" dirty="0"/>
              <a:t>Addition of Friends feature: user can view list available users and friends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4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EE7C0-6265-A65C-D5B2-56F77E5C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B8774-44D3-88FB-845F-39DBA8532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&amp; Solutions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54D469-5A0B-78A0-68F9-2BD6DD5BD0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b="1" dirty="0">
                <a:solidFill>
                  <a:srgbClr val="8B3625"/>
                </a:solidFill>
              </a:rPr>
              <a:t>Challenges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6ECB18-DBAF-2BDD-C40E-4EABB40220F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Async function timing on Activity Table API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Owner could join their own club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Struggle to filter data on leaderboard based on activity type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User can’t add themselves as a friend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Duplicate Friends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815449-EECC-EF8D-AD62-79884879F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US" sz="2400" b="1" dirty="0">
                <a:solidFill>
                  <a:srgbClr val="8B3625"/>
                </a:solidFill>
              </a:rPr>
              <a:t>Solutions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8E4DDC-393B-1288-15A0-F2DC55C7EA6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Logic needed rearranged so table API triggered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Added column in schema to hold club creators User ID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No solution yet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Check user unique id from database, and remove from dropdown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 Once friend is added, take off dropdown list </a:t>
            </a:r>
          </a:p>
          <a:p>
            <a:pPr lvl="1"/>
            <a:r>
              <a:rPr lang="en-US" dirty="0"/>
              <a:t>Add to existing friend schema so next session friends are visible</a:t>
            </a:r>
          </a:p>
        </p:txBody>
      </p:sp>
    </p:spTree>
    <p:extLst>
      <p:ext uri="{BB962C8B-B14F-4D97-AF65-F5344CB8AC3E}">
        <p14:creationId xmlns:p14="http://schemas.microsoft.com/office/powerpoint/2010/main" val="3161600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E036F-9CC8-EA49-B945-2716443B0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 Video Demo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30C9FD-8763-49EF-E294-3242410E14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7" y="2004413"/>
            <a:ext cx="11420493" cy="4341523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263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F2B38-CEDA-4975-20B3-61F49EDAA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Gant Chart Progress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225721-0D4B-0F5E-1772-DBEBF94E1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19" y="1795221"/>
            <a:ext cx="11068839" cy="47448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9079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D0FCC9-9B2B-2FB9-60E5-72F1827F2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032504" cy="3364992"/>
          </a:xfrm>
        </p:spPr>
        <p:txBody>
          <a:bodyPr>
            <a:normAutofit/>
          </a:bodyPr>
          <a:lstStyle/>
          <a:p>
            <a:r>
              <a:rPr lang="en-US" dirty="0"/>
              <a:t>Team </a:t>
            </a:r>
            <a:r>
              <a:rPr lang="en-US"/>
              <a:t>Week 4 </a:t>
            </a:r>
            <a:r>
              <a:rPr lang="en-US" dirty="0"/>
              <a:t>Schedule: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403250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51808AB-2943-464C-A710-F2A18D869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65776" y="6300216"/>
            <a:ext cx="6620256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44CD89A8-8DA1-F116-3D4F-01244121EF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4972028"/>
              </p:ext>
            </p:extLst>
          </p:nvPr>
        </p:nvGraphicFramePr>
        <p:xfrm>
          <a:off x="5065776" y="978408"/>
          <a:ext cx="6620256" cy="49651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08531274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</TotalTime>
  <Words>187</Words>
  <Application>Microsoft Office PowerPoint</Application>
  <PresentationFormat>Widescreen</PresentationFormat>
  <Paragraphs>35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Bierstadt</vt:lpstr>
      <vt:lpstr>GestaltVTI</vt:lpstr>
      <vt:lpstr>Vulcan Activity Tracker</vt:lpstr>
      <vt:lpstr>Weekly Progress</vt:lpstr>
      <vt:lpstr>Challenges &amp; Solutions</vt:lpstr>
      <vt:lpstr>Progress Video Demo</vt:lpstr>
      <vt:lpstr>Gant Chart Progress</vt:lpstr>
      <vt:lpstr>Team Week 4 Schedule: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Gerega</dc:creator>
  <cp:lastModifiedBy>Margo Bonal</cp:lastModifiedBy>
  <cp:revision>3</cp:revision>
  <dcterms:created xsi:type="dcterms:W3CDTF">2026-02-02T20:32:56Z</dcterms:created>
  <dcterms:modified xsi:type="dcterms:W3CDTF">2026-02-08T13:57:15Z</dcterms:modified>
</cp:coreProperties>
</file>