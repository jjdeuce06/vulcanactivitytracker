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5" r:id="rId4"/>
    <p:sldId id="266" r:id="rId5"/>
    <p:sldId id="267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B6696A-4F6B-4729-BD3B-FECB1658CA32}" v="16" dt="2026-04-19T16:46:20.4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04T21:43:59.122" v="3258" actId="20577"/>
      <pc:docMkLst>
        <pc:docMk/>
      </pc:docMkLst>
      <pc:sldChg chg="addSp delSp modSp mod">
        <pc:chgData name="John Gerega" userId="bd3e1e46fb6a714b" providerId="LiveId" clId="{45F0C402-C550-4C82-B31D-5B32217A5E94}" dt="2026-04-04T21:42:06.712" v="2692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4-04T21:42:06.712" v="269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modSp mod">
        <pc:chgData name="John Gerega" userId="bd3e1e46fb6a714b" providerId="LiveId" clId="{45F0C402-C550-4C82-B31D-5B32217A5E94}" dt="2026-04-04T21:43:59.122" v="3258" actId="20577"/>
        <pc:sldMkLst>
          <pc:docMk/>
          <pc:sldMk cId="3526335932" sldId="266"/>
        </pc:sldMkLst>
        <pc:spChg chg="add mod">
          <ac:chgData name="John Gerega" userId="bd3e1e46fb6a714b" providerId="LiveId" clId="{45F0C402-C550-4C82-B31D-5B32217A5E94}" dt="2026-03-22T16:14:00.248" v="2133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John Gerega" userId="bd3e1e46fb6a714b" providerId="LiveId" clId="{45F0C402-C550-4C82-B31D-5B32217A5E94}" dt="2026-04-04T21:43:44.510" v="3160" actId="20577"/>
          <ac:spMkLst>
            <pc:docMk/>
            <pc:sldMk cId="3526335932" sldId="266"/>
            <ac:spMk id="4" creationId="{86ED9EE4-56A8-6AFD-BE9A-A35D2ABC59A0}"/>
          </ac:spMkLst>
        </pc:sp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">
      <pc:chgData name="Margo Bonal" userId="18c9fa0f-b53d-478b-9dc0-6ad88786c19f" providerId="ADAL" clId="{93D479E5-F67F-4B8A-A78F-A0B574A116B6}" dt="2026-04-19T16:46:20.913" v="1836" actId="20577"/>
      <pc:docMkLst>
        <pc:docMk/>
      </pc:docMkLst>
      <pc:sldChg chg="addSp delSp modSp add del mod">
        <pc:chgData name="Margo Bonal" userId="18c9fa0f-b53d-478b-9dc0-6ad88786c19f" providerId="ADAL" clId="{93D479E5-F67F-4B8A-A78F-A0B574A116B6}" dt="2026-04-19T16:45:13.626" v="1822" actId="14100"/>
        <pc:sldMkLst>
          <pc:docMk/>
          <pc:sldMk cId="3713997872" sldId="259"/>
        </pc:sldMkLst>
        <pc:picChg chg="add del mod">
          <ac:chgData name="Margo Bonal" userId="18c9fa0f-b53d-478b-9dc0-6ad88786c19f" providerId="ADAL" clId="{93D479E5-F67F-4B8A-A78F-A0B574A116B6}" dt="2026-04-19T16:44:51.534" v="1816" actId="478"/>
          <ac:picMkLst>
            <pc:docMk/>
            <pc:sldMk cId="3713997872" sldId="259"/>
            <ac:picMk id="5" creationId="{B0894097-9C9B-8B23-3BC5-11C154EBBAD5}"/>
          </ac:picMkLst>
        </pc:picChg>
        <pc:picChg chg="add mod">
          <ac:chgData name="Margo Bonal" userId="18c9fa0f-b53d-478b-9dc0-6ad88786c19f" providerId="ADAL" clId="{93D479E5-F67F-4B8A-A78F-A0B574A116B6}" dt="2026-04-19T16:45:13.626" v="1822" actId="14100"/>
          <ac:picMkLst>
            <pc:docMk/>
            <pc:sldMk cId="3713997872" sldId="259"/>
            <ac:picMk id="6" creationId="{39CFE319-1228-241C-E27B-2F090068170E}"/>
          </ac:picMkLst>
        </pc:picChg>
      </pc:sldChg>
      <pc:sldChg chg="addSp delSp modSp mod">
        <pc:chgData name="Margo Bonal" userId="18c9fa0f-b53d-478b-9dc0-6ad88786c19f" providerId="ADAL" clId="{93D479E5-F67F-4B8A-A78F-A0B574A116B6}" dt="2026-04-19T16:46:20.913" v="1836" actId="20577"/>
        <pc:sldMkLst>
          <pc:docMk/>
          <pc:sldMk cId="3921983173" sldId="260"/>
        </pc:sldMkLst>
        <pc:spChg chg="del">
          <ac:chgData name="Margo Bonal" userId="18c9fa0f-b53d-478b-9dc0-6ad88786c19f" providerId="ADAL" clId="{93D479E5-F67F-4B8A-A78F-A0B574A116B6}" dt="2026-04-19T16:45:57.441" v="1829" actId="478"/>
          <ac:spMkLst>
            <pc:docMk/>
            <pc:sldMk cId="3921983173" sldId="260"/>
            <ac:spMk id="2" creationId="{9C9AD6B9-1CEE-7976-0BB7-22F5E9535735}"/>
          </ac:spMkLst>
        </pc:spChg>
        <pc:spChg chg="add mod">
          <ac:chgData name="Margo Bonal" userId="18c9fa0f-b53d-478b-9dc0-6ad88786c19f" providerId="ADAL" clId="{93D479E5-F67F-4B8A-A78F-A0B574A116B6}" dt="2026-04-19T16:45:38.715" v="1828"/>
          <ac:spMkLst>
            <pc:docMk/>
            <pc:sldMk cId="3921983173" sldId="260"/>
            <ac:spMk id="3" creationId="{267F5CC8-9B6E-F99B-0D5E-470962CD289B}"/>
          </ac:spMkLst>
        </pc:spChg>
        <pc:spChg chg="add del mod">
          <ac:chgData name="Margo Bonal" userId="18c9fa0f-b53d-478b-9dc0-6ad88786c19f" providerId="ADAL" clId="{93D479E5-F67F-4B8A-A78F-A0B574A116B6}" dt="2026-04-19T16:45:59.757" v="1830"/>
          <ac:spMkLst>
            <pc:docMk/>
            <pc:sldMk cId="3921983173" sldId="260"/>
            <ac:spMk id="5" creationId="{2923A220-7682-DF2A-2735-6ADA53EF7455}"/>
          </ac:spMkLst>
        </pc:spChg>
        <pc:spChg chg="add mod">
          <ac:chgData name="Margo Bonal" userId="18c9fa0f-b53d-478b-9dc0-6ad88786c19f" providerId="ADAL" clId="{93D479E5-F67F-4B8A-A78F-A0B574A116B6}" dt="2026-04-19T16:46:20.913" v="1836" actId="20577"/>
          <ac:spMkLst>
            <pc:docMk/>
            <pc:sldMk cId="3921983173" sldId="260"/>
            <ac:spMk id="6" creationId="{41FAB8FA-2602-2A18-903D-B03E3D5EF300}"/>
          </ac:spMkLst>
        </pc:spChg>
      </pc:sldChg>
      <pc:sldChg chg="delSp modSp mod">
        <pc:chgData name="Margo Bonal" userId="18c9fa0f-b53d-478b-9dc0-6ad88786c19f" providerId="ADAL" clId="{93D479E5-F67F-4B8A-A78F-A0B574A116B6}" dt="2026-04-16T20:37:33.721" v="1798" actId="20577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4-16T20:37:33.721" v="1798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mod">
        <pc:chgData name="Margo Bonal" userId="18c9fa0f-b53d-478b-9dc0-6ad88786c19f" providerId="ADAL" clId="{93D479E5-F67F-4B8A-A78F-A0B574A116B6}" dt="2026-04-19T16:43:41.897" v="1801"/>
        <pc:sldMkLst>
          <pc:docMk/>
          <pc:sldMk cId="3526335932" sldId="266"/>
        </pc:sldMkLst>
        <pc:spChg chg="mod">
          <ac:chgData name="Margo Bonal" userId="18c9fa0f-b53d-478b-9dc0-6ad88786c19f" providerId="ADAL" clId="{93D479E5-F67F-4B8A-A78F-A0B574A116B6}" dt="2026-03-21T14:09:48.188" v="518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Margo Bonal" userId="18c9fa0f-b53d-478b-9dc0-6ad88786c19f" providerId="ADAL" clId="{93D479E5-F67F-4B8A-A78F-A0B574A116B6}" dt="2026-04-16T20:33:46.324" v="1643"/>
          <ac:spMkLst>
            <pc:docMk/>
            <pc:sldMk cId="3526335932" sldId="266"/>
            <ac:spMk id="4" creationId="{86ED9EE4-56A8-6AFD-BE9A-A35D2ABC59A0}"/>
          </ac:spMkLst>
        </pc:spChg>
        <pc:spChg chg="add">
          <ac:chgData name="Margo Bonal" userId="18c9fa0f-b53d-478b-9dc0-6ad88786c19f" providerId="ADAL" clId="{93D479E5-F67F-4B8A-A78F-A0B574A116B6}" dt="2026-04-19T16:43:34.331" v="1799"/>
          <ac:spMkLst>
            <pc:docMk/>
            <pc:sldMk cId="3526335932" sldId="266"/>
            <ac:spMk id="6" creationId="{AD648F99-27D0-941D-3C1B-ED58B6E33280}"/>
          </ac:spMkLst>
        </pc:spChg>
        <pc:spChg chg="add mod">
          <ac:chgData name="Margo Bonal" userId="18c9fa0f-b53d-478b-9dc0-6ad88786c19f" providerId="ADAL" clId="{93D479E5-F67F-4B8A-A78F-A0B574A116B6}" dt="2026-04-16T20:34:54.221" v="1762" actId="20577"/>
          <ac:spMkLst>
            <pc:docMk/>
            <pc:sldMk cId="3526335932" sldId="266"/>
            <ac:spMk id="7" creationId="{23A9500D-5A04-3835-D25E-8A73CF136F8C}"/>
          </ac:spMkLst>
        </pc:spChg>
        <pc:spChg chg="add">
          <ac:chgData name="Margo Bonal" userId="18c9fa0f-b53d-478b-9dc0-6ad88786c19f" providerId="ADAL" clId="{93D479E5-F67F-4B8A-A78F-A0B574A116B6}" dt="2026-04-19T16:43:38.573" v="1800"/>
          <ac:spMkLst>
            <pc:docMk/>
            <pc:sldMk cId="3526335932" sldId="266"/>
            <ac:spMk id="9" creationId="{3F1528D0-FC78-D30B-7AFC-D7D686E9417D}"/>
          </ac:spMkLst>
        </pc:spChg>
        <pc:picChg chg="add">
          <ac:chgData name="Margo Bonal" userId="18c9fa0f-b53d-478b-9dc0-6ad88786c19f" providerId="ADAL" clId="{93D479E5-F67F-4B8A-A78F-A0B574A116B6}" dt="2026-04-19T16:43:41.897" v="1801"/>
          <ac:picMkLst>
            <pc:docMk/>
            <pc:sldMk cId="3526335932" sldId="266"/>
            <ac:picMk id="10" creationId="{F8127E8A-66B9-70E3-BA82-C443670F37B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19T16:44:14.865" v="1813" actId="14100"/>
        <pc:sldMkLst>
          <pc:docMk/>
          <pc:sldMk cId="3689565289" sldId="267"/>
        </pc:sldMkLst>
        <pc:spChg chg="del">
          <ac:chgData name="Margo Bonal" userId="18c9fa0f-b53d-478b-9dc0-6ad88786c19f" providerId="ADAL" clId="{93D479E5-F67F-4B8A-A78F-A0B574A116B6}" dt="2026-04-19T16:43:48.562" v="1803" actId="478"/>
          <ac:spMkLst>
            <pc:docMk/>
            <pc:sldMk cId="3689565289" sldId="267"/>
            <ac:spMk id="2" creationId="{E23360D1-A062-B2FC-EEAA-E5E535804AF1}"/>
          </ac:spMkLst>
        </pc:spChg>
        <pc:spChg chg="del">
          <ac:chgData name="Margo Bonal" userId="18c9fa0f-b53d-478b-9dc0-6ad88786c19f" providerId="ADAL" clId="{93D479E5-F67F-4B8A-A78F-A0B574A116B6}" dt="2026-04-19T16:43:51.542" v="1804" actId="478"/>
          <ac:spMkLst>
            <pc:docMk/>
            <pc:sldMk cId="3689565289" sldId="267"/>
            <ac:spMk id="3" creationId="{510F054A-47CA-4B84-B793-4D6D16E7A686}"/>
          </ac:spMkLst>
        </pc:spChg>
        <pc:spChg chg="add">
          <ac:chgData name="Margo Bonal" userId="18c9fa0f-b53d-478b-9dc0-6ad88786c19f" providerId="ADAL" clId="{93D479E5-F67F-4B8A-A78F-A0B574A116B6}" dt="2026-04-19T16:43:52.185" v="1805"/>
          <ac:spMkLst>
            <pc:docMk/>
            <pc:sldMk cId="3689565289" sldId="267"/>
            <ac:spMk id="4" creationId="{3DEE947E-A037-4125-F15A-949CF0CCE2B6}"/>
          </ac:spMkLst>
        </pc:spChg>
        <pc:spChg chg="add del">
          <ac:chgData name="Margo Bonal" userId="18c9fa0f-b53d-478b-9dc0-6ad88786c19f" providerId="ADAL" clId="{93D479E5-F67F-4B8A-A78F-A0B574A116B6}" dt="2026-04-19T16:44:01.876" v="1808" actId="26606"/>
          <ac:spMkLst>
            <pc:docMk/>
            <pc:sldMk cId="3689565289" sldId="267"/>
            <ac:spMk id="10" creationId="{3A930249-8242-4E2B-AF17-C01826488321}"/>
          </ac:spMkLst>
        </pc:spChg>
        <pc:spChg chg="add del">
          <ac:chgData name="Margo Bonal" userId="18c9fa0f-b53d-478b-9dc0-6ad88786c19f" providerId="ADAL" clId="{93D479E5-F67F-4B8A-A78F-A0B574A116B6}" dt="2026-04-19T16:44:01.876" v="1808" actId="26606"/>
          <ac:spMkLst>
            <pc:docMk/>
            <pc:sldMk cId="3689565289" sldId="267"/>
            <ac:spMk id="12" creationId="{A5BDD999-C5E1-4B3E-A710-768673819165}"/>
          </ac:spMkLst>
        </pc:spChg>
        <pc:spChg chg="add del">
          <ac:chgData name="Margo Bonal" userId="18c9fa0f-b53d-478b-9dc0-6ad88786c19f" providerId="ADAL" clId="{93D479E5-F67F-4B8A-A78F-A0B574A116B6}" dt="2026-04-19T16:44:10.449" v="1812" actId="26606"/>
          <ac:spMkLst>
            <pc:docMk/>
            <pc:sldMk cId="3689565289" sldId="267"/>
            <ac:spMk id="14" creationId="{7B1AB9FE-36F5-4FD1-9850-DB5C5AD4828F}"/>
          </ac:spMkLst>
        </pc:spChg>
        <pc:spChg chg="add del">
          <ac:chgData name="Margo Bonal" userId="18c9fa0f-b53d-478b-9dc0-6ad88786c19f" providerId="ADAL" clId="{93D479E5-F67F-4B8A-A78F-A0B574A116B6}" dt="2026-04-19T16:44:10.449" v="1812" actId="26606"/>
          <ac:spMkLst>
            <pc:docMk/>
            <pc:sldMk cId="3689565289" sldId="267"/>
            <ac:spMk id="15" creationId="{F489C2E0-4895-4B72-85EA-7EE9FAFFDC7E}"/>
          </ac:spMkLst>
        </pc:spChg>
        <pc:picChg chg="add mod">
          <ac:chgData name="Margo Bonal" userId="18c9fa0f-b53d-478b-9dc0-6ad88786c19f" providerId="ADAL" clId="{93D479E5-F67F-4B8A-A78F-A0B574A116B6}" dt="2026-04-19T16:44:14.865" v="1813" actId="14100"/>
          <ac:picMkLst>
            <pc:docMk/>
            <pc:sldMk cId="3689565289" sldId="267"/>
            <ac:picMk id="5" creationId="{655C8360-2059-FEEA-AE80-0C2B88E1A066}"/>
          </ac:picMkLst>
        </pc:pic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delSp modSp mod">
        <pc:chgData name="Margo Bonal" userId="18c9fa0f-b53d-478b-9dc0-6ad88786c19f" providerId="ADAL" clId="{57E2D5E0-CA32-47BE-A2DC-7B0365E99328}" dt="2026-03-28T15:12:52.323" v="352" actId="20577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3-28T15:12:52.323" v="35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57E2D5E0-CA32-47BE-A2DC-7B0365E99328}" dt="2026-03-28T13:35:12.850" v="154" actId="20577"/>
        <pc:sldMkLst>
          <pc:docMk/>
          <pc:sldMk cId="3526335932" sldId="266"/>
        </pc:sldMkLst>
        <pc:spChg chg="mod">
          <ac:chgData name="Margo Bonal" userId="18c9fa0f-b53d-478b-9dc0-6ad88786c19f" providerId="ADAL" clId="{57E2D5E0-CA32-47BE-A2DC-7B0365E99328}" dt="2026-03-28T13:35:12.850" v="154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Margo Bonal" userId="18c9fa0f-b53d-478b-9dc0-6ad88786c19f" providerId="ADAL" clId="{57E2D5E0-CA32-47BE-A2DC-7B0365E99328}" dt="2026-03-28T13:35:11.248" v="153" actId="20577"/>
          <ac:spMkLst>
            <pc:docMk/>
            <pc:sldMk cId="3526335932" sldId="266"/>
            <ac:spMk id="4" creationId="{86ED9EE4-56A8-6AFD-BE9A-A35D2ABC59A0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834856" y="2313250"/>
            <a:ext cx="8311711" cy="3775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Final Presentation Slides Progress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Picked up printed User Manual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Practiced presentation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Finished documentation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Prepared app paragraph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Filled database with test accounts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PennWest internet blocking App </a:t>
            </a:r>
            <a:r>
              <a:rPr lang="en-US" sz="2000" dirty="0" err="1">
                <a:solidFill>
                  <a:schemeClr val="tx1"/>
                </a:solidFill>
              </a:rPr>
              <a:t>url</a:t>
            </a:r>
            <a:endParaRPr lang="en-US" sz="20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Fix any remaining errors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Presentation time limit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EAB36-867D-95B6-8834-F42C5B9259D0}"/>
              </a:ext>
            </a:extLst>
          </p:cNvPr>
          <p:cNvSpPr txBox="1">
            <a:spLocks/>
          </p:cNvSpPr>
          <p:nvPr/>
        </p:nvSpPr>
        <p:spPr>
          <a:xfrm>
            <a:off x="5912527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95521BC-C5E6-AB41-0BC9-A706E6412C75}"/>
              </a:ext>
            </a:extLst>
          </p:cNvPr>
          <p:cNvSpPr txBox="1">
            <a:spLocks/>
          </p:cNvSpPr>
          <p:nvPr/>
        </p:nvSpPr>
        <p:spPr>
          <a:xfrm>
            <a:off x="6210758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3A9500D-5A04-3835-D25E-8A73CF136F8C}"/>
              </a:ext>
            </a:extLst>
          </p:cNvPr>
          <p:cNvSpPr txBox="1">
            <a:spLocks/>
          </p:cNvSpPr>
          <p:nvPr/>
        </p:nvSpPr>
        <p:spPr>
          <a:xfrm>
            <a:off x="6096000" y="2267456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Send email to Utech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Group testing and debugging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Scheduled additional practices</a:t>
            </a: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55C8360-2059-FEEA-AE80-0C2B88E1A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2389"/>
            <a:ext cx="12192000" cy="6664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65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CFE319-1228-241C-E27B-2F0900681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949607"/>
            <a:ext cx="12143555" cy="4908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41FAB8FA-2602-2A18-903D-B03E3D5EF3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500" dirty="0"/>
              <a:t>Documentation: </a:t>
            </a:r>
            <a:r>
              <a:rPr lang="en-US" sz="3500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dirty="0">
              <a:solidFill>
                <a:srgbClr val="0070C0"/>
              </a:solidFill>
            </a:endParaRPr>
          </a:p>
          <a:p>
            <a:endParaRPr lang="en-US" sz="3500" dirty="0">
              <a:solidFill>
                <a:srgbClr val="0070C0"/>
              </a:solidFill>
            </a:endParaRPr>
          </a:p>
          <a:p>
            <a:pPr algn="ctr"/>
            <a:r>
              <a:rPr lang="en-US" sz="3500" dirty="0"/>
              <a:t>Live: </a:t>
            </a:r>
            <a:br>
              <a:rPr lang="en-US" sz="3500" dirty="0"/>
            </a:br>
            <a:r>
              <a:rPr lang="en-US" sz="3500" dirty="0">
                <a:solidFill>
                  <a:srgbClr val="0070C0"/>
                </a:solidFill>
              </a:rPr>
              <a:t>https://vulcanactivitytracker.onrender</a:t>
            </a:r>
            <a:r>
              <a:rPr lang="en-US" sz="3500">
                <a:solidFill>
                  <a:srgbClr val="0070C0"/>
                </a:solidFill>
              </a:rPr>
              <a:t>.com</a:t>
            </a:r>
            <a:endParaRPr lang="en-US" sz="35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924</TotalTime>
  <Words>149</Words>
  <Application>Microsoft Office PowerPoint</Application>
  <PresentationFormat>Widescreen</PresentationFormat>
  <Paragraphs>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PowerPoint Presentation</vt:lpstr>
      <vt:lpstr> Progress </vt:lpstr>
      <vt:lpstr>Planning</vt:lpstr>
      <vt:lpstr>Documentation: https://jjdeuce06.github.io/VulcanActivityTracker/  Live:  https://vulcanactivitytracker.onrender.com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20</cp:revision>
  <dcterms:created xsi:type="dcterms:W3CDTF">2026-01-22T18:57:02Z</dcterms:created>
  <dcterms:modified xsi:type="dcterms:W3CDTF">2026-04-19T16:46:22Z</dcterms:modified>
</cp:coreProperties>
</file>