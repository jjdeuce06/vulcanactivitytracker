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5" r:id="rId4"/>
    <p:sldId id="266" r:id="rId5"/>
    <p:sldId id="258" r:id="rId6"/>
    <p:sldId id="264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3-22T16:14:22.080" v="2138" actId="1076"/>
      <pc:docMkLst>
        <pc:docMk/>
      </pc:docMkLst>
      <pc:sldChg chg="modSp mod">
        <pc:chgData name="John Gerega" userId="bd3e1e46fb6a714b" providerId="LiveId" clId="{45F0C402-C550-4C82-B31D-5B32217A5E94}" dt="2026-03-22T16:10:35.514" v="1375" actId="20577"/>
        <pc:sldMkLst>
          <pc:docMk/>
          <pc:sldMk cId="2561402868" sldId="264"/>
        </pc:sldMkLst>
        <pc:spChg chg="mod">
          <ac:chgData name="John Gerega" userId="bd3e1e46fb6a714b" providerId="LiveId" clId="{45F0C402-C550-4C82-B31D-5B32217A5E94}" dt="2026-03-09T00:42:55.862" v="1001" actId="20577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John Gerega" userId="bd3e1e46fb6a714b" providerId="LiveId" clId="{45F0C402-C550-4C82-B31D-5B32217A5E94}" dt="2026-03-22T16:10:35.514" v="1375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mod">
        <pc:chgData name="John Gerega" userId="bd3e1e46fb6a714b" providerId="LiveId" clId="{45F0C402-C550-4C82-B31D-5B32217A5E94}" dt="2026-03-22T16:14:22.080" v="2138" actId="1076"/>
        <pc:sldMkLst>
          <pc:docMk/>
          <pc:sldMk cId="2428741132" sldId="265"/>
        </pc:sldMkLst>
      </pc:sldChg>
      <pc:sldChg chg="addSp modSp mod">
        <pc:chgData name="John Gerega" userId="bd3e1e46fb6a714b" providerId="LiveId" clId="{45F0C402-C550-4C82-B31D-5B32217A5E94}" dt="2026-03-22T16:14:00.248" v="2133" actId="20577"/>
        <pc:sldMkLst>
          <pc:docMk/>
          <pc:sldMk cId="3526335932" sldId="266"/>
        </pc:sldMkLst>
        <pc:spChg chg="add mod">
          <ac:chgData name="John Gerega" userId="bd3e1e46fb6a714b" providerId="LiveId" clId="{45F0C402-C550-4C82-B31D-5B32217A5E94}" dt="2026-03-22T16:14:00.248" v="2133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John Gerega" userId="bd3e1e46fb6a714b" providerId="LiveId" clId="{45F0C402-C550-4C82-B31D-5B32217A5E94}" dt="2026-03-09T00:42:40.261" v="1000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John Gerega" userId="bd3e1e46fb6a714b" providerId="LiveId" clId="{45F0C402-C550-4C82-B31D-5B32217A5E94}" dt="2026-03-22T16:13:14.191" v="1867" actId="20577"/>
          <ac:spMkLst>
            <pc:docMk/>
            <pc:sldMk cId="3526335932" sldId="266"/>
            <ac:spMk id="4" creationId="{86ED9EE4-56A8-6AFD-BE9A-A35D2ABC59A0}"/>
          </ac:spMkLst>
        </pc:spChg>
      </pc:sldChg>
      <pc:sldChg chg="addSp delSp modSp add mod delAnim modAnim">
        <pc:chgData name="John Gerega" userId="bd3e1e46fb6a714b" providerId="LiveId" clId="{45F0C402-C550-4C82-B31D-5B32217A5E94}" dt="2026-03-22T15:58:02.789" v="1086" actId="14100"/>
        <pc:sldMkLst>
          <pc:docMk/>
          <pc:sldMk cId="408115139" sldId="280"/>
        </pc:sldMkLst>
        <pc:spChg chg="mod">
          <ac:chgData name="John Gerega" userId="bd3e1e46fb6a714b" providerId="LiveId" clId="{45F0C402-C550-4C82-B31D-5B32217A5E94}" dt="2026-03-22T15:57:44.998" v="1080" actId="26606"/>
          <ac:spMkLst>
            <pc:docMk/>
            <pc:sldMk cId="408115139" sldId="280"/>
            <ac:spMk id="2" creationId="{15F2379D-71FB-2BC1-62F9-657A7EE8B047}"/>
          </ac:spMkLst>
        </pc:spChg>
        <pc:spChg chg="add del">
          <ac:chgData name="John Gerega" userId="bd3e1e46fb6a714b" providerId="LiveId" clId="{45F0C402-C550-4C82-B31D-5B32217A5E94}" dt="2026-03-22T15:57:44.998" v="1080" actId="26606"/>
          <ac:spMkLst>
            <pc:docMk/>
            <pc:sldMk cId="408115139" sldId="280"/>
            <ac:spMk id="1036" creationId="{A8384FB5-9ADC-4DDC-881B-597D56F5B15D}"/>
          </ac:spMkLst>
        </pc:spChg>
        <pc:spChg chg="add del">
          <ac:chgData name="John Gerega" userId="bd3e1e46fb6a714b" providerId="LiveId" clId="{45F0C402-C550-4C82-B31D-5B32217A5E94}" dt="2026-03-22T15:57:44.998" v="1080" actId="26606"/>
          <ac:spMkLst>
            <pc:docMk/>
            <pc:sldMk cId="408115139" sldId="280"/>
            <ac:spMk id="1038" creationId="{1199E1B1-A8C0-4FE8-A5A8-1CB41D69F857}"/>
          </ac:spMkLst>
        </pc:spChg>
        <pc:spChg chg="add del">
          <ac:chgData name="John Gerega" userId="bd3e1e46fb6a714b" providerId="LiveId" clId="{45F0C402-C550-4C82-B31D-5B32217A5E94}" dt="2026-03-22T15:57:44.998" v="1080" actId="26606"/>
          <ac:spMkLst>
            <pc:docMk/>
            <pc:sldMk cId="408115139" sldId="280"/>
            <ac:spMk id="1040" creationId="{84A8DE83-DE75-4B41-9DB4-A7EC0B0DEC0B}"/>
          </ac:spMkLst>
        </pc:spChg>
        <pc:spChg chg="add del">
          <ac:chgData name="John Gerega" userId="bd3e1e46fb6a714b" providerId="LiveId" clId="{45F0C402-C550-4C82-B31D-5B32217A5E94}" dt="2026-03-22T15:57:44.998" v="1080" actId="26606"/>
          <ac:spMkLst>
            <pc:docMk/>
            <pc:sldMk cId="408115139" sldId="280"/>
            <ac:spMk id="1042" creationId="{A7009A0A-BEF5-4EAC-AF15-E4F9F002E239}"/>
          </ac:spMkLst>
        </pc:spChg>
        <pc:picChg chg="add mod">
          <ac:chgData name="John Gerega" userId="bd3e1e46fb6a714b" providerId="LiveId" clId="{45F0C402-C550-4C82-B31D-5B32217A5E94}" dt="2026-03-22T15:58:02.789" v="1086" actId="14100"/>
          <ac:picMkLst>
            <pc:docMk/>
            <pc:sldMk cId="408115139" sldId="280"/>
            <ac:picMk id="4" creationId="{DBC28DDD-341C-189A-A246-DEA03D59C290}"/>
          </ac:picMkLst>
        </pc:picChg>
      </pc:sldChg>
      <pc:sldChg chg="addSp delSp modSp add mod">
        <pc:chgData name="John Gerega" userId="bd3e1e46fb6a714b" providerId="LiveId" clId="{45F0C402-C550-4C82-B31D-5B32217A5E94}" dt="2026-03-22T16:08:57.877" v="1249" actId="14100"/>
        <pc:sldMkLst>
          <pc:docMk/>
          <pc:sldMk cId="3181737189" sldId="281"/>
        </pc:sldMkLst>
        <pc:spChg chg="mod">
          <ac:chgData name="John Gerega" userId="bd3e1e46fb6a714b" providerId="LiveId" clId="{45F0C402-C550-4C82-B31D-5B32217A5E94}" dt="2026-03-22T16:08:52.037" v="1246" actId="20577"/>
          <ac:spMkLst>
            <pc:docMk/>
            <pc:sldMk cId="3181737189" sldId="281"/>
            <ac:spMk id="2" creationId="{8E033E91-7900-8947-8EF6-CCF16D0E5052}"/>
          </ac:spMkLst>
        </pc:spChg>
        <pc:picChg chg="add mod">
          <ac:chgData name="John Gerega" userId="bd3e1e46fb6a714b" providerId="LiveId" clId="{45F0C402-C550-4C82-B31D-5B32217A5E94}" dt="2026-03-22T16:08:57.877" v="1249" actId="14100"/>
          <ac:picMkLst>
            <pc:docMk/>
            <pc:sldMk cId="3181737189" sldId="281"/>
            <ac:picMk id="5" creationId="{1C193AD1-5B18-0642-EF31-3835E143EEB1}"/>
          </ac:picMkLst>
        </pc:picChg>
      </pc:sldChg>
    </pc:docChg>
  </pc:docChgLst>
  <pc:docChgLst>
    <pc:chgData name="Margo Bonal" userId="18c9fa0f-b53d-478b-9dc0-6ad88786c19f" providerId="ADAL" clId="{93D479E5-F67F-4B8A-A78F-A0B574A116B6}"/>
    <pc:docChg chg="undo custSel addSld delSld modSld">
      <pc:chgData name="Margo Bonal" userId="18c9fa0f-b53d-478b-9dc0-6ad88786c19f" providerId="ADAL" clId="{93D479E5-F67F-4B8A-A78F-A0B574A116B6}" dt="2026-03-21T14:21:56.751" v="935" actId="27636"/>
      <pc:docMkLst>
        <pc:docMk/>
      </pc:docMkLst>
      <pc:sldChg chg="modSp mod">
        <pc:chgData name="Margo Bonal" userId="18c9fa0f-b53d-478b-9dc0-6ad88786c19f" providerId="ADAL" clId="{93D479E5-F67F-4B8A-A78F-A0B574A116B6}" dt="2026-03-21T14:21:56.751" v="935" actId="27636"/>
        <pc:sldMkLst>
          <pc:docMk/>
          <pc:sldMk cId="2561402868" sldId="264"/>
        </pc:sldMkLst>
        <pc:spChg chg="mod">
          <ac:chgData name="Margo Bonal" userId="18c9fa0f-b53d-478b-9dc0-6ad88786c19f" providerId="ADAL" clId="{93D479E5-F67F-4B8A-A78F-A0B574A116B6}" dt="2026-03-21T14:21:56.751" v="935" actId="27636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93D479E5-F67F-4B8A-A78F-A0B574A116B6}" dt="2026-03-21T14:21:54.477" v="931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delSp modSp mod">
        <pc:chgData name="Margo Bonal" userId="18c9fa0f-b53d-478b-9dc0-6ad88786c19f" providerId="ADAL" clId="{93D479E5-F67F-4B8A-A78F-A0B574A116B6}" dt="2026-03-21T14:09:41.161" v="486"/>
        <pc:sldMkLst>
          <pc:docMk/>
          <pc:sldMk cId="2428741132" sldId="265"/>
        </pc:sldMkLst>
      </pc:sldChg>
      <pc:sldChg chg="modSp mod">
        <pc:chgData name="Margo Bonal" userId="18c9fa0f-b53d-478b-9dc0-6ad88786c19f" providerId="ADAL" clId="{93D479E5-F67F-4B8A-A78F-A0B574A116B6}" dt="2026-03-21T14:09:48.188" v="518" actId="20577"/>
        <pc:sldMkLst>
          <pc:docMk/>
          <pc:sldMk cId="3526335932" sldId="266"/>
        </pc:sldMkLst>
        <pc:spChg chg="mod">
          <ac:chgData name="Margo Bonal" userId="18c9fa0f-b53d-478b-9dc0-6ad88786c19f" providerId="ADAL" clId="{93D479E5-F67F-4B8A-A78F-A0B574A116B6}" dt="2026-03-21T14:09:48.188" v="518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Margo Bonal" userId="18c9fa0f-b53d-478b-9dc0-6ad88786c19f" providerId="ADAL" clId="{93D479E5-F67F-4B8A-A78F-A0B574A116B6}" dt="2026-03-21T14:09:45.490" v="517" actId="20577"/>
          <ac:spMkLst>
            <pc:docMk/>
            <pc:sldMk cId="3526335932" sldId="266"/>
            <ac:spMk id="4" creationId="{86ED9EE4-56A8-6AFD-BE9A-A35D2ABC59A0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3-21T14:11:09.204" v="567" actId="14100"/>
        <pc:sldMkLst>
          <pc:docMk/>
          <pc:sldMk cId="1174568043" sldId="273"/>
        </pc:sldMkLst>
        <pc:spChg chg="mod">
          <ac:chgData name="Margo Bonal" userId="18c9fa0f-b53d-478b-9dc0-6ad88786c19f" providerId="ADAL" clId="{93D479E5-F67F-4B8A-A78F-A0B574A116B6}" dt="2026-03-21T14:10:20.121" v="543" actId="20577"/>
          <ac:spMkLst>
            <pc:docMk/>
            <pc:sldMk cId="1174568043" sldId="273"/>
            <ac:spMk id="2" creationId="{DD295DF7-48A1-9339-90C5-2D12E110532D}"/>
          </ac:spMkLst>
        </pc:spChg>
        <pc:spChg chg="add">
          <ac:chgData name="Margo Bonal" userId="18c9fa0f-b53d-478b-9dc0-6ad88786c19f" providerId="ADAL" clId="{93D479E5-F67F-4B8A-A78F-A0B574A116B6}" dt="2026-03-14T22:13:26.782" v="474" actId="26606"/>
          <ac:spMkLst>
            <pc:docMk/>
            <pc:sldMk cId="1174568043" sldId="273"/>
            <ac:spMk id="10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3-14T22:13:26.782" v="474" actId="26606"/>
          <ac:spMkLst>
            <pc:docMk/>
            <pc:sldMk cId="1174568043" sldId="273"/>
            <ac:spMk id="12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3-14T22:13:26.782" v="474" actId="26606"/>
          <ac:spMkLst>
            <pc:docMk/>
            <pc:sldMk cId="1174568043" sldId="273"/>
            <ac:spMk id="14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3-14T22:13:26.782" v="474" actId="26606"/>
          <ac:spMkLst>
            <pc:docMk/>
            <pc:sldMk cId="1174568043" sldId="273"/>
            <ac:spMk id="16" creationId="{A7009A0A-BEF5-4EAC-AF15-E4F9F002E239}"/>
          </ac:spMkLst>
        </pc:spChg>
        <pc:picChg chg="add mod modCrop">
          <ac:chgData name="Margo Bonal" userId="18c9fa0f-b53d-478b-9dc0-6ad88786c19f" providerId="ADAL" clId="{93D479E5-F67F-4B8A-A78F-A0B574A116B6}" dt="2026-03-21T14:11:09.204" v="567" actId="14100"/>
          <ac:picMkLst>
            <pc:docMk/>
            <pc:sldMk cId="1174568043" sldId="273"/>
            <ac:picMk id="4" creationId="{BB3E6B3B-FE5E-1945-29DA-9A08776F9AFF}"/>
          </ac:picMkLst>
        </pc:picChg>
      </pc:sldChg>
      <pc:sldChg chg="addSp delSp modSp new mod setBg modAnim">
        <pc:chgData name="Margo Bonal" userId="18c9fa0f-b53d-478b-9dc0-6ad88786c19f" providerId="ADAL" clId="{93D479E5-F67F-4B8A-A78F-A0B574A116B6}" dt="2026-03-21T14:12:01.634" v="578" actId="14100"/>
        <pc:sldMkLst>
          <pc:docMk/>
          <pc:sldMk cId="4091789368" sldId="274"/>
        </pc:sldMkLst>
        <pc:spChg chg="mod">
          <ac:chgData name="Margo Bonal" userId="18c9fa0f-b53d-478b-9dc0-6ad88786c19f" providerId="ADAL" clId="{93D479E5-F67F-4B8A-A78F-A0B574A116B6}" dt="2026-03-21T14:10:27.675" v="559" actId="20577"/>
          <ac:spMkLst>
            <pc:docMk/>
            <pc:sldMk cId="4091789368" sldId="274"/>
            <ac:spMk id="2" creationId="{15F2379D-71FB-2BC1-62F9-657A7EE8B047}"/>
          </ac:spMkLst>
        </pc:spChg>
        <pc:spChg chg="add">
          <ac:chgData name="Margo Bonal" userId="18c9fa0f-b53d-478b-9dc0-6ad88786c19f" providerId="ADAL" clId="{93D479E5-F67F-4B8A-A78F-A0B574A116B6}" dt="2026-03-14T22:07:14.421" v="448" actId="26606"/>
          <ac:spMkLst>
            <pc:docMk/>
            <pc:sldMk cId="4091789368" sldId="274"/>
            <ac:spMk id="1036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3-14T22:07:14.421" v="448" actId="26606"/>
          <ac:spMkLst>
            <pc:docMk/>
            <pc:sldMk cId="4091789368" sldId="274"/>
            <ac:spMk id="1038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3-14T22:07:14.421" v="448" actId="26606"/>
          <ac:spMkLst>
            <pc:docMk/>
            <pc:sldMk cId="4091789368" sldId="274"/>
            <ac:spMk id="1040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3-14T22:07:14.421" v="448" actId="26606"/>
          <ac:spMkLst>
            <pc:docMk/>
            <pc:sldMk cId="4091789368" sldId="274"/>
            <ac:spMk id="1042" creationId="{A7009A0A-BEF5-4EAC-AF15-E4F9F002E239}"/>
          </ac:spMkLst>
        </pc:spChg>
        <pc:picChg chg="add mod modCrop">
          <ac:chgData name="Margo Bonal" userId="18c9fa0f-b53d-478b-9dc0-6ad88786c19f" providerId="ADAL" clId="{93D479E5-F67F-4B8A-A78F-A0B574A116B6}" dt="2026-03-21T14:12:01.634" v="578" actId="14100"/>
          <ac:picMkLst>
            <pc:docMk/>
            <pc:sldMk cId="4091789368" sldId="274"/>
            <ac:picMk id="3" creationId="{9D66AE9F-C008-C10E-430D-9985D3757882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3-21T14:21:28.380" v="891" actId="20577"/>
        <pc:sldMkLst>
          <pc:docMk/>
          <pc:sldMk cId="587209447" sldId="279"/>
        </pc:sldMkLst>
        <pc:spChg chg="mod">
          <ac:chgData name="Margo Bonal" userId="18c9fa0f-b53d-478b-9dc0-6ad88786c19f" providerId="ADAL" clId="{93D479E5-F67F-4B8A-A78F-A0B574A116B6}" dt="2026-03-21T14:16:02.780" v="621" actId="1076"/>
          <ac:spMkLst>
            <pc:docMk/>
            <pc:sldMk cId="587209447" sldId="279"/>
            <ac:spMk id="2" creationId="{A119F52F-97C1-7776-6F60-71AADB9B451B}"/>
          </ac:spMkLst>
        </pc:spChg>
        <pc:spChg chg="mod">
          <ac:chgData name="Margo Bonal" userId="18c9fa0f-b53d-478b-9dc0-6ad88786c19f" providerId="ADAL" clId="{93D479E5-F67F-4B8A-A78F-A0B574A116B6}" dt="2026-03-21T14:21:28.380" v="891" actId="20577"/>
          <ac:spMkLst>
            <pc:docMk/>
            <pc:sldMk cId="587209447" sldId="279"/>
            <ac:spMk id="3" creationId="{5E39E81B-8A6E-C2A2-B6EA-DEFA6B34AE4F}"/>
          </ac:spMkLst>
        </pc:spChg>
        <pc:spChg chg="add">
          <ac:chgData name="Margo Bonal" userId="18c9fa0f-b53d-478b-9dc0-6ad88786c19f" providerId="ADAL" clId="{93D479E5-F67F-4B8A-A78F-A0B574A116B6}" dt="2026-03-21T14:15:49.593" v="617" actId="26606"/>
          <ac:spMkLst>
            <pc:docMk/>
            <pc:sldMk cId="587209447" sldId="279"/>
            <ac:spMk id="43" creationId="{19D32F93-50AC-4C46-A5DB-291C60DDB7BD}"/>
          </ac:spMkLst>
        </pc:spChg>
        <pc:spChg chg="add">
          <ac:chgData name="Margo Bonal" userId="18c9fa0f-b53d-478b-9dc0-6ad88786c19f" providerId="ADAL" clId="{93D479E5-F67F-4B8A-A78F-A0B574A116B6}" dt="2026-03-21T14:15:49.593" v="617" actId="26606"/>
          <ac:spMkLst>
            <pc:docMk/>
            <pc:sldMk cId="587209447" sldId="279"/>
            <ac:spMk id="45" creationId="{827DC2C4-B485-428A-BF4A-472D2967F47F}"/>
          </ac:spMkLst>
        </pc:spChg>
        <pc:spChg chg="add">
          <ac:chgData name="Margo Bonal" userId="18c9fa0f-b53d-478b-9dc0-6ad88786c19f" providerId="ADAL" clId="{93D479E5-F67F-4B8A-A78F-A0B574A116B6}" dt="2026-03-21T14:15:49.593" v="617" actId="26606"/>
          <ac:spMkLst>
            <pc:docMk/>
            <pc:sldMk cId="587209447" sldId="279"/>
            <ac:spMk id="47" creationId="{EE04B5EB-F158-4507-90DD-BD23620C7CC9}"/>
          </ac:spMkLst>
        </pc:spChg>
        <pc:graphicFrameChg chg="add mod modGraphic">
          <ac:chgData name="Margo Bonal" userId="18c9fa0f-b53d-478b-9dc0-6ad88786c19f" providerId="ADAL" clId="{93D479E5-F67F-4B8A-A78F-A0B574A116B6}" dt="2026-03-21T14:20:40.694" v="817" actId="1076"/>
          <ac:graphicFrameMkLst>
            <pc:docMk/>
            <pc:sldMk cId="587209447" sldId="279"/>
            <ac:graphicFrameMk id="4" creationId="{A6E77421-6958-FA86-A786-4D2197CC70B8}"/>
          </ac:graphicFrameMkLst>
        </pc:graphicFrameChg>
        <pc:picChg chg="add mod">
          <ac:chgData name="Margo Bonal" userId="18c9fa0f-b53d-478b-9dc0-6ad88786c19f" providerId="ADAL" clId="{93D479E5-F67F-4B8A-A78F-A0B574A116B6}" dt="2026-03-21T14:15:49.593" v="617" actId="26606"/>
          <ac:picMkLst>
            <pc:docMk/>
            <pc:sldMk cId="587209447" sldId="279"/>
            <ac:picMk id="38" creationId="{1F546203-9CF9-DD30-E590-73EC85C5C7D1}"/>
          </ac:picMkLst>
        </pc:pic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3:35:33.518" v="166" actId="20577"/>
      <pc:docMkLst>
        <pc:docMk/>
      </pc:docMkLst>
      <pc:sldChg chg="modSp mod">
        <pc:chgData name="Margo Bonal" userId="18c9fa0f-b53d-478b-9dc0-6ad88786c19f" providerId="ADAL" clId="{57E2D5E0-CA32-47BE-A2DC-7B0365E99328}" dt="2026-03-28T13:35:33.518" v="166" actId="20577"/>
        <pc:sldMkLst>
          <pc:docMk/>
          <pc:sldMk cId="2561402868" sldId="264"/>
        </pc:sldMkLst>
        <pc:spChg chg="mod">
          <ac:chgData name="Margo Bonal" userId="18c9fa0f-b53d-478b-9dc0-6ad88786c19f" providerId="ADAL" clId="{57E2D5E0-CA32-47BE-A2DC-7B0365E99328}" dt="2026-03-28T13:35:29.157" v="163" actId="27636"/>
          <ac:spMkLst>
            <pc:docMk/>
            <pc:sldMk cId="2561402868" sldId="264"/>
            <ac:spMk id="9" creationId="{D6D36DC8-D9BF-8C26-69EA-ED89E34DB644}"/>
          </ac:spMkLst>
        </pc:spChg>
        <pc:graphicFrameChg chg="modGraphic">
          <ac:chgData name="Margo Bonal" userId="18c9fa0f-b53d-478b-9dc0-6ad88786c19f" providerId="ADAL" clId="{57E2D5E0-CA32-47BE-A2DC-7B0365E99328}" dt="2026-03-28T13:35:33.518" v="166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delSp modSp mod">
        <pc:chgData name="Margo Bonal" userId="18c9fa0f-b53d-478b-9dc0-6ad88786c19f" providerId="ADAL" clId="{57E2D5E0-CA32-47BE-A2DC-7B0365E99328}" dt="2026-03-28T13:35:09.010" v="152"/>
        <pc:sldMkLst>
          <pc:docMk/>
          <pc:sldMk cId="2428741132" sldId="265"/>
        </pc:sldMkLst>
        <pc:spChg chg="del mod">
          <ac:chgData name="Margo Bonal" userId="18c9fa0f-b53d-478b-9dc0-6ad88786c19f" providerId="ADAL" clId="{57E2D5E0-CA32-47BE-A2DC-7B0365E99328}" dt="2026-03-28T13:35:09.010" v="152"/>
          <ac:spMkLst>
            <pc:docMk/>
            <pc:sldMk cId="2428741132" sldId="265"/>
            <ac:spMk id="5" creationId="{96580BFF-A19E-F65F-2069-5D219B5DF38E}"/>
          </ac:spMkLst>
        </pc:spChg>
      </pc:sldChg>
      <pc:sldChg chg="modSp mod">
        <pc:chgData name="Margo Bonal" userId="18c9fa0f-b53d-478b-9dc0-6ad88786c19f" providerId="ADAL" clId="{57E2D5E0-CA32-47BE-A2DC-7B0365E99328}" dt="2026-03-28T13:35:12.850" v="154" actId="20577"/>
        <pc:sldMkLst>
          <pc:docMk/>
          <pc:sldMk cId="3526335932" sldId="266"/>
        </pc:sldMkLst>
        <pc:spChg chg="mod">
          <ac:chgData name="Margo Bonal" userId="18c9fa0f-b53d-478b-9dc0-6ad88786c19f" providerId="ADAL" clId="{57E2D5E0-CA32-47BE-A2DC-7B0365E99328}" dt="2026-03-28T13:35:12.850" v="154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Margo Bonal" userId="18c9fa0f-b53d-478b-9dc0-6ad88786c19f" providerId="ADAL" clId="{57E2D5E0-CA32-47BE-A2DC-7B0365E99328}" dt="2026-03-28T13:35:11.248" v="153" actId="20577"/>
          <ac:spMkLst>
            <pc:docMk/>
            <pc:sldMk cId="3526335932" sldId="266"/>
            <ac:spMk id="4" creationId="{86ED9EE4-56A8-6AFD-BE9A-A35D2ABC59A0}"/>
          </ac:spMkLst>
        </pc:spChg>
      </pc:sldChg>
      <pc:sldChg chg="del">
        <pc:chgData name="Margo Bonal" userId="18c9fa0f-b53d-478b-9dc0-6ad88786c19f" providerId="ADAL" clId="{57E2D5E0-CA32-47BE-A2DC-7B0365E99328}" dt="2026-03-28T13:35:20.157" v="156" actId="2696"/>
        <pc:sldMkLst>
          <pc:docMk/>
          <pc:sldMk cId="1174568043" sldId="273"/>
        </pc:sldMkLst>
      </pc:sldChg>
      <pc:sldChg chg="del">
        <pc:chgData name="Margo Bonal" userId="18c9fa0f-b53d-478b-9dc0-6ad88786c19f" providerId="ADAL" clId="{57E2D5E0-CA32-47BE-A2DC-7B0365E99328}" dt="2026-03-28T13:35:23.800" v="158" actId="2696"/>
        <pc:sldMkLst>
          <pc:docMk/>
          <pc:sldMk cId="4091789368" sldId="274"/>
        </pc:sldMkLst>
      </pc:sldChg>
      <pc:sldChg chg="del">
        <pc:chgData name="Margo Bonal" userId="18c9fa0f-b53d-478b-9dc0-6ad88786c19f" providerId="ADAL" clId="{57E2D5E0-CA32-47BE-A2DC-7B0365E99328}" dt="2026-03-28T13:35:17.878" v="155" actId="2696"/>
        <pc:sldMkLst>
          <pc:docMk/>
          <pc:sldMk cId="587209447" sldId="279"/>
        </pc:sldMkLst>
      </pc:sldChg>
      <pc:sldChg chg="del">
        <pc:chgData name="Margo Bonal" userId="18c9fa0f-b53d-478b-9dc0-6ad88786c19f" providerId="ADAL" clId="{57E2D5E0-CA32-47BE-A2DC-7B0365E99328}" dt="2026-03-28T13:35:25.723" v="159" actId="2696"/>
        <pc:sldMkLst>
          <pc:docMk/>
          <pc:sldMk cId="408115139" sldId="280"/>
        </pc:sldMkLst>
      </pc:sldChg>
      <pc:sldChg chg="del">
        <pc:chgData name="Margo Bonal" userId="18c9fa0f-b53d-478b-9dc0-6ad88786c19f" providerId="ADAL" clId="{57E2D5E0-CA32-47BE-A2DC-7B0365E99328}" dt="2026-03-28T13:35:22.046" v="157" actId="2696"/>
        <pc:sldMkLst>
          <pc:docMk/>
          <pc:sldMk cId="3181737189" sldId="281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endParaRPr lang="en-US" dirty="0"/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endParaRPr lang="en-US" dirty="0"/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C49388FA-8759-42AF-B435-0EC20E6DCE5A}">
      <dgm:prSet/>
      <dgm:spPr/>
      <dgm:t>
        <a:bodyPr/>
        <a:lstStyle/>
        <a:p>
          <a:endParaRPr lang="en-US" dirty="0"/>
        </a:p>
      </dgm:t>
    </dgm:pt>
    <dgm:pt modelId="{A7FDF1A3-16E2-4E7B-8E33-66EC6AB64844}" type="parTrans" cxnId="{5D3769DF-636C-4089-9393-E8D3AFCE8089}">
      <dgm:prSet/>
      <dgm:spPr/>
      <dgm:t>
        <a:bodyPr/>
        <a:lstStyle/>
        <a:p>
          <a:endParaRPr lang="en-US"/>
        </a:p>
      </dgm:t>
    </dgm:pt>
    <dgm:pt modelId="{72F98EF2-B12B-4A57-A73C-7E6A778B34D1}" type="sibTrans" cxnId="{5D3769DF-636C-4089-9393-E8D3AFCE8089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3"/>
      <dgm:spPr/>
    </dgm:pt>
    <dgm:pt modelId="{1183B01D-027F-4222-9A5D-26614D621D81}" type="pres">
      <dgm:prSet presAssocID="{7D77D55D-8CCB-40C4-94CB-4B06CD8B8779}" presName="text" presStyleLbl="fgAcc0" presStyleIdx="0" presStyleCnt="3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3"/>
      <dgm:spPr/>
    </dgm:pt>
    <dgm:pt modelId="{EE8EEF36-F451-494C-9D0C-6D4B4B602222}" type="pres">
      <dgm:prSet presAssocID="{9C35D664-F4ED-4924-B85E-A22D43967662}" presName="text" presStyleLbl="fgAcc0" presStyleIdx="1" presStyleCnt="3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8FCB07DD-8C86-4759-993A-97EAB36CF060}" type="pres">
      <dgm:prSet presAssocID="{C49388FA-8759-42AF-B435-0EC20E6DCE5A}" presName="hierRoot1" presStyleCnt="0"/>
      <dgm:spPr/>
    </dgm:pt>
    <dgm:pt modelId="{E82A0866-4149-47CD-B7FE-725DE8D2F42E}" type="pres">
      <dgm:prSet presAssocID="{C49388FA-8759-42AF-B435-0EC20E6DCE5A}" presName="composite" presStyleCnt="0"/>
      <dgm:spPr/>
    </dgm:pt>
    <dgm:pt modelId="{D5A840D2-D89A-4DE4-9831-61DED3425ED9}" type="pres">
      <dgm:prSet presAssocID="{C49388FA-8759-42AF-B435-0EC20E6DCE5A}" presName="background" presStyleLbl="node0" presStyleIdx="2" presStyleCnt="3"/>
      <dgm:spPr/>
    </dgm:pt>
    <dgm:pt modelId="{D12292E6-4F4E-4072-8A83-08E55313428E}" type="pres">
      <dgm:prSet presAssocID="{C49388FA-8759-42AF-B435-0EC20E6DCE5A}" presName="text" presStyleLbl="fgAcc0" presStyleIdx="2" presStyleCnt="3">
        <dgm:presLayoutVars>
          <dgm:chPref val="3"/>
        </dgm:presLayoutVars>
      </dgm:prSet>
      <dgm:spPr/>
    </dgm:pt>
    <dgm:pt modelId="{4846E4EF-BE4F-4C74-9B33-E579B1E66ED7}" type="pres">
      <dgm:prSet presAssocID="{C49388FA-8759-42AF-B435-0EC20E6DCE5A}" presName="hierChild2" presStyleCnt="0"/>
      <dgm:spPr/>
    </dgm:pt>
  </dgm:ptLst>
  <dgm:cxnLst>
    <dgm:cxn modelId="{66C80707-24F5-4682-9A8A-C5E58C7BB3D0}" type="presOf" srcId="{7D77D55D-8CCB-40C4-94CB-4B06CD8B8779}" destId="{1183B01D-027F-4222-9A5D-26614D621D81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DD169F84-35BC-47BE-A340-208AE56CF63E}" type="presOf" srcId="{C49388FA-8759-42AF-B435-0EC20E6DCE5A}" destId="{D12292E6-4F4E-4072-8A83-08E55313428E}" srcOrd="0" destOrd="0" presId="urn:microsoft.com/office/officeart/2005/8/layout/hierarchy1"/>
    <dgm:cxn modelId="{176D2593-FB8E-482F-AA33-5DDF8D5040D9}" type="presOf" srcId="{9C35D664-F4ED-4924-B85E-A22D43967662}" destId="{EE8EEF36-F451-494C-9D0C-6D4B4B602222}" srcOrd="0" destOrd="0" presId="urn:microsoft.com/office/officeart/2005/8/layout/hierarchy1"/>
    <dgm:cxn modelId="{5D3769DF-636C-4089-9393-E8D3AFCE8089}" srcId="{875220B3-5F43-41BF-82F0-F1D5090E78B1}" destId="{C49388FA-8759-42AF-B435-0EC20E6DCE5A}" srcOrd="2" destOrd="0" parTransId="{A7FDF1A3-16E2-4E7B-8E33-66EC6AB64844}" sibTransId="{72F98EF2-B12B-4A57-A73C-7E6A778B34D1}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01649F12-1BD6-4C2C-89A4-CFE7E333F9CF}" type="presParOf" srcId="{F85EEB6F-AAF0-4C94-BC92-C847D8A79108}" destId="{1B7C8F59-19C7-4811-ACF5-94E83EF18D53}" srcOrd="0" destOrd="0" presId="urn:microsoft.com/office/officeart/2005/8/layout/hierarchy1"/>
    <dgm:cxn modelId="{A314521F-BA19-4579-9A48-D2E934E1FF31}" type="presParOf" srcId="{1B7C8F59-19C7-4811-ACF5-94E83EF18D53}" destId="{8918ADED-6A57-4174-8DFD-B8853753C67B}" srcOrd="0" destOrd="0" presId="urn:microsoft.com/office/officeart/2005/8/layout/hierarchy1"/>
    <dgm:cxn modelId="{6916FB5B-39B8-4EA3-83C9-0C86F5F7BE2F}" type="presParOf" srcId="{8918ADED-6A57-4174-8DFD-B8853753C67B}" destId="{98190555-19A4-4CFA-B5ED-89857792E0B9}" srcOrd="0" destOrd="0" presId="urn:microsoft.com/office/officeart/2005/8/layout/hierarchy1"/>
    <dgm:cxn modelId="{8C08263C-C809-4394-83BF-74040C874CD4}" type="presParOf" srcId="{8918ADED-6A57-4174-8DFD-B8853753C67B}" destId="{1183B01D-027F-4222-9A5D-26614D621D81}" srcOrd="1" destOrd="0" presId="urn:microsoft.com/office/officeart/2005/8/layout/hierarchy1"/>
    <dgm:cxn modelId="{E2F1B48C-A965-4AB5-B094-77A8B6CD6D51}" type="presParOf" srcId="{1B7C8F59-19C7-4811-ACF5-94E83EF18D53}" destId="{769B866C-995B-4621-BF4F-632E3E797DE6}" srcOrd="1" destOrd="0" presId="urn:microsoft.com/office/officeart/2005/8/layout/hierarchy1"/>
    <dgm:cxn modelId="{A592AF79-D520-4991-85FC-DBB8DCFBC0A7}" type="presParOf" srcId="{F85EEB6F-AAF0-4C94-BC92-C847D8A79108}" destId="{7C0E07B7-20A4-4341-8762-1E58F807E8BA}" srcOrd="1" destOrd="0" presId="urn:microsoft.com/office/officeart/2005/8/layout/hierarchy1"/>
    <dgm:cxn modelId="{56FA8E76-F67A-482A-B107-AA13883A5CBC}" type="presParOf" srcId="{7C0E07B7-20A4-4341-8762-1E58F807E8BA}" destId="{167A3E1F-AD74-4598-B50A-3C9D400D900E}" srcOrd="0" destOrd="0" presId="urn:microsoft.com/office/officeart/2005/8/layout/hierarchy1"/>
    <dgm:cxn modelId="{14150A9E-7CC0-4811-957A-131E4B9B2627}" type="presParOf" srcId="{167A3E1F-AD74-4598-B50A-3C9D400D900E}" destId="{FE1BC2AB-A6F4-451D-B5E4-EBBE2F580413}" srcOrd="0" destOrd="0" presId="urn:microsoft.com/office/officeart/2005/8/layout/hierarchy1"/>
    <dgm:cxn modelId="{99EDCC81-F193-4332-A323-8BCBECC681EA}" type="presParOf" srcId="{167A3E1F-AD74-4598-B50A-3C9D400D900E}" destId="{EE8EEF36-F451-494C-9D0C-6D4B4B602222}" srcOrd="1" destOrd="0" presId="urn:microsoft.com/office/officeart/2005/8/layout/hierarchy1"/>
    <dgm:cxn modelId="{42BAF63D-4FB1-4BEC-8C69-B10C7C60B6D8}" type="presParOf" srcId="{7C0E07B7-20A4-4341-8762-1E58F807E8BA}" destId="{7BE69AD2-283F-47B6-B4ED-6AF7473EBC65}" srcOrd="1" destOrd="0" presId="urn:microsoft.com/office/officeart/2005/8/layout/hierarchy1"/>
    <dgm:cxn modelId="{9E312B85-B3DA-43A3-9960-F6A171A99142}" type="presParOf" srcId="{F85EEB6F-AAF0-4C94-BC92-C847D8A79108}" destId="{8FCB07DD-8C86-4759-993A-97EAB36CF060}" srcOrd="2" destOrd="0" presId="urn:microsoft.com/office/officeart/2005/8/layout/hierarchy1"/>
    <dgm:cxn modelId="{0D559596-C91C-4589-83F5-35F1216C2813}" type="presParOf" srcId="{8FCB07DD-8C86-4759-993A-97EAB36CF060}" destId="{E82A0866-4149-47CD-B7FE-725DE8D2F42E}" srcOrd="0" destOrd="0" presId="urn:microsoft.com/office/officeart/2005/8/layout/hierarchy1"/>
    <dgm:cxn modelId="{425BA405-6B44-4056-B0AB-C714B302121B}" type="presParOf" srcId="{E82A0866-4149-47CD-B7FE-725DE8D2F42E}" destId="{D5A840D2-D89A-4DE4-9831-61DED3425ED9}" srcOrd="0" destOrd="0" presId="urn:microsoft.com/office/officeart/2005/8/layout/hierarchy1"/>
    <dgm:cxn modelId="{DAC7D9F8-EEE6-4839-A7ED-D5CE080908F4}" type="presParOf" srcId="{E82A0866-4149-47CD-B7FE-725DE8D2F42E}" destId="{D12292E6-4F4E-4072-8A83-08E55313428E}" srcOrd="1" destOrd="0" presId="urn:microsoft.com/office/officeart/2005/8/layout/hierarchy1"/>
    <dgm:cxn modelId="{67554DFF-CD30-4AD1-B9CF-7016847BE9E4}" type="presParOf" srcId="{8FCB07DD-8C86-4759-993A-97EAB36CF060}" destId="{4846E4EF-BE4F-4C74-9B33-E579B1E66ED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0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328612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383617" y="797580"/>
        <a:ext cx="2847502" cy="1768010"/>
      </dsp:txXfrm>
    </dsp:sp>
    <dsp:sp modelId="{FE1BC2AB-A6F4-451D-B5E4-EBBE2F580413}">
      <dsp:nvSpPr>
        <dsp:cNvPr id="0" name=""/>
        <dsp:cNvSpPr/>
      </dsp:nvSpPr>
      <dsp:spPr>
        <a:xfrm>
          <a:off x="3614737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3943350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3998355" y="797580"/>
        <a:ext cx="2847502" cy="1768010"/>
      </dsp:txXfrm>
    </dsp:sp>
    <dsp:sp modelId="{D5A840D2-D89A-4DE4-9831-61DED3425ED9}">
      <dsp:nvSpPr>
        <dsp:cNvPr id="0" name=""/>
        <dsp:cNvSpPr/>
      </dsp:nvSpPr>
      <dsp:spPr>
        <a:xfrm>
          <a:off x="7229475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2292E6-4F4E-4072-8A83-08E55313428E}">
      <dsp:nvSpPr>
        <dsp:cNvPr id="0" name=""/>
        <dsp:cNvSpPr/>
      </dsp:nvSpPr>
      <dsp:spPr>
        <a:xfrm>
          <a:off x="7558087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7613092" y="797580"/>
        <a:ext cx="2847502" cy="17680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2045432" y="2666571"/>
            <a:ext cx="8101135" cy="3422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EAB36-867D-95B6-8834-F42C5B9259D0}"/>
              </a:ext>
            </a:extLst>
          </p:cNvPr>
          <p:cNvSpPr txBox="1">
            <a:spLocks/>
          </p:cNvSpPr>
          <p:nvPr/>
        </p:nvSpPr>
        <p:spPr>
          <a:xfrm>
            <a:off x="5912527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95521BC-C5E6-AB41-0BC9-A706E6412C75}"/>
              </a:ext>
            </a:extLst>
          </p:cNvPr>
          <p:cNvSpPr txBox="1">
            <a:spLocks/>
          </p:cNvSpPr>
          <p:nvPr/>
        </p:nvSpPr>
        <p:spPr>
          <a:xfrm>
            <a:off x="6210758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1536" y="777555"/>
            <a:ext cx="3183892" cy="98742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12 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9062554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4E0165-E852-9E37-91F6-9A7920B23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432" y="2024164"/>
            <a:ext cx="10503568" cy="4706879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668</TotalTime>
  <Words>97</Words>
  <Application>Microsoft Office PowerPoint</Application>
  <PresentationFormat>Widescreen</PresentationFormat>
  <Paragraphs>18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 Progress </vt:lpstr>
      <vt:lpstr>Week 12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8</cp:revision>
  <dcterms:created xsi:type="dcterms:W3CDTF">2026-01-22T18:57:02Z</dcterms:created>
  <dcterms:modified xsi:type="dcterms:W3CDTF">2026-03-28T13:35:35Z</dcterms:modified>
</cp:coreProperties>
</file>