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5" r:id="rId4"/>
    <p:sldId id="267" r:id="rId5"/>
    <p:sldId id="266" r:id="rId6"/>
    <p:sldId id="258" r:id="rId7"/>
    <p:sldId id="264" r:id="rId8"/>
    <p:sldId id="259" r:id="rId9"/>
    <p:sldId id="26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19AF7A-92BB-46C1-950F-B886EA717ED2}" v="7" dt="2026-02-27T16:47:07.4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94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modSld">
      <pc:chgData name="John Gerega" userId="bd3e1e46fb6a714b" providerId="LiveId" clId="{45F0C402-C550-4C82-B31D-5B32217A5E94}" dt="2026-02-17T12:42:35.112" v="95" actId="20577"/>
      <pc:docMkLst>
        <pc:docMk/>
      </pc:docMkLst>
      <pc:sldChg chg="modSp mod">
        <pc:chgData name="John Gerega" userId="bd3e1e46fb6a714b" providerId="LiveId" clId="{45F0C402-C550-4C82-B31D-5B32217A5E94}" dt="2026-02-17T12:42:35.112" v="95" actId="20577"/>
        <pc:sldMkLst>
          <pc:docMk/>
          <pc:sldMk cId="2428741132" sldId="265"/>
        </pc:sldMkLst>
        <pc:spChg chg="mod">
          <ac:chgData name="John Gerega" userId="bd3e1e46fb6a714b" providerId="LiveId" clId="{45F0C402-C550-4C82-B31D-5B32217A5E94}" dt="2026-02-17T12:42:35.112" v="95" actId="20577"/>
          <ac:spMkLst>
            <pc:docMk/>
            <pc:sldMk cId="2428741132" sldId="265"/>
            <ac:spMk id="8" creationId="{7A067979-B2B3-BD33-28AB-42AF2BBE1977}"/>
          </ac:spMkLst>
        </pc:spChg>
      </pc:sldChg>
    </pc:docChg>
  </pc:docChgLst>
  <pc:docChgLst>
    <pc:chgData name="Margo Bonal" userId="18c9fa0f-b53d-478b-9dc0-6ad88786c19f" providerId="ADAL" clId="{93D479E5-F67F-4B8A-A78F-A0B574A116B6}"/>
    <pc:docChg chg="undo custSel addSld modSld">
      <pc:chgData name="Margo Bonal" userId="18c9fa0f-b53d-478b-9dc0-6ad88786c19f" providerId="ADAL" clId="{93D479E5-F67F-4B8A-A78F-A0B574A116B6}" dt="2026-02-22T13:31:07.022" v="2184" actId="1076"/>
      <pc:docMkLst>
        <pc:docMk/>
      </pc:docMkLst>
      <pc:sldChg chg="addSp delSp modSp new mod setBg">
        <pc:chgData name="Margo Bonal" userId="18c9fa0f-b53d-478b-9dc0-6ad88786c19f" providerId="ADAL" clId="{93D479E5-F67F-4B8A-A78F-A0B574A116B6}" dt="2026-02-21T21:31:11.749" v="1042" actId="1076"/>
        <pc:sldMkLst>
          <pc:docMk/>
          <pc:sldMk cId="2065992260" sldId="258"/>
        </pc:sldMkLst>
        <pc:spChg chg="mod">
          <ac:chgData name="Margo Bonal" userId="18c9fa0f-b53d-478b-9dc0-6ad88786c19f" providerId="ADAL" clId="{93D479E5-F67F-4B8A-A78F-A0B574A116B6}" dt="2026-02-21T21:31:11.749" v="1042" actId="1076"/>
          <ac:spMkLst>
            <pc:docMk/>
            <pc:sldMk cId="2065992260" sldId="258"/>
            <ac:spMk id="16" creationId="{1BFE9597-EE45-D183-9C43-FB508195BFBC}"/>
          </ac:spMkLst>
        </pc:spChg>
      </pc:sldChg>
      <pc:sldChg chg="modSp mod">
        <pc:chgData name="Margo Bonal" userId="18c9fa0f-b53d-478b-9dc0-6ad88786c19f" providerId="ADAL" clId="{93D479E5-F67F-4B8A-A78F-A0B574A116B6}" dt="2026-02-22T13:30:29.735" v="2182" actId="20577"/>
        <pc:sldMkLst>
          <pc:docMk/>
          <pc:sldMk cId="2561402868" sldId="264"/>
        </pc:sldMkLst>
        <pc:spChg chg="mod">
          <ac:chgData name="Margo Bonal" userId="18c9fa0f-b53d-478b-9dc0-6ad88786c19f" providerId="ADAL" clId="{93D479E5-F67F-4B8A-A78F-A0B574A116B6}" dt="2026-02-20T16:43:18.756" v="1003" actId="20577"/>
          <ac:spMkLst>
            <pc:docMk/>
            <pc:sldMk cId="2561402868" sldId="264"/>
            <ac:spMk id="9" creationId="{D6D36DC8-D9BF-8C26-69EA-ED89E34DB644}"/>
          </ac:spMkLst>
        </pc:spChg>
        <pc:graphicFrameChg chg="mod modGraphic">
          <ac:chgData name="Margo Bonal" userId="18c9fa0f-b53d-478b-9dc0-6ad88786c19f" providerId="ADAL" clId="{93D479E5-F67F-4B8A-A78F-A0B574A116B6}" dt="2026-02-22T13:30:29.735" v="2182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modSp mod">
        <pc:chgData name="Margo Bonal" userId="18c9fa0f-b53d-478b-9dc0-6ad88786c19f" providerId="ADAL" clId="{93D479E5-F67F-4B8A-A78F-A0B574A116B6}" dt="2026-02-21T21:42:54.604" v="1468" actId="20577"/>
        <pc:sldMkLst>
          <pc:docMk/>
          <pc:sldMk cId="2428741132" sldId="265"/>
        </pc:sldMkLst>
        <pc:spChg chg="mod">
          <ac:chgData name="Margo Bonal" userId="18c9fa0f-b53d-478b-9dc0-6ad88786c19f" providerId="ADAL" clId="{93D479E5-F67F-4B8A-A78F-A0B574A116B6}" dt="2026-02-21T21:42:54.604" v="1468" actId="20577"/>
          <ac:spMkLst>
            <pc:docMk/>
            <pc:sldMk cId="2428741132" sldId="265"/>
            <ac:spMk id="8" creationId="{7A067979-B2B3-BD33-28AB-42AF2BBE1977}"/>
          </ac:spMkLst>
        </pc:spChg>
      </pc:sldChg>
      <pc:sldChg chg="addSp modSp mod">
        <pc:chgData name="Margo Bonal" userId="18c9fa0f-b53d-478b-9dc0-6ad88786c19f" providerId="ADAL" clId="{93D479E5-F67F-4B8A-A78F-A0B574A116B6}" dt="2026-02-21T21:46:58.650" v="1616" actId="20577"/>
        <pc:sldMkLst>
          <pc:docMk/>
          <pc:sldMk cId="3526335932" sldId="266"/>
        </pc:sldMkLst>
        <pc:spChg chg="add mod">
          <ac:chgData name="Margo Bonal" userId="18c9fa0f-b53d-478b-9dc0-6ad88786c19f" providerId="ADAL" clId="{93D479E5-F67F-4B8A-A78F-A0B574A116B6}" dt="2026-02-21T21:46:58.650" v="1616" actId="20577"/>
          <ac:spMkLst>
            <pc:docMk/>
            <pc:sldMk cId="3526335932" sldId="266"/>
            <ac:spMk id="2" creationId="{FB4EC798-8386-CB36-1C33-949CA6568550}"/>
          </ac:spMkLst>
        </pc:spChg>
        <pc:spChg chg="mod">
          <ac:chgData name="Margo Bonal" userId="18c9fa0f-b53d-478b-9dc0-6ad88786c19f" providerId="ADAL" clId="{93D479E5-F67F-4B8A-A78F-A0B574A116B6}" dt="2026-02-21T21:43:23.815" v="1529" actId="20577"/>
          <ac:spMkLst>
            <pc:docMk/>
            <pc:sldMk cId="3526335932" sldId="266"/>
            <ac:spMk id="4" creationId="{86ED9EE4-56A8-6AFD-BE9A-A35D2ABC59A0}"/>
          </ac:spMkLst>
        </pc:spChg>
        <pc:spChg chg="mod">
          <ac:chgData name="Margo Bonal" userId="18c9fa0f-b53d-478b-9dc0-6ad88786c19f" providerId="ADAL" clId="{93D479E5-F67F-4B8A-A78F-A0B574A116B6}" dt="2026-02-20T15:51:55.089" v="1001" actId="20577"/>
          <ac:spMkLst>
            <pc:docMk/>
            <pc:sldMk cId="3526335932" sldId="266"/>
            <ac:spMk id="5" creationId="{E40DC201-0466-5D58-2422-48A1842C6A76}"/>
          </ac:spMkLst>
        </pc:spChg>
        <pc:spChg chg="mod">
          <ac:chgData name="Margo Bonal" userId="18c9fa0f-b53d-478b-9dc0-6ad88786c19f" providerId="ADAL" clId="{93D479E5-F67F-4B8A-A78F-A0B574A116B6}" dt="2026-02-20T15:51:28.008" v="998" actId="1076"/>
          <ac:spMkLst>
            <pc:docMk/>
            <pc:sldMk cId="3526335932" sldId="266"/>
            <ac:spMk id="8" creationId="{24AA2B82-D640-63C8-0949-8D61BA43585E}"/>
          </ac:spMkLst>
        </pc:spChg>
        <pc:spChg chg="mod">
          <ac:chgData name="Margo Bonal" userId="18c9fa0f-b53d-478b-9dc0-6ad88786c19f" providerId="ADAL" clId="{93D479E5-F67F-4B8A-A78F-A0B574A116B6}" dt="2026-02-20T15:51:41.661" v="999" actId="1076"/>
          <ac:spMkLst>
            <pc:docMk/>
            <pc:sldMk cId="3526335932" sldId="266"/>
            <ac:spMk id="11" creationId="{D6DB2568-1D7A-1154-06D4-C4FEF3D291A5}"/>
          </ac:spMkLst>
        </pc:spChg>
      </pc:sldChg>
    </pc:docChg>
  </pc:docChgLst>
  <pc:docChgLst>
    <pc:chgData name="Margo Bonal" userId="18c9fa0f-b53d-478b-9dc0-6ad88786c19f" providerId="ADAL" clId="{57E2D5E0-CA32-47BE-A2DC-7B0365E99328}"/>
    <pc:docChg chg="undo redo custSel addSld delSld modSld sldOrd">
      <pc:chgData name="Margo Bonal" userId="18c9fa0f-b53d-478b-9dc0-6ad88786c19f" providerId="ADAL" clId="{57E2D5E0-CA32-47BE-A2DC-7B0365E99328}" dt="2026-02-27T16:48:19.424" v="776" actId="20577"/>
      <pc:docMkLst>
        <pc:docMk/>
      </pc:docMkLst>
      <pc:sldChg chg="modSp mod">
        <pc:chgData name="Margo Bonal" userId="18c9fa0f-b53d-478b-9dc0-6ad88786c19f" providerId="ADAL" clId="{57E2D5E0-CA32-47BE-A2DC-7B0365E99328}" dt="2026-02-13T23:03:42.609" v="551" actId="27636"/>
        <pc:sldMkLst>
          <pc:docMk/>
          <pc:sldMk cId="850630602" sldId="257"/>
        </pc:sldMkLst>
        <pc:spChg chg="mod">
          <ac:chgData name="Margo Bonal" userId="18c9fa0f-b53d-478b-9dc0-6ad88786c19f" providerId="ADAL" clId="{57E2D5E0-CA32-47BE-A2DC-7B0365E99328}" dt="2026-02-13T23:03:42.609" v="551" actId="27636"/>
          <ac:spMkLst>
            <pc:docMk/>
            <pc:sldMk cId="850630602" sldId="257"/>
            <ac:spMk id="3" creationId="{3AD821AA-AA04-E3EB-5027-44FA0EFD591D}"/>
          </ac:spMkLst>
        </pc:spChg>
      </pc:sldChg>
      <pc:sldChg chg="addSp delSp modSp mod">
        <pc:chgData name="Margo Bonal" userId="18c9fa0f-b53d-478b-9dc0-6ad88786c19f" providerId="ADAL" clId="{57E2D5E0-CA32-47BE-A2DC-7B0365E99328}" dt="2026-02-13T23:01:24.470" v="495" actId="1076"/>
        <pc:sldMkLst>
          <pc:docMk/>
          <pc:sldMk cId="2065992260" sldId="258"/>
        </pc:sldMkLst>
        <pc:spChg chg="add mod">
          <ac:chgData name="Margo Bonal" userId="18c9fa0f-b53d-478b-9dc0-6ad88786c19f" providerId="ADAL" clId="{57E2D5E0-CA32-47BE-A2DC-7B0365E99328}" dt="2026-02-13T23:01:24.470" v="495" actId="1076"/>
          <ac:spMkLst>
            <pc:docMk/>
            <pc:sldMk cId="2065992260" sldId="258"/>
            <ac:spMk id="16" creationId="{1BFE9597-EE45-D183-9C43-FB508195BFBC}"/>
          </ac:spMkLst>
        </pc:spChg>
        <pc:graphicFrameChg chg="add mod">
          <ac:chgData name="Margo Bonal" userId="18c9fa0f-b53d-478b-9dc0-6ad88786c19f" providerId="ADAL" clId="{57E2D5E0-CA32-47BE-A2DC-7B0365E99328}" dt="2026-02-13T23:01:13.304" v="492" actId="1076"/>
          <ac:graphicFrameMkLst>
            <pc:docMk/>
            <pc:sldMk cId="2065992260" sldId="258"/>
            <ac:graphicFrameMk id="15" creationId="{FC544CC5-203D-7012-0096-763F5234B0F3}"/>
          </ac:graphicFrameMkLst>
        </pc:graphicFrameChg>
      </pc:sldChg>
      <pc:sldChg chg="addSp delSp modSp mod">
        <pc:chgData name="Margo Bonal" userId="18c9fa0f-b53d-478b-9dc0-6ad88786c19f" providerId="ADAL" clId="{57E2D5E0-CA32-47BE-A2DC-7B0365E99328}" dt="2026-02-13T22:52:16.211" v="233" actId="14100"/>
        <pc:sldMkLst>
          <pc:docMk/>
          <pc:sldMk cId="3713997872" sldId="259"/>
        </pc:sldMkLst>
        <pc:picChg chg="add mod modCrop">
          <ac:chgData name="Margo Bonal" userId="18c9fa0f-b53d-478b-9dc0-6ad88786c19f" providerId="ADAL" clId="{57E2D5E0-CA32-47BE-A2DC-7B0365E99328}" dt="2026-02-13T22:52:16.211" v="233" actId="14100"/>
          <ac:picMkLst>
            <pc:docMk/>
            <pc:sldMk cId="3713997872" sldId="259"/>
            <ac:picMk id="5" creationId="{30D9BB01-16EE-371C-49E8-833A93D92451}"/>
          </ac:picMkLst>
        </pc:picChg>
      </pc:sldChg>
      <pc:sldChg chg="addSp delSp modSp add mod ord">
        <pc:chgData name="Margo Bonal" userId="18c9fa0f-b53d-478b-9dc0-6ad88786c19f" providerId="ADAL" clId="{57E2D5E0-CA32-47BE-A2DC-7B0365E99328}" dt="2026-02-27T16:48:19.424" v="776" actId="20577"/>
        <pc:sldMkLst>
          <pc:docMk/>
          <pc:sldMk cId="2561402868" sldId="264"/>
        </pc:sldMkLst>
        <pc:spChg chg="add mod">
          <ac:chgData name="Margo Bonal" userId="18c9fa0f-b53d-478b-9dc0-6ad88786c19f" providerId="ADAL" clId="{57E2D5E0-CA32-47BE-A2DC-7B0365E99328}" dt="2026-02-27T16:48:19.424" v="776" actId="20577"/>
          <ac:spMkLst>
            <pc:docMk/>
            <pc:sldMk cId="2561402868" sldId="264"/>
            <ac:spMk id="9" creationId="{D6D36DC8-D9BF-8C26-69EA-ED89E34DB644}"/>
          </ac:spMkLst>
        </pc:spChg>
        <pc:graphicFrameChg chg="add mod modGraphic">
          <ac:chgData name="Margo Bonal" userId="18c9fa0f-b53d-478b-9dc0-6ad88786c19f" providerId="ADAL" clId="{57E2D5E0-CA32-47BE-A2DC-7B0365E99328}" dt="2026-02-27T16:39:59.240" v="681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addSp delSp modSp add mod ord">
        <pc:chgData name="Margo Bonal" userId="18c9fa0f-b53d-478b-9dc0-6ad88786c19f" providerId="ADAL" clId="{57E2D5E0-CA32-47BE-A2DC-7B0365E99328}" dt="2026-02-27T16:39:18.421" v="620" actId="27636"/>
        <pc:sldMkLst>
          <pc:docMk/>
          <pc:sldMk cId="2428741132" sldId="265"/>
        </pc:sldMkLst>
        <pc:spChg chg="mod">
          <ac:chgData name="Margo Bonal" userId="18c9fa0f-b53d-478b-9dc0-6ad88786c19f" providerId="ADAL" clId="{57E2D5E0-CA32-47BE-A2DC-7B0365E99328}" dt="2026-02-13T22:51:00.114" v="220" actId="20577"/>
          <ac:spMkLst>
            <pc:docMk/>
            <pc:sldMk cId="2428741132" sldId="265"/>
            <ac:spMk id="3" creationId="{73DA28DD-1D93-45FF-9FF1-D9C602F501F5}"/>
          </ac:spMkLst>
        </pc:spChg>
        <pc:spChg chg="add mod">
          <ac:chgData name="Margo Bonal" userId="18c9fa0f-b53d-478b-9dc0-6ad88786c19f" providerId="ADAL" clId="{57E2D5E0-CA32-47BE-A2DC-7B0365E99328}" dt="2026-02-13T22:51:15.940" v="222" actId="1076"/>
          <ac:spMkLst>
            <pc:docMk/>
            <pc:sldMk cId="2428741132" sldId="265"/>
            <ac:spMk id="4" creationId="{A5AF426B-43FF-4BB7-086D-F7F73A587A96}"/>
          </ac:spMkLst>
        </pc:spChg>
        <pc:spChg chg="add mod">
          <ac:chgData name="Margo Bonal" userId="18c9fa0f-b53d-478b-9dc0-6ad88786c19f" providerId="ADAL" clId="{57E2D5E0-CA32-47BE-A2DC-7B0365E99328}" dt="2026-02-27T16:39:18.421" v="620" actId="27636"/>
          <ac:spMkLst>
            <pc:docMk/>
            <pc:sldMk cId="2428741132" sldId="265"/>
            <ac:spMk id="8" creationId="{7A067979-B2B3-BD33-28AB-42AF2BBE1977}"/>
          </ac:spMkLst>
        </pc:spChg>
      </pc:sldChg>
      <pc:sldChg chg="addSp delSp modSp add mod ord">
        <pc:chgData name="Margo Bonal" userId="18c9fa0f-b53d-478b-9dc0-6ad88786c19f" providerId="ADAL" clId="{57E2D5E0-CA32-47BE-A2DC-7B0365E99328}" dt="2026-02-27T16:39:29.840" v="659" actId="12"/>
        <pc:sldMkLst>
          <pc:docMk/>
          <pc:sldMk cId="3526335932" sldId="266"/>
        </pc:sldMkLst>
        <pc:spChg chg="mod">
          <ac:chgData name="Margo Bonal" userId="18c9fa0f-b53d-478b-9dc0-6ad88786c19f" providerId="ADAL" clId="{57E2D5E0-CA32-47BE-A2DC-7B0365E99328}" dt="2026-02-27T16:39:29.840" v="659" actId="12"/>
          <ac:spMkLst>
            <pc:docMk/>
            <pc:sldMk cId="3526335932" sldId="266"/>
            <ac:spMk id="2" creationId="{FB4EC798-8386-CB36-1C33-949CA6568550}"/>
          </ac:spMkLst>
        </pc:spChg>
        <pc:spChg chg="add mod">
          <ac:chgData name="Margo Bonal" userId="18c9fa0f-b53d-478b-9dc0-6ad88786c19f" providerId="ADAL" clId="{57E2D5E0-CA32-47BE-A2DC-7B0365E99328}" dt="2026-02-27T16:39:25.479" v="657" actId="20577"/>
          <ac:spMkLst>
            <pc:docMk/>
            <pc:sldMk cId="3526335932" sldId="266"/>
            <ac:spMk id="4" creationId="{86ED9EE4-56A8-6AFD-BE9A-A35D2ABC59A0}"/>
          </ac:spMkLst>
        </pc:spChg>
        <pc:spChg chg="add mod">
          <ac:chgData name="Margo Bonal" userId="18c9fa0f-b53d-478b-9dc0-6ad88786c19f" providerId="ADAL" clId="{57E2D5E0-CA32-47BE-A2DC-7B0365E99328}" dt="2026-02-13T23:02:06.751" v="514" actId="20577"/>
          <ac:spMkLst>
            <pc:docMk/>
            <pc:sldMk cId="3526335932" sldId="266"/>
            <ac:spMk id="5" creationId="{E40DC201-0466-5D58-2422-48A1842C6A76}"/>
          </ac:spMkLst>
        </pc:spChg>
        <pc:spChg chg="add mod">
          <ac:chgData name="Margo Bonal" userId="18c9fa0f-b53d-478b-9dc0-6ad88786c19f" providerId="ADAL" clId="{57E2D5E0-CA32-47BE-A2DC-7B0365E99328}" dt="2026-02-13T23:01:33.171" v="497" actId="1076"/>
          <ac:spMkLst>
            <pc:docMk/>
            <pc:sldMk cId="3526335932" sldId="266"/>
            <ac:spMk id="8" creationId="{24AA2B82-D640-63C8-0949-8D61BA43585E}"/>
          </ac:spMkLst>
        </pc:spChg>
        <pc:spChg chg="add mod">
          <ac:chgData name="Margo Bonal" userId="18c9fa0f-b53d-478b-9dc0-6ad88786c19f" providerId="ADAL" clId="{57E2D5E0-CA32-47BE-A2DC-7B0365E99328}" dt="2026-02-13T23:01:36.208" v="498" actId="1076"/>
          <ac:spMkLst>
            <pc:docMk/>
            <pc:sldMk cId="3526335932" sldId="266"/>
            <ac:spMk id="11" creationId="{D6DB2568-1D7A-1154-06D4-C4FEF3D291A5}"/>
          </ac:spMkLst>
        </pc:spChg>
      </pc:sldChg>
      <pc:sldChg chg="addSp delSp modSp new mod setBg">
        <pc:chgData name="Margo Bonal" userId="18c9fa0f-b53d-478b-9dc0-6ad88786c19f" providerId="ADAL" clId="{57E2D5E0-CA32-47BE-A2DC-7B0365E99328}" dt="2026-02-27T16:47:37.952" v="774" actId="20577"/>
        <pc:sldMkLst>
          <pc:docMk/>
          <pc:sldMk cId="466827126" sldId="267"/>
        </pc:sldMkLst>
        <pc:spChg chg="mod">
          <ac:chgData name="Margo Bonal" userId="18c9fa0f-b53d-478b-9dc0-6ad88786c19f" providerId="ADAL" clId="{57E2D5E0-CA32-47BE-A2DC-7B0365E99328}" dt="2026-02-27T16:40:51.518" v="711" actId="20577"/>
          <ac:spMkLst>
            <pc:docMk/>
            <pc:sldMk cId="466827126" sldId="267"/>
            <ac:spMk id="2" creationId="{E4A45707-0E58-D064-5326-14385A7EE13B}"/>
          </ac:spMkLst>
        </pc:spChg>
        <pc:spChg chg="mod">
          <ac:chgData name="Margo Bonal" userId="18c9fa0f-b53d-478b-9dc0-6ad88786c19f" providerId="ADAL" clId="{57E2D5E0-CA32-47BE-A2DC-7B0365E99328}" dt="2026-02-27T16:47:37.952" v="774" actId="20577"/>
          <ac:spMkLst>
            <pc:docMk/>
            <pc:sldMk cId="466827126" sldId="267"/>
            <ac:spMk id="3" creationId="{ED251D10-213C-75FF-8717-7ADF2D6C82F3}"/>
          </ac:spMkLst>
        </pc:spChg>
        <pc:spChg chg="add del">
          <ac:chgData name="Margo Bonal" userId="18c9fa0f-b53d-478b-9dc0-6ad88786c19f" providerId="ADAL" clId="{57E2D5E0-CA32-47BE-A2DC-7B0365E99328}" dt="2026-02-27T16:40:30.879" v="700" actId="26606"/>
          <ac:spMkLst>
            <pc:docMk/>
            <pc:sldMk cId="466827126" sldId="267"/>
            <ac:spMk id="8" creationId="{943CAA20-3569-4189-9E48-239A229A86CA}"/>
          </ac:spMkLst>
        </pc:spChg>
        <pc:spChg chg="add del">
          <ac:chgData name="Margo Bonal" userId="18c9fa0f-b53d-478b-9dc0-6ad88786c19f" providerId="ADAL" clId="{57E2D5E0-CA32-47BE-A2DC-7B0365E99328}" dt="2026-02-27T16:40:30.879" v="700" actId="26606"/>
          <ac:spMkLst>
            <pc:docMk/>
            <pc:sldMk cId="466827126" sldId="267"/>
            <ac:spMk id="10" creationId="{DA542B6D-E775-4832-91DC-2D20F857813A}"/>
          </ac:spMkLst>
        </pc:spChg>
        <pc:spChg chg="add del">
          <ac:chgData name="Margo Bonal" userId="18c9fa0f-b53d-478b-9dc0-6ad88786c19f" providerId="ADAL" clId="{57E2D5E0-CA32-47BE-A2DC-7B0365E99328}" dt="2026-02-27T16:40:32.665" v="702" actId="26606"/>
          <ac:spMkLst>
            <pc:docMk/>
            <pc:sldMk cId="466827126" sldId="267"/>
            <ac:spMk id="12" creationId="{871AEA07-1E14-44B4-8E55-64EF049CD66F}"/>
          </ac:spMkLst>
        </pc:spChg>
        <pc:spChg chg="add del">
          <ac:chgData name="Margo Bonal" userId="18c9fa0f-b53d-478b-9dc0-6ad88786c19f" providerId="ADAL" clId="{57E2D5E0-CA32-47BE-A2DC-7B0365E99328}" dt="2026-02-27T16:40:32.665" v="702" actId="26606"/>
          <ac:spMkLst>
            <pc:docMk/>
            <pc:sldMk cId="466827126" sldId="267"/>
            <ac:spMk id="13" creationId="{4522B21E-B2B9-4C72-9A71-C87EFD137480}"/>
          </ac:spMkLst>
        </pc:spChg>
        <pc:spChg chg="add del">
          <ac:chgData name="Margo Bonal" userId="18c9fa0f-b53d-478b-9dc0-6ad88786c19f" providerId="ADAL" clId="{57E2D5E0-CA32-47BE-A2DC-7B0365E99328}" dt="2026-02-27T16:40:32.665" v="702" actId="26606"/>
          <ac:spMkLst>
            <pc:docMk/>
            <pc:sldMk cId="466827126" sldId="267"/>
            <ac:spMk id="15" creationId="{5EB7D2A2-F448-44D4-938C-DC84CBCB3B1E}"/>
          </ac:spMkLst>
        </pc:spChg>
        <pc:spChg chg="add">
          <ac:chgData name="Margo Bonal" userId="18c9fa0f-b53d-478b-9dc0-6ad88786c19f" providerId="ADAL" clId="{57E2D5E0-CA32-47BE-A2DC-7B0365E99328}" dt="2026-02-27T16:40:32.665" v="703" actId="26606"/>
          <ac:spMkLst>
            <pc:docMk/>
            <pc:sldMk cId="466827126" sldId="267"/>
            <ac:spMk id="16" creationId="{D8142CC3-2B5C-48E6-9DF0-6C8ACBAF23EF}"/>
          </ac:spMkLst>
        </pc:spChg>
        <pc:spChg chg="add">
          <ac:chgData name="Margo Bonal" userId="18c9fa0f-b53d-478b-9dc0-6ad88786c19f" providerId="ADAL" clId="{57E2D5E0-CA32-47BE-A2DC-7B0365E99328}" dt="2026-02-27T16:40:32.665" v="703" actId="26606"/>
          <ac:spMkLst>
            <pc:docMk/>
            <pc:sldMk cId="466827126" sldId="267"/>
            <ac:spMk id="17" creationId="{46F1F2C8-798B-4CCE-A851-94AFAF350BED}"/>
          </ac:spMkLst>
        </pc:spChg>
        <pc:spChg chg="add">
          <ac:chgData name="Margo Bonal" userId="18c9fa0f-b53d-478b-9dc0-6ad88786c19f" providerId="ADAL" clId="{57E2D5E0-CA32-47BE-A2DC-7B0365E99328}" dt="2026-02-27T16:40:32.665" v="703" actId="26606"/>
          <ac:spMkLst>
            <pc:docMk/>
            <pc:sldMk cId="466827126" sldId="267"/>
            <ac:spMk id="19" creationId="{755E9CD0-04B0-4A3C-B291-AD913379C713}"/>
          </ac:spMkLst>
        </pc:spChg>
        <pc:spChg chg="add">
          <ac:chgData name="Margo Bonal" userId="18c9fa0f-b53d-478b-9dc0-6ad88786c19f" providerId="ADAL" clId="{57E2D5E0-CA32-47BE-A2DC-7B0365E99328}" dt="2026-02-27T16:40:32.665" v="703" actId="26606"/>
          <ac:spMkLst>
            <pc:docMk/>
            <pc:sldMk cId="466827126" sldId="267"/>
            <ac:spMk id="20" creationId="{46A89C79-8EF3-4AF9-B3D9-59A883F41C83}"/>
          </ac:spMkLst>
        </pc:spChg>
        <pc:spChg chg="add">
          <ac:chgData name="Margo Bonal" userId="18c9fa0f-b53d-478b-9dc0-6ad88786c19f" providerId="ADAL" clId="{57E2D5E0-CA32-47BE-A2DC-7B0365E99328}" dt="2026-02-27T16:40:32.665" v="703" actId="26606"/>
          <ac:spMkLst>
            <pc:docMk/>
            <pc:sldMk cId="466827126" sldId="267"/>
            <ac:spMk id="21" creationId="{1DD8BF3B-6066-418C-8D1A-75C5E396FC04}"/>
          </ac:spMkLst>
        </pc:spChg>
        <pc:spChg chg="add">
          <ac:chgData name="Margo Bonal" userId="18c9fa0f-b53d-478b-9dc0-6ad88786c19f" providerId="ADAL" clId="{57E2D5E0-CA32-47BE-A2DC-7B0365E99328}" dt="2026-02-27T16:40:32.665" v="703" actId="26606"/>
          <ac:spMkLst>
            <pc:docMk/>
            <pc:sldMk cId="466827126" sldId="267"/>
            <ac:spMk id="22" creationId="{EFE5CE34-4543-42E5-B82C-1F3D12422CDD}"/>
          </ac:spMkLst>
        </pc:spChg>
        <pc:spChg chg="add">
          <ac:chgData name="Margo Bonal" userId="18c9fa0f-b53d-478b-9dc0-6ad88786c19f" providerId="ADAL" clId="{57E2D5E0-CA32-47BE-A2DC-7B0365E99328}" dt="2026-02-27T16:40:32.665" v="703" actId="26606"/>
          <ac:spMkLst>
            <pc:docMk/>
            <pc:sldMk cId="466827126" sldId="267"/>
            <ac:spMk id="23" creationId="{80BC66F9-7A74-4286-AD22-1174052CC22C}"/>
          </ac:spMkLst>
        </pc:spChg>
        <pc:spChg chg="add">
          <ac:chgData name="Margo Bonal" userId="18c9fa0f-b53d-478b-9dc0-6ad88786c19f" providerId="ADAL" clId="{57E2D5E0-CA32-47BE-A2DC-7B0365E99328}" dt="2026-02-27T16:40:32.665" v="703" actId="26606"/>
          <ac:spMkLst>
            <pc:docMk/>
            <pc:sldMk cId="466827126" sldId="267"/>
            <ac:spMk id="24" creationId="{72AF41FE-63D7-4695-81D2-66D2510E4486}"/>
          </ac:spMkLst>
        </pc:spChg>
        <pc:cxnChg chg="add del">
          <ac:chgData name="Margo Bonal" userId="18c9fa0f-b53d-478b-9dc0-6ad88786c19f" providerId="ADAL" clId="{57E2D5E0-CA32-47BE-A2DC-7B0365E99328}" dt="2026-02-27T16:40:32.665" v="702" actId="26606"/>
          <ac:cxnSpMkLst>
            <pc:docMk/>
            <pc:sldMk cId="466827126" sldId="267"/>
            <ac:cxnSpMk id="14" creationId="{F7C8EA93-3210-4C62-99E9-153C275E3A87}"/>
          </ac:cxnSpMkLst>
        </pc:cxnChg>
      </pc:sldChg>
      <pc:sldChg chg="del">
        <pc:chgData name="Margo Bonal" userId="18c9fa0f-b53d-478b-9dc0-6ad88786c19f" providerId="ADAL" clId="{57E2D5E0-CA32-47BE-A2DC-7B0365E99328}" dt="2026-02-27T16:39:51.443" v="660" actId="2696"/>
        <pc:sldMkLst>
          <pc:docMk/>
          <pc:sldMk cId="3667650440" sldId="267"/>
        </pc:sldMkLst>
      </pc:sldChg>
      <pc:sldChg chg="del">
        <pc:chgData name="Margo Bonal" userId="18c9fa0f-b53d-478b-9dc0-6ad88786c19f" providerId="ADAL" clId="{57E2D5E0-CA32-47BE-A2DC-7B0365E99328}" dt="2026-02-27T16:39:51.443" v="660" actId="2696"/>
        <pc:sldMkLst>
          <pc:docMk/>
          <pc:sldMk cId="2380309321" sldId="268"/>
        </pc:sldMkLst>
      </pc:sldChg>
      <pc:sldChg chg="del">
        <pc:chgData name="Margo Bonal" userId="18c9fa0f-b53d-478b-9dc0-6ad88786c19f" providerId="ADAL" clId="{57E2D5E0-CA32-47BE-A2DC-7B0365E99328}" dt="2026-02-27T16:39:51.443" v="660" actId="2696"/>
        <pc:sldMkLst>
          <pc:docMk/>
          <pc:sldMk cId="884354200" sldId="269"/>
        </pc:sldMkLst>
      </pc:sldChg>
      <pc:sldChg chg="del">
        <pc:chgData name="Margo Bonal" userId="18c9fa0f-b53d-478b-9dc0-6ad88786c19f" providerId="ADAL" clId="{57E2D5E0-CA32-47BE-A2DC-7B0365E99328}" dt="2026-02-27T16:39:51.443" v="660" actId="2696"/>
        <pc:sldMkLst>
          <pc:docMk/>
          <pc:sldMk cId="3857486133" sldId="270"/>
        </pc:sldMkLst>
      </pc:sldChg>
      <pc:sldChg chg="del">
        <pc:chgData name="Margo Bonal" userId="18c9fa0f-b53d-478b-9dc0-6ad88786c19f" providerId="ADAL" clId="{57E2D5E0-CA32-47BE-A2DC-7B0365E99328}" dt="2026-02-27T16:39:51.443" v="660" actId="2696"/>
        <pc:sldMkLst>
          <pc:docMk/>
          <pc:sldMk cId="169300139" sldId="271"/>
        </pc:sldMkLst>
      </pc:sldChg>
      <pc:sldChg chg="del">
        <pc:chgData name="Margo Bonal" userId="18c9fa0f-b53d-478b-9dc0-6ad88786c19f" providerId="ADAL" clId="{57E2D5E0-CA32-47BE-A2DC-7B0365E99328}" dt="2026-02-27T16:39:51.443" v="660" actId="2696"/>
        <pc:sldMkLst>
          <pc:docMk/>
          <pc:sldMk cId="1553250187" sldId="272"/>
        </pc:sldMkLst>
      </pc:sldChg>
      <pc:sldChg chg="del">
        <pc:chgData name="Margo Bonal" userId="18c9fa0f-b53d-478b-9dc0-6ad88786c19f" providerId="ADAL" clId="{57E2D5E0-CA32-47BE-A2DC-7B0365E99328}" dt="2026-02-27T16:39:51.443" v="660" actId="2696"/>
        <pc:sldMkLst>
          <pc:docMk/>
          <pc:sldMk cId="3338242679" sldId="273"/>
        </pc:sldMkLst>
      </pc:sldChg>
      <pc:sldChg chg="del">
        <pc:chgData name="Margo Bonal" userId="18c9fa0f-b53d-478b-9dc0-6ad88786c19f" providerId="ADAL" clId="{57E2D5E0-CA32-47BE-A2DC-7B0365E99328}" dt="2026-02-27T16:39:51.443" v="660" actId="2696"/>
        <pc:sldMkLst>
          <pc:docMk/>
          <pc:sldMk cId="2081720052" sldId="274"/>
        </pc:sldMkLst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D9AED39-6EA4-4C8F-8F93-0109BCE29F73}" type="doc">
      <dgm:prSet loTypeId="urn:microsoft.com/office/officeart/2018/5/layout/IconCircleLabelList" loCatId="icon" qsTypeId="urn:microsoft.com/office/officeart/2005/8/quickstyle/simple5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A943B02-5C04-46D6-A68D-B6CA7864244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Vulcan Platform</a:t>
          </a:r>
        </a:p>
      </dgm:t>
    </dgm:pt>
    <dgm:pt modelId="{DCE7D11E-72ED-4379-92AB-B4DD3163FFDD}" type="parTrans" cxnId="{0607399A-5388-4DF6-AF8F-B30347370EA9}">
      <dgm:prSet/>
      <dgm:spPr/>
      <dgm:t>
        <a:bodyPr/>
        <a:lstStyle/>
        <a:p>
          <a:endParaRPr lang="en-US"/>
        </a:p>
      </dgm:t>
    </dgm:pt>
    <dgm:pt modelId="{40F66F96-190F-4E10-A10D-B436D4D705FE}" type="sibTrans" cxnId="{0607399A-5388-4DF6-AF8F-B30347370EA9}">
      <dgm:prSet/>
      <dgm:spPr/>
      <dgm:t>
        <a:bodyPr/>
        <a:lstStyle/>
        <a:p>
          <a:endParaRPr lang="en-US"/>
        </a:p>
      </dgm:t>
    </dgm:pt>
    <dgm:pt modelId="{B95C487C-5DFF-4263-92CB-57434121393C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Database</a:t>
          </a:r>
        </a:p>
      </dgm:t>
    </dgm:pt>
    <dgm:pt modelId="{D039C51C-121D-4A59-95DB-0DFFAA9D1793}" type="parTrans" cxnId="{FD2FD9E5-C328-47DA-8160-3C42737E9923}">
      <dgm:prSet/>
      <dgm:spPr/>
      <dgm:t>
        <a:bodyPr/>
        <a:lstStyle/>
        <a:p>
          <a:endParaRPr lang="en-US"/>
        </a:p>
      </dgm:t>
    </dgm:pt>
    <dgm:pt modelId="{37A95161-BDCF-49DB-9C9F-BC4185772BE6}" type="sibTrans" cxnId="{FD2FD9E5-C328-47DA-8160-3C42737E9923}">
      <dgm:prSet/>
      <dgm:spPr/>
      <dgm:t>
        <a:bodyPr/>
        <a:lstStyle/>
        <a:p>
          <a:endParaRPr lang="en-US"/>
        </a:p>
      </dgm:t>
    </dgm:pt>
    <dgm:pt modelId="{6ADC3160-FE5A-4FDC-9ACC-8081A1A0D12D}" type="pres">
      <dgm:prSet presAssocID="{BD9AED39-6EA4-4C8F-8F93-0109BCE29F73}" presName="root" presStyleCnt="0">
        <dgm:presLayoutVars>
          <dgm:dir/>
          <dgm:resizeHandles val="exact"/>
        </dgm:presLayoutVars>
      </dgm:prSet>
      <dgm:spPr/>
    </dgm:pt>
    <dgm:pt modelId="{CB887E09-0A00-423D-9B72-FD8DEBCB5097}" type="pres">
      <dgm:prSet presAssocID="{7A943B02-5C04-46D6-A68D-B6CA78642443}" presName="compNode" presStyleCnt="0"/>
      <dgm:spPr/>
    </dgm:pt>
    <dgm:pt modelId="{79E1EB82-49C8-4027-977A-55C555C6DB5E}" type="pres">
      <dgm:prSet presAssocID="{7A943B02-5C04-46D6-A68D-B6CA78642443}" presName="iconBgRect" presStyleLbl="bgShp" presStyleIdx="0" presStyleCnt="2"/>
      <dgm:spPr/>
    </dgm:pt>
    <dgm:pt modelId="{EE9957DB-4DBB-4C87-A7DF-CEBE683705E8}" type="pres">
      <dgm:prSet presAssocID="{7A943B02-5C04-46D6-A68D-B6CA78642443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031524B0-6C4F-4FA3-BE59-A01E2F7E3514}" type="pres">
      <dgm:prSet presAssocID="{7A943B02-5C04-46D6-A68D-B6CA78642443}" presName="spaceRect" presStyleCnt="0"/>
      <dgm:spPr/>
    </dgm:pt>
    <dgm:pt modelId="{A2A5588E-9AB3-4A06-B57B-7CACF275F84C}" type="pres">
      <dgm:prSet presAssocID="{7A943B02-5C04-46D6-A68D-B6CA78642443}" presName="textRect" presStyleLbl="revTx" presStyleIdx="0" presStyleCnt="2">
        <dgm:presLayoutVars>
          <dgm:chMax val="1"/>
          <dgm:chPref val="1"/>
        </dgm:presLayoutVars>
      </dgm:prSet>
      <dgm:spPr/>
    </dgm:pt>
    <dgm:pt modelId="{8B84A864-80EF-42E6-8432-9BC8549F8B45}" type="pres">
      <dgm:prSet presAssocID="{40F66F96-190F-4E10-A10D-B436D4D705FE}" presName="sibTrans" presStyleCnt="0"/>
      <dgm:spPr/>
    </dgm:pt>
    <dgm:pt modelId="{F76718A8-D756-4C0B-A9B5-8301B101F5AD}" type="pres">
      <dgm:prSet presAssocID="{B95C487C-5DFF-4263-92CB-57434121393C}" presName="compNode" presStyleCnt="0"/>
      <dgm:spPr/>
    </dgm:pt>
    <dgm:pt modelId="{C43FB53B-5B3D-4EC6-A472-577624A94EC7}" type="pres">
      <dgm:prSet presAssocID="{B95C487C-5DFF-4263-92CB-57434121393C}" presName="iconBgRect" presStyleLbl="bgShp" presStyleIdx="1" presStyleCnt="2"/>
      <dgm:spPr/>
    </dgm:pt>
    <dgm:pt modelId="{21D22EAE-5269-42A0-B695-2F6CC60D6AD6}" type="pres">
      <dgm:prSet presAssocID="{B95C487C-5DFF-4263-92CB-57434121393C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002225CF-79DE-4D57-8F67-920CCF5C2E06}" type="pres">
      <dgm:prSet presAssocID="{B95C487C-5DFF-4263-92CB-57434121393C}" presName="spaceRect" presStyleCnt="0"/>
      <dgm:spPr/>
    </dgm:pt>
    <dgm:pt modelId="{42D8A5A2-BFA7-4F94-9EE5-C3FE673BB678}" type="pres">
      <dgm:prSet presAssocID="{B95C487C-5DFF-4263-92CB-57434121393C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74088726-4005-49CF-B1FB-ACBFC6C21C05}" type="presOf" srcId="{B95C487C-5DFF-4263-92CB-57434121393C}" destId="{42D8A5A2-BFA7-4F94-9EE5-C3FE673BB678}" srcOrd="0" destOrd="0" presId="urn:microsoft.com/office/officeart/2018/5/layout/IconCircleLabelList"/>
    <dgm:cxn modelId="{461EE388-E613-474A-B334-C6CBD8611525}" type="presOf" srcId="{7A943B02-5C04-46D6-A68D-B6CA78642443}" destId="{A2A5588E-9AB3-4A06-B57B-7CACF275F84C}" srcOrd="0" destOrd="0" presId="urn:microsoft.com/office/officeart/2018/5/layout/IconCircleLabelList"/>
    <dgm:cxn modelId="{DDE1F394-0A0A-4939-825A-48F1721D5ED0}" type="presOf" srcId="{BD9AED39-6EA4-4C8F-8F93-0109BCE29F73}" destId="{6ADC3160-FE5A-4FDC-9ACC-8081A1A0D12D}" srcOrd="0" destOrd="0" presId="urn:microsoft.com/office/officeart/2018/5/layout/IconCircleLabelList"/>
    <dgm:cxn modelId="{0607399A-5388-4DF6-AF8F-B30347370EA9}" srcId="{BD9AED39-6EA4-4C8F-8F93-0109BCE29F73}" destId="{7A943B02-5C04-46D6-A68D-B6CA78642443}" srcOrd="0" destOrd="0" parTransId="{DCE7D11E-72ED-4379-92AB-B4DD3163FFDD}" sibTransId="{40F66F96-190F-4E10-A10D-B436D4D705FE}"/>
    <dgm:cxn modelId="{FD2FD9E5-C328-47DA-8160-3C42737E9923}" srcId="{BD9AED39-6EA4-4C8F-8F93-0109BCE29F73}" destId="{B95C487C-5DFF-4263-92CB-57434121393C}" srcOrd="1" destOrd="0" parTransId="{D039C51C-121D-4A59-95DB-0DFFAA9D1793}" sibTransId="{37A95161-BDCF-49DB-9C9F-BC4185772BE6}"/>
    <dgm:cxn modelId="{65A798A2-71D1-4111-8321-D24E38B846E0}" type="presParOf" srcId="{6ADC3160-FE5A-4FDC-9ACC-8081A1A0D12D}" destId="{CB887E09-0A00-423D-9B72-FD8DEBCB5097}" srcOrd="0" destOrd="0" presId="urn:microsoft.com/office/officeart/2018/5/layout/IconCircleLabelList"/>
    <dgm:cxn modelId="{475E1201-BC90-47EB-A9B3-955A80539DC1}" type="presParOf" srcId="{CB887E09-0A00-423D-9B72-FD8DEBCB5097}" destId="{79E1EB82-49C8-4027-977A-55C555C6DB5E}" srcOrd="0" destOrd="0" presId="urn:microsoft.com/office/officeart/2018/5/layout/IconCircleLabelList"/>
    <dgm:cxn modelId="{710AE4DB-FFDE-44E2-BF95-A4A284FA5ACE}" type="presParOf" srcId="{CB887E09-0A00-423D-9B72-FD8DEBCB5097}" destId="{EE9957DB-4DBB-4C87-A7DF-CEBE683705E8}" srcOrd="1" destOrd="0" presId="urn:microsoft.com/office/officeart/2018/5/layout/IconCircleLabelList"/>
    <dgm:cxn modelId="{FFA1DA79-9F4F-437E-89E8-A350BE88FFE8}" type="presParOf" srcId="{CB887E09-0A00-423D-9B72-FD8DEBCB5097}" destId="{031524B0-6C4F-4FA3-BE59-A01E2F7E3514}" srcOrd="2" destOrd="0" presId="urn:microsoft.com/office/officeart/2018/5/layout/IconCircleLabelList"/>
    <dgm:cxn modelId="{1544563A-B8AB-41E0-A184-E15E05C4B4CD}" type="presParOf" srcId="{CB887E09-0A00-423D-9B72-FD8DEBCB5097}" destId="{A2A5588E-9AB3-4A06-B57B-7CACF275F84C}" srcOrd="3" destOrd="0" presId="urn:microsoft.com/office/officeart/2018/5/layout/IconCircleLabelList"/>
    <dgm:cxn modelId="{5C9D72FD-BA1D-4BA7-A584-2136B002641A}" type="presParOf" srcId="{6ADC3160-FE5A-4FDC-9ACC-8081A1A0D12D}" destId="{8B84A864-80EF-42E6-8432-9BC8549F8B45}" srcOrd="1" destOrd="0" presId="urn:microsoft.com/office/officeart/2018/5/layout/IconCircleLabelList"/>
    <dgm:cxn modelId="{22073DB5-229A-4677-AE50-478BD50DAB39}" type="presParOf" srcId="{6ADC3160-FE5A-4FDC-9ACC-8081A1A0D12D}" destId="{F76718A8-D756-4C0B-A9B5-8301B101F5AD}" srcOrd="2" destOrd="0" presId="urn:microsoft.com/office/officeart/2018/5/layout/IconCircleLabelList"/>
    <dgm:cxn modelId="{22B147C1-75E5-4932-A0DD-75F9C28E8EDB}" type="presParOf" srcId="{F76718A8-D756-4C0B-A9B5-8301B101F5AD}" destId="{C43FB53B-5B3D-4EC6-A472-577624A94EC7}" srcOrd="0" destOrd="0" presId="urn:microsoft.com/office/officeart/2018/5/layout/IconCircleLabelList"/>
    <dgm:cxn modelId="{631F24DB-2ED0-49CA-9DD5-7A878907883C}" type="presParOf" srcId="{F76718A8-D756-4C0B-A9B5-8301B101F5AD}" destId="{21D22EAE-5269-42A0-B695-2F6CC60D6AD6}" srcOrd="1" destOrd="0" presId="urn:microsoft.com/office/officeart/2018/5/layout/IconCircleLabelList"/>
    <dgm:cxn modelId="{A5A3F903-018D-440B-8E9F-7D40DC313B9D}" type="presParOf" srcId="{F76718A8-D756-4C0B-A9B5-8301B101F5AD}" destId="{002225CF-79DE-4D57-8F67-920CCF5C2E06}" srcOrd="2" destOrd="0" presId="urn:microsoft.com/office/officeart/2018/5/layout/IconCircleLabelList"/>
    <dgm:cxn modelId="{7B3B07DE-CF57-4A86-9BC5-44B672A7EE60}" type="presParOf" srcId="{F76718A8-D756-4C0B-A9B5-8301B101F5AD}" destId="{42D8A5A2-BFA7-4F94-9EE5-C3FE673BB67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75220B3-5F43-41BF-82F0-F1D5090E78B1}" type="doc">
      <dgm:prSet loTypeId="urn:microsoft.com/office/officeart/2005/8/layout/hierarchy1" loCatId="hierarchy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D77D55D-8CCB-40C4-94CB-4B06CD8B8779}">
      <dgm:prSet/>
      <dgm:spPr/>
      <dgm:t>
        <a:bodyPr/>
        <a:lstStyle/>
        <a:p>
          <a:endParaRPr lang="en-US" dirty="0"/>
        </a:p>
      </dgm:t>
    </dgm:pt>
    <dgm:pt modelId="{6A9C7EF0-5CCC-409B-8130-14FC63A16319}" type="parTrans" cxnId="{A836B724-0D4D-49B8-8C7E-FE8E2C59804C}">
      <dgm:prSet/>
      <dgm:spPr/>
      <dgm:t>
        <a:bodyPr/>
        <a:lstStyle/>
        <a:p>
          <a:endParaRPr lang="en-US"/>
        </a:p>
      </dgm:t>
    </dgm:pt>
    <dgm:pt modelId="{3EAD9D27-CDC1-4D2B-8EDB-51D7B39371E6}" type="sibTrans" cxnId="{A836B724-0D4D-49B8-8C7E-FE8E2C59804C}">
      <dgm:prSet/>
      <dgm:spPr/>
      <dgm:t>
        <a:bodyPr/>
        <a:lstStyle/>
        <a:p>
          <a:endParaRPr lang="en-US"/>
        </a:p>
      </dgm:t>
    </dgm:pt>
    <dgm:pt modelId="{9C35D664-F4ED-4924-B85E-A22D43967662}">
      <dgm:prSet/>
      <dgm:spPr/>
      <dgm:t>
        <a:bodyPr/>
        <a:lstStyle/>
        <a:p>
          <a:endParaRPr lang="en-US" dirty="0"/>
        </a:p>
      </dgm:t>
    </dgm:pt>
    <dgm:pt modelId="{C36022C4-2A61-4049-9E7C-3331704CC85B}" type="parTrans" cxnId="{96D4C5E8-25DD-4F37-89A6-060DD8940082}">
      <dgm:prSet/>
      <dgm:spPr/>
      <dgm:t>
        <a:bodyPr/>
        <a:lstStyle/>
        <a:p>
          <a:endParaRPr lang="en-US"/>
        </a:p>
      </dgm:t>
    </dgm:pt>
    <dgm:pt modelId="{8166ABFB-FA54-4D42-B19D-457B349DE33D}" type="sibTrans" cxnId="{96D4C5E8-25DD-4F37-89A6-060DD8940082}">
      <dgm:prSet/>
      <dgm:spPr/>
      <dgm:t>
        <a:bodyPr/>
        <a:lstStyle/>
        <a:p>
          <a:endParaRPr lang="en-US"/>
        </a:p>
      </dgm:t>
    </dgm:pt>
    <dgm:pt modelId="{D164FE33-84B1-4569-B205-B8D56A463CA2}">
      <dgm:prSet/>
      <dgm:spPr/>
      <dgm:t>
        <a:bodyPr/>
        <a:lstStyle/>
        <a:p>
          <a:endParaRPr lang="en-US" dirty="0"/>
        </a:p>
      </dgm:t>
    </dgm:pt>
    <dgm:pt modelId="{7DA97775-1858-48FE-BDF4-3C1835F95D31}" type="parTrans" cxnId="{1D79B17F-FF0A-433C-AD09-31B22D2982FD}">
      <dgm:prSet/>
      <dgm:spPr/>
      <dgm:t>
        <a:bodyPr/>
        <a:lstStyle/>
        <a:p>
          <a:endParaRPr lang="en-US"/>
        </a:p>
      </dgm:t>
    </dgm:pt>
    <dgm:pt modelId="{2E6446DA-01C1-4120-833E-FA0E55DC486E}" type="sibTrans" cxnId="{1D79B17F-FF0A-433C-AD09-31B22D2982FD}">
      <dgm:prSet/>
      <dgm:spPr/>
      <dgm:t>
        <a:bodyPr/>
        <a:lstStyle/>
        <a:p>
          <a:endParaRPr lang="en-US"/>
        </a:p>
      </dgm:t>
    </dgm:pt>
    <dgm:pt modelId="{F85EEB6F-AAF0-4C94-BC92-C847D8A79108}" type="pres">
      <dgm:prSet presAssocID="{875220B3-5F43-41BF-82F0-F1D5090E78B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B7C8F59-19C7-4811-ACF5-94E83EF18D53}" type="pres">
      <dgm:prSet presAssocID="{7D77D55D-8CCB-40C4-94CB-4B06CD8B8779}" presName="hierRoot1" presStyleCnt="0"/>
      <dgm:spPr/>
    </dgm:pt>
    <dgm:pt modelId="{8918ADED-6A57-4174-8DFD-B8853753C67B}" type="pres">
      <dgm:prSet presAssocID="{7D77D55D-8CCB-40C4-94CB-4B06CD8B8779}" presName="composite" presStyleCnt="0"/>
      <dgm:spPr/>
    </dgm:pt>
    <dgm:pt modelId="{98190555-19A4-4CFA-B5ED-89857792E0B9}" type="pres">
      <dgm:prSet presAssocID="{7D77D55D-8CCB-40C4-94CB-4B06CD8B8779}" presName="background" presStyleLbl="node0" presStyleIdx="0" presStyleCnt="3"/>
      <dgm:spPr/>
    </dgm:pt>
    <dgm:pt modelId="{1183B01D-027F-4222-9A5D-26614D621D81}" type="pres">
      <dgm:prSet presAssocID="{7D77D55D-8CCB-40C4-94CB-4B06CD8B8779}" presName="text" presStyleLbl="fgAcc0" presStyleIdx="0" presStyleCnt="3">
        <dgm:presLayoutVars>
          <dgm:chPref val="3"/>
        </dgm:presLayoutVars>
      </dgm:prSet>
      <dgm:spPr/>
    </dgm:pt>
    <dgm:pt modelId="{769B866C-995B-4621-BF4F-632E3E797DE6}" type="pres">
      <dgm:prSet presAssocID="{7D77D55D-8CCB-40C4-94CB-4B06CD8B8779}" presName="hierChild2" presStyleCnt="0"/>
      <dgm:spPr/>
    </dgm:pt>
    <dgm:pt modelId="{7C0E07B7-20A4-4341-8762-1E58F807E8BA}" type="pres">
      <dgm:prSet presAssocID="{9C35D664-F4ED-4924-B85E-A22D43967662}" presName="hierRoot1" presStyleCnt="0"/>
      <dgm:spPr/>
    </dgm:pt>
    <dgm:pt modelId="{167A3E1F-AD74-4598-B50A-3C9D400D900E}" type="pres">
      <dgm:prSet presAssocID="{9C35D664-F4ED-4924-B85E-A22D43967662}" presName="composite" presStyleCnt="0"/>
      <dgm:spPr/>
    </dgm:pt>
    <dgm:pt modelId="{FE1BC2AB-A6F4-451D-B5E4-EBBE2F580413}" type="pres">
      <dgm:prSet presAssocID="{9C35D664-F4ED-4924-B85E-A22D43967662}" presName="background" presStyleLbl="node0" presStyleIdx="1" presStyleCnt="3"/>
      <dgm:spPr/>
    </dgm:pt>
    <dgm:pt modelId="{EE8EEF36-F451-494C-9D0C-6D4B4B602222}" type="pres">
      <dgm:prSet presAssocID="{9C35D664-F4ED-4924-B85E-A22D43967662}" presName="text" presStyleLbl="fgAcc0" presStyleIdx="1" presStyleCnt="3">
        <dgm:presLayoutVars>
          <dgm:chPref val="3"/>
        </dgm:presLayoutVars>
      </dgm:prSet>
      <dgm:spPr/>
    </dgm:pt>
    <dgm:pt modelId="{7BE69AD2-283F-47B6-B4ED-6AF7473EBC65}" type="pres">
      <dgm:prSet presAssocID="{9C35D664-F4ED-4924-B85E-A22D43967662}" presName="hierChild2" presStyleCnt="0"/>
      <dgm:spPr/>
    </dgm:pt>
    <dgm:pt modelId="{5654D2F3-0BB4-4E47-B368-909288A5B2BD}" type="pres">
      <dgm:prSet presAssocID="{D164FE33-84B1-4569-B205-B8D56A463CA2}" presName="hierRoot1" presStyleCnt="0"/>
      <dgm:spPr/>
    </dgm:pt>
    <dgm:pt modelId="{CD50A866-77B7-46A1-AFBB-CAE16E141989}" type="pres">
      <dgm:prSet presAssocID="{D164FE33-84B1-4569-B205-B8D56A463CA2}" presName="composite" presStyleCnt="0"/>
      <dgm:spPr/>
    </dgm:pt>
    <dgm:pt modelId="{CA2C5924-FEEE-41E7-8498-90F97462AB60}" type="pres">
      <dgm:prSet presAssocID="{D164FE33-84B1-4569-B205-B8D56A463CA2}" presName="background" presStyleLbl="node0" presStyleIdx="2" presStyleCnt="3"/>
      <dgm:spPr/>
    </dgm:pt>
    <dgm:pt modelId="{464A5E94-15C8-483E-96F7-DE1ACC400150}" type="pres">
      <dgm:prSet presAssocID="{D164FE33-84B1-4569-B205-B8D56A463CA2}" presName="text" presStyleLbl="fgAcc0" presStyleIdx="2" presStyleCnt="3">
        <dgm:presLayoutVars>
          <dgm:chPref val="3"/>
        </dgm:presLayoutVars>
      </dgm:prSet>
      <dgm:spPr/>
    </dgm:pt>
    <dgm:pt modelId="{E1C6EDBD-8470-4060-92F8-D31F6A8051C0}" type="pres">
      <dgm:prSet presAssocID="{D164FE33-84B1-4569-B205-B8D56A463CA2}" presName="hierChild2" presStyleCnt="0"/>
      <dgm:spPr/>
    </dgm:pt>
  </dgm:ptLst>
  <dgm:cxnLst>
    <dgm:cxn modelId="{05C86F0A-4746-460B-9098-72321F3CDD33}" type="presOf" srcId="{D164FE33-84B1-4569-B205-B8D56A463CA2}" destId="{464A5E94-15C8-483E-96F7-DE1ACC400150}" srcOrd="0" destOrd="0" presId="urn:microsoft.com/office/officeart/2005/8/layout/hierarchy1"/>
    <dgm:cxn modelId="{A836B724-0D4D-49B8-8C7E-FE8E2C59804C}" srcId="{875220B3-5F43-41BF-82F0-F1D5090E78B1}" destId="{7D77D55D-8CCB-40C4-94CB-4B06CD8B8779}" srcOrd="0" destOrd="0" parTransId="{6A9C7EF0-5CCC-409B-8130-14FC63A16319}" sibTransId="{3EAD9D27-CDC1-4D2B-8EDB-51D7B39371E6}"/>
    <dgm:cxn modelId="{BC06C170-83F3-4F9D-8D58-ADC0D316C39A}" type="presOf" srcId="{875220B3-5F43-41BF-82F0-F1D5090E78B1}" destId="{F85EEB6F-AAF0-4C94-BC92-C847D8A79108}" srcOrd="0" destOrd="0" presId="urn:microsoft.com/office/officeart/2005/8/layout/hierarchy1"/>
    <dgm:cxn modelId="{01442F58-BA90-4E63-BCA2-075C3C0378F0}" type="presOf" srcId="{7D77D55D-8CCB-40C4-94CB-4B06CD8B8779}" destId="{1183B01D-027F-4222-9A5D-26614D621D81}" srcOrd="0" destOrd="0" presId="urn:microsoft.com/office/officeart/2005/8/layout/hierarchy1"/>
    <dgm:cxn modelId="{1D79B17F-FF0A-433C-AD09-31B22D2982FD}" srcId="{875220B3-5F43-41BF-82F0-F1D5090E78B1}" destId="{D164FE33-84B1-4569-B205-B8D56A463CA2}" srcOrd="2" destOrd="0" parTransId="{7DA97775-1858-48FE-BDF4-3C1835F95D31}" sibTransId="{2E6446DA-01C1-4120-833E-FA0E55DC486E}"/>
    <dgm:cxn modelId="{5B786AAC-222A-4468-B55B-0EAA368993A2}" type="presOf" srcId="{9C35D664-F4ED-4924-B85E-A22D43967662}" destId="{EE8EEF36-F451-494C-9D0C-6D4B4B602222}" srcOrd="0" destOrd="0" presId="urn:microsoft.com/office/officeart/2005/8/layout/hierarchy1"/>
    <dgm:cxn modelId="{96D4C5E8-25DD-4F37-89A6-060DD8940082}" srcId="{875220B3-5F43-41BF-82F0-F1D5090E78B1}" destId="{9C35D664-F4ED-4924-B85E-A22D43967662}" srcOrd="1" destOrd="0" parTransId="{C36022C4-2A61-4049-9E7C-3331704CC85B}" sibTransId="{8166ABFB-FA54-4D42-B19D-457B349DE33D}"/>
    <dgm:cxn modelId="{95049FAD-31F9-439F-BFA3-E22A1A563604}" type="presParOf" srcId="{F85EEB6F-AAF0-4C94-BC92-C847D8A79108}" destId="{1B7C8F59-19C7-4811-ACF5-94E83EF18D53}" srcOrd="0" destOrd="0" presId="urn:microsoft.com/office/officeart/2005/8/layout/hierarchy1"/>
    <dgm:cxn modelId="{1E3A4A04-0C1F-470B-B4ED-DC851A10E818}" type="presParOf" srcId="{1B7C8F59-19C7-4811-ACF5-94E83EF18D53}" destId="{8918ADED-6A57-4174-8DFD-B8853753C67B}" srcOrd="0" destOrd="0" presId="urn:microsoft.com/office/officeart/2005/8/layout/hierarchy1"/>
    <dgm:cxn modelId="{1BC6797F-EB63-43BF-AFEA-D0146C2A2E21}" type="presParOf" srcId="{8918ADED-6A57-4174-8DFD-B8853753C67B}" destId="{98190555-19A4-4CFA-B5ED-89857792E0B9}" srcOrd="0" destOrd="0" presId="urn:microsoft.com/office/officeart/2005/8/layout/hierarchy1"/>
    <dgm:cxn modelId="{1F7CD6F7-51FF-4138-B0CC-42CF8E0CFE06}" type="presParOf" srcId="{8918ADED-6A57-4174-8DFD-B8853753C67B}" destId="{1183B01D-027F-4222-9A5D-26614D621D81}" srcOrd="1" destOrd="0" presId="urn:microsoft.com/office/officeart/2005/8/layout/hierarchy1"/>
    <dgm:cxn modelId="{43663621-4EB7-4D21-A7EA-406D22B380E8}" type="presParOf" srcId="{1B7C8F59-19C7-4811-ACF5-94E83EF18D53}" destId="{769B866C-995B-4621-BF4F-632E3E797DE6}" srcOrd="1" destOrd="0" presId="urn:microsoft.com/office/officeart/2005/8/layout/hierarchy1"/>
    <dgm:cxn modelId="{70C13F18-7581-4BC8-894F-491B57EE2C69}" type="presParOf" srcId="{F85EEB6F-AAF0-4C94-BC92-C847D8A79108}" destId="{7C0E07B7-20A4-4341-8762-1E58F807E8BA}" srcOrd="1" destOrd="0" presId="urn:microsoft.com/office/officeart/2005/8/layout/hierarchy1"/>
    <dgm:cxn modelId="{78DBC6C1-73C1-4548-A4BC-FA3047F5A73B}" type="presParOf" srcId="{7C0E07B7-20A4-4341-8762-1E58F807E8BA}" destId="{167A3E1F-AD74-4598-B50A-3C9D400D900E}" srcOrd="0" destOrd="0" presId="urn:microsoft.com/office/officeart/2005/8/layout/hierarchy1"/>
    <dgm:cxn modelId="{FD8996CB-5238-43A3-BEAB-80F1A6BFE21B}" type="presParOf" srcId="{167A3E1F-AD74-4598-B50A-3C9D400D900E}" destId="{FE1BC2AB-A6F4-451D-B5E4-EBBE2F580413}" srcOrd="0" destOrd="0" presId="urn:microsoft.com/office/officeart/2005/8/layout/hierarchy1"/>
    <dgm:cxn modelId="{CBA5D3B1-A39D-49FA-8BB0-FA4491539200}" type="presParOf" srcId="{167A3E1F-AD74-4598-B50A-3C9D400D900E}" destId="{EE8EEF36-F451-494C-9D0C-6D4B4B602222}" srcOrd="1" destOrd="0" presId="urn:microsoft.com/office/officeart/2005/8/layout/hierarchy1"/>
    <dgm:cxn modelId="{72142E2E-2D64-41DE-B594-BAA603395FD6}" type="presParOf" srcId="{7C0E07B7-20A4-4341-8762-1E58F807E8BA}" destId="{7BE69AD2-283F-47B6-B4ED-6AF7473EBC65}" srcOrd="1" destOrd="0" presId="urn:microsoft.com/office/officeart/2005/8/layout/hierarchy1"/>
    <dgm:cxn modelId="{93F6E5D4-69E2-4BA3-B007-DA99ED72255F}" type="presParOf" srcId="{F85EEB6F-AAF0-4C94-BC92-C847D8A79108}" destId="{5654D2F3-0BB4-4E47-B368-909288A5B2BD}" srcOrd="2" destOrd="0" presId="urn:microsoft.com/office/officeart/2005/8/layout/hierarchy1"/>
    <dgm:cxn modelId="{6120C75B-3644-4B15-9344-967D4E7D8A4A}" type="presParOf" srcId="{5654D2F3-0BB4-4E47-B368-909288A5B2BD}" destId="{CD50A866-77B7-46A1-AFBB-CAE16E141989}" srcOrd="0" destOrd="0" presId="urn:microsoft.com/office/officeart/2005/8/layout/hierarchy1"/>
    <dgm:cxn modelId="{1708E196-57E8-4C6E-9527-BA3E576C7203}" type="presParOf" srcId="{CD50A866-77B7-46A1-AFBB-CAE16E141989}" destId="{CA2C5924-FEEE-41E7-8498-90F97462AB60}" srcOrd="0" destOrd="0" presId="urn:microsoft.com/office/officeart/2005/8/layout/hierarchy1"/>
    <dgm:cxn modelId="{DEFC47D3-F17C-4128-8087-EBC594B8A1E7}" type="presParOf" srcId="{CD50A866-77B7-46A1-AFBB-CAE16E141989}" destId="{464A5E94-15C8-483E-96F7-DE1ACC400150}" srcOrd="1" destOrd="0" presId="urn:microsoft.com/office/officeart/2005/8/layout/hierarchy1"/>
    <dgm:cxn modelId="{3136D6E1-4AB0-4735-839A-F019FBC2E0A6}" type="presParOf" srcId="{5654D2F3-0BB4-4E47-B368-909288A5B2BD}" destId="{E1C6EDBD-8470-4060-92F8-D31F6A8051C0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E1EB82-49C8-4027-977A-55C555C6DB5E}">
      <dsp:nvSpPr>
        <dsp:cNvPr id="0" name=""/>
        <dsp:cNvSpPr/>
      </dsp:nvSpPr>
      <dsp:spPr>
        <a:xfrm>
          <a:off x="2365474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EE9957DB-4DBB-4C87-A7DF-CEBE683705E8}">
      <dsp:nvSpPr>
        <dsp:cNvPr id="0" name=""/>
        <dsp:cNvSpPr/>
      </dsp:nvSpPr>
      <dsp:spPr>
        <a:xfrm>
          <a:off x="2833474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2A5588E-9AB3-4A06-B57B-7CACF275F84C}">
      <dsp:nvSpPr>
        <dsp:cNvPr id="0" name=""/>
        <dsp:cNvSpPr/>
      </dsp:nvSpPr>
      <dsp:spPr>
        <a:xfrm>
          <a:off x="1663474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Vulcan Platform</a:t>
          </a:r>
        </a:p>
      </dsp:txBody>
      <dsp:txXfrm>
        <a:off x="1663474" y="2963569"/>
        <a:ext cx="3600000" cy="720000"/>
      </dsp:txXfrm>
    </dsp:sp>
    <dsp:sp modelId="{C43FB53B-5B3D-4EC6-A472-577624A94EC7}">
      <dsp:nvSpPr>
        <dsp:cNvPr id="0" name=""/>
        <dsp:cNvSpPr/>
      </dsp:nvSpPr>
      <dsp:spPr>
        <a:xfrm>
          <a:off x="6595475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21D22EAE-5269-42A0-B695-2F6CC60D6AD6}">
      <dsp:nvSpPr>
        <dsp:cNvPr id="0" name=""/>
        <dsp:cNvSpPr/>
      </dsp:nvSpPr>
      <dsp:spPr>
        <a:xfrm>
          <a:off x="7063475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42D8A5A2-BFA7-4F94-9EE5-C3FE673BB678}">
      <dsp:nvSpPr>
        <dsp:cNvPr id="0" name=""/>
        <dsp:cNvSpPr/>
      </dsp:nvSpPr>
      <dsp:spPr>
        <a:xfrm>
          <a:off x="5893475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Database</a:t>
          </a:r>
        </a:p>
      </dsp:txBody>
      <dsp:txXfrm>
        <a:off x="5893475" y="2963569"/>
        <a:ext cx="36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190555-19A4-4CFA-B5ED-89857792E0B9}">
      <dsp:nvSpPr>
        <dsp:cNvPr id="0" name=""/>
        <dsp:cNvSpPr/>
      </dsp:nvSpPr>
      <dsp:spPr>
        <a:xfrm>
          <a:off x="0" y="430393"/>
          <a:ext cx="2957512" cy="18780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83B01D-027F-4222-9A5D-26614D621D81}">
      <dsp:nvSpPr>
        <dsp:cNvPr id="0" name=""/>
        <dsp:cNvSpPr/>
      </dsp:nvSpPr>
      <dsp:spPr>
        <a:xfrm>
          <a:off x="328612" y="742575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500" kern="1200" dirty="0"/>
        </a:p>
      </dsp:txBody>
      <dsp:txXfrm>
        <a:off x="383617" y="797580"/>
        <a:ext cx="2847502" cy="1768010"/>
      </dsp:txXfrm>
    </dsp:sp>
    <dsp:sp modelId="{FE1BC2AB-A6F4-451D-B5E4-EBBE2F580413}">
      <dsp:nvSpPr>
        <dsp:cNvPr id="0" name=""/>
        <dsp:cNvSpPr/>
      </dsp:nvSpPr>
      <dsp:spPr>
        <a:xfrm>
          <a:off x="3614737" y="430393"/>
          <a:ext cx="2957512" cy="18780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8EEF36-F451-494C-9D0C-6D4B4B602222}">
      <dsp:nvSpPr>
        <dsp:cNvPr id="0" name=""/>
        <dsp:cNvSpPr/>
      </dsp:nvSpPr>
      <dsp:spPr>
        <a:xfrm>
          <a:off x="3943350" y="742575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500" kern="1200" dirty="0"/>
        </a:p>
      </dsp:txBody>
      <dsp:txXfrm>
        <a:off x="3998355" y="797580"/>
        <a:ext cx="2847502" cy="1768010"/>
      </dsp:txXfrm>
    </dsp:sp>
    <dsp:sp modelId="{CA2C5924-FEEE-41E7-8498-90F97462AB60}">
      <dsp:nvSpPr>
        <dsp:cNvPr id="0" name=""/>
        <dsp:cNvSpPr/>
      </dsp:nvSpPr>
      <dsp:spPr>
        <a:xfrm>
          <a:off x="7229475" y="430393"/>
          <a:ext cx="2957512" cy="18780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4A5E94-15C8-483E-96F7-DE1ACC400150}">
      <dsp:nvSpPr>
        <dsp:cNvPr id="0" name=""/>
        <dsp:cNvSpPr/>
      </dsp:nvSpPr>
      <dsp:spPr>
        <a:xfrm>
          <a:off x="7558087" y="742575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500" kern="1200" dirty="0"/>
        </a:p>
      </dsp:txBody>
      <dsp:txXfrm>
        <a:off x="7613092" y="797580"/>
        <a:ext cx="2847502" cy="176801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F2A6E6-BB86-4722-837C-048EA2408876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A3B6B7-4283-4814-95B1-8D2476E93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83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E12B-A58D-FC54-F39A-393BD2B28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6E907-7597-2A5F-72A0-02C40D777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2684-C925-4C65-8BFF-2FFA3151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67BD-934D-B5F0-4874-9C7150EE9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DDD3A-A311-C37F-CBB9-9FEF9FE80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4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267D-AFB9-963E-AC71-2652D010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51AC-2A98-4ECD-44AC-53FE4DBDA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7263-3562-70EF-78D8-A2578492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9DECA-025C-4602-CC1E-A8E278A5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039F-F84C-2A03-0028-7A2AFE21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78E3-4E8D-EE25-4C89-AB7C2677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02C3-74B2-18A4-5991-B8481583D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9E6B-AA8F-4E79-FF15-AF0F1723E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FE679-A6C9-B5C6-1541-2D251ADA5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AB89D7-71C5-3B6A-05F5-74A9BAEB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19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C736-90F3-DB5F-EC8B-4C23291B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6368-624E-871D-638E-DD2D82A3B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28415-4584-0B18-C159-0B34506E0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0E51D-2F66-DE89-DFFD-7CEF04517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5FFAEC-88FB-C4F0-9BFC-FF1FC03AC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BF403-1D0D-D98E-8E03-FE4F6DC6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7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CB30-9EEF-7FCA-7B49-DE5CD89E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510AE-BDF7-87AC-C09A-0375833E4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3310B-0F94-CACC-4D8A-BDFA20E70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CA202-DF19-D1CC-704F-64CED4428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C81B4A-6383-D29E-8931-005F93BFCC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4B78D-5348-2371-A40E-5852C7FE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8BE782-9A3E-7779-A928-C43CAC46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983A46-D6E9-D070-A41B-C9D0223D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A4EC-BC3D-3C09-87CC-67C40B63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0D994-0F15-453D-F08D-B9A52671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B9F08A-2C86-0993-68A4-8EF4EBE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8F8AC-DA26-968C-56F4-4E7116DD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85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E4B2E7-CB50-0648-9D0A-2081C0C9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48C16-74EF-2D4E-5F87-4B132E53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FD834-8BF1-2FC5-A08E-927515F4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74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3F8B-045F-E347-F726-2A880B0B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8D435-19E4-13F5-EC37-934F941FB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59386-C957-9B5E-D360-572818B4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9017E-9DF8-458F-E68F-D169F173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C721-D489-EAA4-0167-B091ECCB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16886-AFFA-EB07-3910-E038620D7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17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9A2C-24F8-48F9-B525-DAF155AC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9493D-C0EB-BF0D-F338-734DE72DF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A4A32-36C1-76C7-311C-3904248CD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23CF8-7119-77BB-9160-0BAD616A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DA221-A642-58E7-CDBE-E43325D27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C34FE-57BF-5BE2-D2FA-EA5EC795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5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E0CB-E016-3910-C7F5-B579FEC7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E023D-C710-E4AC-6BB2-2FC2CA4D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3C513-E9E1-BAF8-5868-D6EF16ECD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219BF-5F12-F564-11FB-9A97FB13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047E-3BD4-EFC4-2F6E-6F48B37D4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52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38FA0D-69B7-F966-6A29-CF31863FF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815B7-5A8F-7145-B4CA-ADDAB3338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3572C-6E34-0721-FF7E-2FDC045F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F8A8C-3448-5F84-A7B8-1EA2AFA01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BB38-1E1D-AFA8-D257-2601E2869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AA142-49C0-51AB-6DF5-C621FF99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B685-C305-678D-180D-8AF39B630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7B0CC-FB2F-DAC7-434D-64801EBEA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82E6FB-EB88-4936-BED9-9E37159958CA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3671-B9D0-2705-7DF0-2AEAC97D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1CFBF-6ABD-EF23-87F9-97A42F45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jjdeuce06.github.io/VulcanActivityTracker/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 dirty="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D47601-A3D5-5EAD-C1BB-4EBE5505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248587"/>
            <a:ext cx="9144000" cy="100634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Description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821AA-AA04-E3EB-5027-44FA0EFD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2610007"/>
            <a:ext cx="9144000" cy="312909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The Vulcan Activity Tracker is an athletic app that allows for the tracking of all campus athletics activities. 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</a:rPr>
              <a:t>	In one combined platform, the Vulcan Activity Tracker aspires to meet student organization needs, social interaction, and exercise goal planning in a free accessible way!</a:t>
            </a:r>
          </a:p>
          <a:p>
            <a:pPr>
              <a:lnSpc>
                <a:spcPct val="150000"/>
              </a:lnSpc>
            </a:pPr>
            <a:endParaRPr lang="en-US" sz="24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630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0320D0-A8AF-3C53-8814-C1BE50669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0A4A1602-F941-BBF5-B16B-F4B5C1B17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EAEFD691-5682-F499-25A1-FF7E5E9066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E2D2F83C-6172-28F7-72EE-B7834DE6D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A28DD-1D93-45FF-9FF1-D9C602F501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GOALS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5AF426B-43FF-4BB7-086D-F7F73A587A96}"/>
              </a:ext>
            </a:extLst>
          </p:cNvPr>
          <p:cNvSpPr txBox="1">
            <a:spLocks/>
          </p:cNvSpPr>
          <p:nvPr/>
        </p:nvSpPr>
        <p:spPr>
          <a:xfrm>
            <a:off x="3698387" y="405006"/>
            <a:ext cx="4795226" cy="8064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Weekly Progress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A067979-B2B3-BD33-28AB-42AF2BBE1977}"/>
              </a:ext>
            </a:extLst>
          </p:cNvPr>
          <p:cNvSpPr txBox="1">
            <a:spLocks/>
          </p:cNvSpPr>
          <p:nvPr/>
        </p:nvSpPr>
        <p:spPr>
          <a:xfrm>
            <a:off x="2045432" y="2666571"/>
            <a:ext cx="8101135" cy="3422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741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46F1F2C8-798B-4CCE-A851-94AFAF350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A45707-0E58-D064-5326-14385A7EE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189" y="525857"/>
            <a:ext cx="5425781" cy="97803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User Feedback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251D10-213C-75FF-8717-7ADF2D6C82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7361" y="1657677"/>
            <a:ext cx="6207319" cy="4908807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Inform the user if they already have an account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Emojis next to activity types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 not found on login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Change usernames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Feature to delete accounts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Confirm password feature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Save an activity without an activity type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Left and right scrolling on the login screen  </a:t>
            </a:r>
            <a:endParaRPr lang="en-US" sz="24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55E9CD0-04B0-4A3C-B291-AD913379C7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DD8BF3B-6066-418C-8D1A-75C5E396FC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Block Arc 22">
            <a:extLst>
              <a:ext uri="{FF2B5EF4-FFF2-40B4-BE49-F238E27FC236}">
                <a16:creationId xmlns:a16="http://schemas.microsoft.com/office/drawing/2014/main" id="{80BC66F9-7A74-4286-AD22-1174052CC2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02394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8142CC3-2B5C-48E6-9DF0-6C8ACBAF23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B2D303B-3DD0-4319-9EAD-361847FEC7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6A89C79-8EF3-4AF9-B3D9-59A883F41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EFE5CE34-4543-42E5-B82C-1F3D12422C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2AF41FE-63D7-4695-81D2-66D2510E4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8271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026584-AF93-5713-29E6-E38CD729C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C38C1FFB-2F68-F1DE-BE53-6D163C3DB5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6BECB51-FD65-F82B-00AA-12E8DE1F49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F6D357-569B-76AE-AA15-8449A41E0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45B4AA4-CE4A-E618-AD73-E165703D24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6ED9EE4-56A8-6AFD-BE9A-A35D2ABC5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41822" y="2361465"/>
            <a:ext cx="5170705" cy="3377638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E40DC201-0466-5D58-2422-48A1842C6A76}"/>
              </a:ext>
            </a:extLst>
          </p:cNvPr>
          <p:cNvSpPr txBox="1">
            <a:spLocks/>
          </p:cNvSpPr>
          <p:nvPr/>
        </p:nvSpPr>
        <p:spPr>
          <a:xfrm>
            <a:off x="6096000" y="2267458"/>
            <a:ext cx="5499536" cy="34716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4AA2B82-D640-63C8-0949-8D61BA435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5273" y="936048"/>
            <a:ext cx="3829235" cy="10673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Challenges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6DB2568-1D7A-1154-06D4-C4FEF3D291A5}"/>
              </a:ext>
            </a:extLst>
          </p:cNvPr>
          <p:cNvSpPr txBox="1">
            <a:spLocks/>
          </p:cNvSpPr>
          <p:nvPr/>
        </p:nvSpPr>
        <p:spPr>
          <a:xfrm>
            <a:off x="6746378" y="936048"/>
            <a:ext cx="3829235" cy="106735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Solutions 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FB4EC798-8386-CB36-1C33-949CA6568550}"/>
              </a:ext>
            </a:extLst>
          </p:cNvPr>
          <p:cNvSpPr txBox="1">
            <a:spLocks/>
          </p:cNvSpPr>
          <p:nvPr/>
        </p:nvSpPr>
        <p:spPr>
          <a:xfrm>
            <a:off x="5987006" y="2314461"/>
            <a:ext cx="5170705" cy="3377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63359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D5B339F4-93B9-4E04-9721-143AD6782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34DDD3-F723-4DD3-8ABE-EC0B2AC87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0"/>
            <a:ext cx="7147352" cy="5777808"/>
            <a:chOff x="329184" y="1"/>
            <a:chExt cx="524256" cy="577780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7C8EA93-3210-4C62-99E9-153C275E3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EB7D2A2-F448-44D4-938C-DC84CBCB3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2513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Content Placeholder 3">
            <a:extLst>
              <a:ext uri="{FF2B5EF4-FFF2-40B4-BE49-F238E27FC236}">
                <a16:creationId xmlns:a16="http://schemas.microsoft.com/office/drawing/2014/main" id="{FC544CC5-203D-7012-0096-763F5234B0F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5910394"/>
              </p:ext>
            </p:extLst>
          </p:nvPr>
        </p:nvGraphicFramePr>
        <p:xfrm>
          <a:off x="514580" y="2109962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6" name="Title 1">
            <a:extLst>
              <a:ext uri="{FF2B5EF4-FFF2-40B4-BE49-F238E27FC236}">
                <a16:creationId xmlns:a16="http://schemas.microsoft.com/office/drawing/2014/main" id="{1BFE9597-EE45-D183-9C43-FB508195B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1536" y="777555"/>
            <a:ext cx="3183892" cy="987426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u="sng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Progress </a:t>
            </a:r>
          </a:p>
        </p:txBody>
      </p:sp>
    </p:spTree>
    <p:extLst>
      <p:ext uri="{BB962C8B-B14F-4D97-AF65-F5344CB8AC3E}">
        <p14:creationId xmlns:p14="http://schemas.microsoft.com/office/powerpoint/2010/main" val="20659922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138CFD-A501-8AEC-C666-BED845111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356F68EF-088F-20DD-B4B1-6BCF0A8C9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F082FE-D96F-0D2A-34AA-F987D0796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BE13FF0-F6F1-375E-D271-70DAE72E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A7F67B2-22A5-7F2D-13EB-E06229F5CB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D6D36DC8-D9BF-8C26-69EA-ED89E34DB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8559" y="768350"/>
            <a:ext cx="4162181" cy="920920"/>
          </a:xfrm>
        </p:spPr>
        <p:txBody>
          <a:bodyPr/>
          <a:lstStyle/>
          <a:p>
            <a:r>
              <a:rPr lang="en-US"/>
              <a:t>Week 8 </a:t>
            </a:r>
            <a:r>
              <a:rPr lang="en-US" dirty="0"/>
              <a:t>Plan</a:t>
            </a:r>
          </a:p>
        </p:txBody>
      </p:sp>
      <p:graphicFrame>
        <p:nvGraphicFramePr>
          <p:cNvPr id="27" name="Text Placeholder 2">
            <a:extLst>
              <a:ext uri="{FF2B5EF4-FFF2-40B4-BE49-F238E27FC236}">
                <a16:creationId xmlns:a16="http://schemas.microsoft.com/office/drawing/2014/main" id="{D6B93F0B-FEB0-EDAB-CFE1-A57DEFE97FC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41069956"/>
              </p:ext>
            </p:extLst>
          </p:nvPr>
        </p:nvGraphicFramePr>
        <p:xfrm>
          <a:off x="838199" y="2688113"/>
          <a:ext cx="10515600" cy="30509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614028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23CF74-09B7-84B3-F859-D7073DC1C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121" y="310343"/>
            <a:ext cx="7985759" cy="8688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Planning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05E30C-3490-D1E3-740D-40AD5E393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Gant chart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D9BB01-16EE-371C-49E8-833A93D924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514"/>
          <a:stretch>
            <a:fillRect/>
          </a:stretch>
        </p:blipFill>
        <p:spPr>
          <a:xfrm>
            <a:off x="0" y="2219602"/>
            <a:ext cx="12191999" cy="4608716"/>
          </a:xfrm>
          <a:prstGeom prst="rect">
            <a:avLst/>
          </a:prstGeom>
          <a:ln w="28575"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37139978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9AD6B9-1CEE-7976-0BB7-22F5E9535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99" y="1180494"/>
            <a:ext cx="9144000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Website: </a:t>
            </a:r>
            <a:r>
              <a:rPr lang="en-US" sz="3500" kern="1200" dirty="0">
                <a:solidFill>
                  <a:srgbClr val="0070C0"/>
                </a:solidFill>
                <a:latin typeface="+mj-lt"/>
                <a:ea typeface="+mj-ea"/>
                <a:cs typeface="+mj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https://jjdeuce06.github.io/VulcanActivityTracker/</a:t>
            </a:r>
            <a:endParaRPr lang="en-US" sz="3500" kern="1200" dirty="0">
              <a:solidFill>
                <a:srgbClr val="0070C0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1983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B2D1F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</TotalTime>
  <Words>142</Words>
  <Application>Microsoft Office PowerPoint</Application>
  <PresentationFormat>Widescreen</PresentationFormat>
  <Paragraphs>27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Office Theme</vt:lpstr>
      <vt:lpstr>Vulcan Activity Tracker</vt:lpstr>
      <vt:lpstr>Project Description</vt:lpstr>
      <vt:lpstr>PowerPoint Presentation</vt:lpstr>
      <vt:lpstr>User Feedback </vt:lpstr>
      <vt:lpstr>Challenges </vt:lpstr>
      <vt:lpstr> Progress </vt:lpstr>
      <vt:lpstr>Week 8 Plan</vt:lpstr>
      <vt:lpstr>Planning</vt:lpstr>
      <vt:lpstr>Website: https://jjdeuce06.github.io/VulcanActivityTracker/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Margo Bonal</cp:lastModifiedBy>
  <cp:revision>3</cp:revision>
  <dcterms:created xsi:type="dcterms:W3CDTF">2026-01-22T18:57:02Z</dcterms:created>
  <dcterms:modified xsi:type="dcterms:W3CDTF">2026-02-27T16:48:24Z</dcterms:modified>
</cp:coreProperties>
</file>