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65" r:id="rId4"/>
    <p:sldId id="268" r:id="rId5"/>
    <p:sldId id="266" r:id="rId6"/>
    <p:sldId id="258" r:id="rId7"/>
    <p:sldId id="271" r:id="rId8"/>
    <p:sldId id="264" r:id="rId9"/>
    <p:sldId id="259" r:id="rId10"/>
    <p:sldId id="26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F0F5E8-3AAD-4485-A0A5-9F056D684CEB}" v="3" dt="2026-03-09T23:12:37.161"/>
    <p1510:client id="{96C479E6-CEEA-438D-B80A-3C87D3E89C61}" v="2" dt="2026-03-09T00:43:07.7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9" d="100"/>
          <a:sy n="79" d="100"/>
        </p:scale>
        <p:origin x="648" y="5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Gerega" userId="bd3e1e46fb6a714b" providerId="LiveId" clId="{45F0C402-C550-4C82-B31D-5B32217A5E94}"/>
    <pc:docChg chg="custSel delSld modSld">
      <pc:chgData name="John Gerega" userId="bd3e1e46fb6a714b" providerId="LiveId" clId="{45F0C402-C550-4C82-B31D-5B32217A5E94}" dt="2026-03-09T00:43:14.074" v="1049" actId="20577"/>
      <pc:docMkLst>
        <pc:docMk/>
      </pc:docMkLst>
      <pc:sldChg chg="modSp mod">
        <pc:chgData name="John Gerega" userId="bd3e1e46fb6a714b" providerId="LiveId" clId="{45F0C402-C550-4C82-B31D-5B32217A5E94}" dt="2026-03-09T00:43:14.074" v="1049" actId="20577"/>
        <pc:sldMkLst>
          <pc:docMk/>
          <pc:sldMk cId="2561402868" sldId="264"/>
        </pc:sldMkLst>
        <pc:spChg chg="mod">
          <ac:chgData name="John Gerega" userId="bd3e1e46fb6a714b" providerId="LiveId" clId="{45F0C402-C550-4C82-B31D-5B32217A5E94}" dt="2026-03-09T00:42:55.862" v="1001" actId="20577"/>
          <ac:spMkLst>
            <pc:docMk/>
            <pc:sldMk cId="2561402868" sldId="264"/>
            <ac:spMk id="9" creationId="{D6D36DC8-D9BF-8C26-69EA-ED89E34DB644}"/>
          </ac:spMkLst>
        </pc:spChg>
        <pc:graphicFrameChg chg="mod modGraphic">
          <ac:chgData name="John Gerega" userId="bd3e1e46fb6a714b" providerId="LiveId" clId="{45F0C402-C550-4C82-B31D-5B32217A5E94}" dt="2026-03-09T00:43:14.074" v="1049" actId="20577"/>
          <ac:graphicFrameMkLst>
            <pc:docMk/>
            <pc:sldMk cId="2561402868" sldId="264"/>
            <ac:graphicFrameMk id="27" creationId="{D6B93F0B-FEB0-EDAB-CFE1-A57DEFE97FCD}"/>
          </ac:graphicFrameMkLst>
        </pc:graphicFrameChg>
      </pc:sldChg>
      <pc:sldChg chg="modSp mod">
        <pc:chgData name="John Gerega" userId="bd3e1e46fb6a714b" providerId="LiveId" clId="{45F0C402-C550-4C82-B31D-5B32217A5E94}" dt="2026-03-09T00:36:59.308" v="110" actId="20577"/>
        <pc:sldMkLst>
          <pc:docMk/>
          <pc:sldMk cId="2428741132" sldId="265"/>
        </pc:sldMkLst>
        <pc:spChg chg="mod">
          <ac:chgData name="John Gerega" userId="bd3e1e46fb6a714b" providerId="LiveId" clId="{45F0C402-C550-4C82-B31D-5B32217A5E94}" dt="2026-03-09T00:36:59.308" v="110" actId="20577"/>
          <ac:spMkLst>
            <pc:docMk/>
            <pc:sldMk cId="2428741132" sldId="265"/>
            <ac:spMk id="2" creationId="{726ED135-95C1-5462-0C4A-3CB641B9D068}"/>
          </ac:spMkLst>
        </pc:spChg>
      </pc:sldChg>
      <pc:sldChg chg="modSp mod">
        <pc:chgData name="John Gerega" userId="bd3e1e46fb6a714b" providerId="LiveId" clId="{45F0C402-C550-4C82-B31D-5B32217A5E94}" dt="2026-03-09T00:42:40.261" v="1000" actId="20577"/>
        <pc:sldMkLst>
          <pc:docMk/>
          <pc:sldMk cId="3526335932" sldId="266"/>
        </pc:sldMkLst>
        <pc:spChg chg="mod">
          <ac:chgData name="John Gerega" userId="bd3e1e46fb6a714b" providerId="LiveId" clId="{45F0C402-C550-4C82-B31D-5B32217A5E94}" dt="2026-03-09T00:42:40.261" v="1000" actId="20577"/>
          <ac:spMkLst>
            <pc:docMk/>
            <pc:sldMk cId="3526335932" sldId="266"/>
            <ac:spMk id="3" creationId="{CCDEAB36-867D-95B6-8834-F42C5B9259D0}"/>
          </ac:spMkLst>
        </pc:spChg>
        <pc:spChg chg="mod">
          <ac:chgData name="John Gerega" userId="bd3e1e46fb6a714b" providerId="LiveId" clId="{45F0C402-C550-4C82-B31D-5B32217A5E94}" dt="2026-03-09T00:42:35.300" v="996" actId="20577"/>
          <ac:spMkLst>
            <pc:docMk/>
            <pc:sldMk cId="3526335932" sldId="266"/>
            <ac:spMk id="4" creationId="{86ED9EE4-56A8-6AFD-BE9A-A35D2ABC59A0}"/>
          </ac:spMkLst>
        </pc:spChg>
      </pc:sldChg>
      <pc:sldChg chg="del">
        <pc:chgData name="John Gerega" userId="bd3e1e46fb6a714b" providerId="LiveId" clId="{45F0C402-C550-4C82-B31D-5B32217A5E94}" dt="2026-03-09T00:36:30.145" v="25" actId="2696"/>
        <pc:sldMkLst>
          <pc:docMk/>
          <pc:sldMk cId="466827126" sldId="267"/>
        </pc:sldMkLst>
      </pc:sldChg>
      <pc:sldChg chg="modSp mod">
        <pc:chgData name="John Gerega" userId="bd3e1e46fb6a714b" providerId="LiveId" clId="{45F0C402-C550-4C82-B31D-5B32217A5E94}" dt="2026-03-09T00:40:52.898" v="542" actId="20577"/>
        <pc:sldMkLst>
          <pc:docMk/>
          <pc:sldMk cId="4219413297" sldId="268"/>
        </pc:sldMkLst>
        <pc:spChg chg="mod">
          <ac:chgData name="John Gerega" userId="bd3e1e46fb6a714b" providerId="LiveId" clId="{45F0C402-C550-4C82-B31D-5B32217A5E94}" dt="2026-03-09T00:37:14.080" v="132" actId="20577"/>
          <ac:spMkLst>
            <pc:docMk/>
            <pc:sldMk cId="4219413297" sldId="268"/>
            <ac:spMk id="15" creationId="{9DA9A664-A267-EB97-868E-C19A10CD5877}"/>
          </ac:spMkLst>
        </pc:spChg>
        <pc:spChg chg="mod">
          <ac:chgData name="John Gerega" userId="bd3e1e46fb6a714b" providerId="LiveId" clId="{45F0C402-C550-4C82-B31D-5B32217A5E94}" dt="2026-03-09T00:38:07.101" v="320" actId="20577"/>
          <ac:spMkLst>
            <pc:docMk/>
            <pc:sldMk cId="4219413297" sldId="268"/>
            <ac:spMk id="16" creationId="{93A8E2B9-D4F6-3791-1230-411E65957120}"/>
          </ac:spMkLst>
        </pc:spChg>
        <pc:spChg chg="mod">
          <ac:chgData name="John Gerega" userId="bd3e1e46fb6a714b" providerId="LiveId" clId="{45F0C402-C550-4C82-B31D-5B32217A5E94}" dt="2026-03-09T00:37:22.835" v="153" actId="20577"/>
          <ac:spMkLst>
            <pc:docMk/>
            <pc:sldMk cId="4219413297" sldId="268"/>
            <ac:spMk id="17" creationId="{608D539C-0FAA-4AF0-8032-7488D9480E72}"/>
          </ac:spMkLst>
        </pc:spChg>
        <pc:spChg chg="mod">
          <ac:chgData name="John Gerega" userId="bd3e1e46fb6a714b" providerId="LiveId" clId="{45F0C402-C550-4C82-B31D-5B32217A5E94}" dt="2026-03-09T00:38:17.599" v="330" actId="14100"/>
          <ac:spMkLst>
            <pc:docMk/>
            <pc:sldMk cId="4219413297" sldId="268"/>
            <ac:spMk id="18" creationId="{2691CABF-B09E-C0C1-221E-9EFAED73D970}"/>
          </ac:spMkLst>
        </pc:spChg>
        <pc:spChg chg="mod">
          <ac:chgData name="John Gerega" userId="bd3e1e46fb6a714b" providerId="LiveId" clId="{45F0C402-C550-4C82-B31D-5B32217A5E94}" dt="2026-03-09T00:40:52.898" v="542" actId="20577"/>
          <ac:spMkLst>
            <pc:docMk/>
            <pc:sldMk cId="4219413297" sldId="268"/>
            <ac:spMk id="20" creationId="{6368A44F-08DC-BC2B-12BC-BDE3D552E763}"/>
          </ac:spMkLst>
        </pc:spChg>
        <pc:spChg chg="mod">
          <ac:chgData name="John Gerega" userId="bd3e1e46fb6a714b" providerId="LiveId" clId="{45F0C402-C550-4C82-B31D-5B32217A5E94}" dt="2026-03-09T00:37:19.109" v="147" actId="20577"/>
          <ac:spMkLst>
            <pc:docMk/>
            <pc:sldMk cId="4219413297" sldId="268"/>
            <ac:spMk id="26" creationId="{5F31E57D-05C7-2381-D139-91E75C817E8D}"/>
          </ac:spMkLst>
        </pc:spChg>
      </pc:sldChg>
    </pc:docChg>
  </pc:docChgLst>
  <pc:docChgLst>
    <pc:chgData name="Margo Bonal" userId="18c9fa0f-b53d-478b-9dc0-6ad88786c19f" providerId="ADAL" clId="{93D479E5-F67F-4B8A-A78F-A0B574A116B6}"/>
    <pc:docChg chg="custSel delSld modSld">
      <pc:chgData name="Margo Bonal" userId="18c9fa0f-b53d-478b-9dc0-6ad88786c19f" providerId="ADAL" clId="{93D479E5-F67F-4B8A-A78F-A0B574A116B6}" dt="2026-03-09T23:17:14.442" v="333" actId="313"/>
      <pc:docMkLst>
        <pc:docMk/>
      </pc:docMkLst>
      <pc:sldChg chg="modSp mod">
        <pc:chgData name="Margo Bonal" userId="18c9fa0f-b53d-478b-9dc0-6ad88786c19f" providerId="ADAL" clId="{93D479E5-F67F-4B8A-A78F-A0B574A116B6}" dt="2026-03-09T23:16:32.766" v="264" actId="5793"/>
        <pc:sldMkLst>
          <pc:docMk/>
          <pc:sldMk cId="2428741132" sldId="265"/>
        </pc:sldMkLst>
        <pc:spChg chg="mod">
          <ac:chgData name="Margo Bonal" userId="18c9fa0f-b53d-478b-9dc0-6ad88786c19f" providerId="ADAL" clId="{93D479E5-F67F-4B8A-A78F-A0B574A116B6}" dt="2026-03-09T23:16:32.766" v="264" actId="5793"/>
          <ac:spMkLst>
            <pc:docMk/>
            <pc:sldMk cId="2428741132" sldId="265"/>
            <ac:spMk id="2" creationId="{726ED135-95C1-5462-0C4A-3CB641B9D068}"/>
          </ac:spMkLst>
        </pc:spChg>
      </pc:sldChg>
      <pc:sldChg chg="del">
        <pc:chgData name="Margo Bonal" userId="18c9fa0f-b53d-478b-9dc0-6ad88786c19f" providerId="ADAL" clId="{93D479E5-F67F-4B8A-A78F-A0B574A116B6}" dt="2026-03-09T23:11:17.566" v="2" actId="2696"/>
        <pc:sldMkLst>
          <pc:docMk/>
          <pc:sldMk cId="3967077253" sldId="269"/>
        </pc:sldMkLst>
      </pc:sldChg>
      <pc:sldChg chg="del">
        <pc:chgData name="Margo Bonal" userId="18c9fa0f-b53d-478b-9dc0-6ad88786c19f" providerId="ADAL" clId="{93D479E5-F67F-4B8A-A78F-A0B574A116B6}" dt="2026-03-09T23:11:17.566" v="2" actId="2696"/>
        <pc:sldMkLst>
          <pc:docMk/>
          <pc:sldMk cId="1279643669" sldId="270"/>
        </pc:sldMkLst>
      </pc:sldChg>
      <pc:sldChg chg="addSp delSp modSp mod">
        <pc:chgData name="Margo Bonal" userId="18c9fa0f-b53d-478b-9dc0-6ad88786c19f" providerId="ADAL" clId="{93D479E5-F67F-4B8A-A78F-A0B574A116B6}" dt="2026-03-09T23:17:14.442" v="333" actId="313"/>
        <pc:sldMkLst>
          <pc:docMk/>
          <pc:sldMk cId="54940252" sldId="271"/>
        </pc:sldMkLst>
        <pc:spChg chg="mod">
          <ac:chgData name="Margo Bonal" userId="18c9fa0f-b53d-478b-9dc0-6ad88786c19f" providerId="ADAL" clId="{93D479E5-F67F-4B8A-A78F-A0B574A116B6}" dt="2026-03-09T23:17:14.442" v="333" actId="313"/>
          <ac:spMkLst>
            <pc:docMk/>
            <pc:sldMk cId="54940252" sldId="271"/>
            <ac:spMk id="8" creationId="{29AA9117-0FCC-E73A-5236-EE17B81AEBF6}"/>
          </ac:spMkLst>
        </pc:spChg>
        <pc:picChg chg="del">
          <ac:chgData name="Margo Bonal" userId="18c9fa0f-b53d-478b-9dc0-6ad88786c19f" providerId="ADAL" clId="{93D479E5-F67F-4B8A-A78F-A0B574A116B6}" dt="2026-03-09T23:11:59.968" v="3" actId="478"/>
          <ac:picMkLst>
            <pc:docMk/>
            <pc:sldMk cId="54940252" sldId="271"/>
            <ac:picMk id="10" creationId="{F888035C-1805-3976-43D0-AC3C0A61DBB9}"/>
          </ac:picMkLst>
        </pc:picChg>
        <pc:picChg chg="add mod">
          <ac:chgData name="Margo Bonal" userId="18c9fa0f-b53d-478b-9dc0-6ad88786c19f" providerId="ADAL" clId="{93D479E5-F67F-4B8A-A78F-A0B574A116B6}" dt="2026-03-09T23:12:07.173" v="5" actId="1076"/>
          <ac:picMkLst>
            <pc:docMk/>
            <pc:sldMk cId="54940252" sldId="271"/>
            <ac:picMk id="1026" creationId="{3F4EFE7F-8D48-AC42-DA34-6BBF52699304}"/>
          </ac:picMkLst>
        </pc:picChg>
      </pc:sldChg>
      <pc:sldChg chg="del">
        <pc:chgData name="Margo Bonal" userId="18c9fa0f-b53d-478b-9dc0-6ad88786c19f" providerId="ADAL" clId="{93D479E5-F67F-4B8A-A78F-A0B574A116B6}" dt="2026-03-09T23:11:09.899" v="0" actId="2696"/>
        <pc:sldMkLst>
          <pc:docMk/>
          <pc:sldMk cId="3687347735" sldId="272"/>
        </pc:sldMkLst>
      </pc:sldChg>
      <pc:sldChg chg="del">
        <pc:chgData name="Margo Bonal" userId="18c9fa0f-b53d-478b-9dc0-6ad88786c19f" providerId="ADAL" clId="{93D479E5-F67F-4B8A-A78F-A0B574A116B6}" dt="2026-03-09T23:11:09.899" v="0" actId="2696"/>
        <pc:sldMkLst>
          <pc:docMk/>
          <pc:sldMk cId="1992749761" sldId="273"/>
        </pc:sldMkLst>
      </pc:sldChg>
      <pc:sldChg chg="del">
        <pc:chgData name="Margo Bonal" userId="18c9fa0f-b53d-478b-9dc0-6ad88786c19f" providerId="ADAL" clId="{93D479E5-F67F-4B8A-A78F-A0B574A116B6}" dt="2026-03-09T23:11:13.824" v="1" actId="2696"/>
        <pc:sldMkLst>
          <pc:docMk/>
          <pc:sldMk cId="3114822766" sldId="274"/>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D9AED39-6EA4-4C8F-8F93-0109BCE29F73}" type="doc">
      <dgm:prSet loTypeId="urn:microsoft.com/office/officeart/2018/5/layout/IconCircleLabelList" loCatId="icon" qsTypeId="urn:microsoft.com/office/officeart/2005/8/quickstyle/simple5" qsCatId="simple" csTypeId="urn:microsoft.com/office/officeart/2005/8/colors/colorful3" csCatId="colorful" phldr="1"/>
      <dgm:spPr/>
      <dgm:t>
        <a:bodyPr/>
        <a:lstStyle/>
        <a:p>
          <a:endParaRPr lang="en-US"/>
        </a:p>
      </dgm:t>
    </dgm:pt>
    <dgm:pt modelId="{7A943B02-5C04-46D6-A68D-B6CA78642443}">
      <dgm:prSet/>
      <dgm:spPr/>
      <dgm:t>
        <a:bodyPr/>
        <a:lstStyle/>
        <a:p>
          <a:pPr>
            <a:lnSpc>
              <a:spcPct val="100000"/>
            </a:lnSpc>
            <a:defRPr cap="all"/>
          </a:pPr>
          <a:r>
            <a:rPr lang="en-US"/>
            <a:t>Vulcan Platform</a:t>
          </a:r>
        </a:p>
      </dgm:t>
    </dgm:pt>
    <dgm:pt modelId="{DCE7D11E-72ED-4379-92AB-B4DD3163FFDD}" type="parTrans" cxnId="{0607399A-5388-4DF6-AF8F-B30347370EA9}">
      <dgm:prSet/>
      <dgm:spPr/>
      <dgm:t>
        <a:bodyPr/>
        <a:lstStyle/>
        <a:p>
          <a:endParaRPr lang="en-US"/>
        </a:p>
      </dgm:t>
    </dgm:pt>
    <dgm:pt modelId="{40F66F96-190F-4E10-A10D-B436D4D705FE}" type="sibTrans" cxnId="{0607399A-5388-4DF6-AF8F-B30347370EA9}">
      <dgm:prSet/>
      <dgm:spPr/>
      <dgm:t>
        <a:bodyPr/>
        <a:lstStyle/>
        <a:p>
          <a:endParaRPr lang="en-US"/>
        </a:p>
      </dgm:t>
    </dgm:pt>
    <dgm:pt modelId="{B95C487C-5DFF-4263-92CB-57434121393C}">
      <dgm:prSet/>
      <dgm:spPr/>
      <dgm:t>
        <a:bodyPr/>
        <a:lstStyle/>
        <a:p>
          <a:pPr>
            <a:lnSpc>
              <a:spcPct val="100000"/>
            </a:lnSpc>
            <a:defRPr cap="all"/>
          </a:pPr>
          <a:r>
            <a:rPr lang="en-US"/>
            <a:t>Database</a:t>
          </a:r>
        </a:p>
      </dgm:t>
    </dgm:pt>
    <dgm:pt modelId="{D039C51C-121D-4A59-95DB-0DFFAA9D1793}" type="parTrans" cxnId="{FD2FD9E5-C328-47DA-8160-3C42737E9923}">
      <dgm:prSet/>
      <dgm:spPr/>
      <dgm:t>
        <a:bodyPr/>
        <a:lstStyle/>
        <a:p>
          <a:endParaRPr lang="en-US"/>
        </a:p>
      </dgm:t>
    </dgm:pt>
    <dgm:pt modelId="{37A95161-BDCF-49DB-9C9F-BC4185772BE6}" type="sibTrans" cxnId="{FD2FD9E5-C328-47DA-8160-3C42737E9923}">
      <dgm:prSet/>
      <dgm:spPr/>
      <dgm:t>
        <a:bodyPr/>
        <a:lstStyle/>
        <a:p>
          <a:endParaRPr lang="en-US"/>
        </a:p>
      </dgm:t>
    </dgm:pt>
    <dgm:pt modelId="{6ADC3160-FE5A-4FDC-9ACC-8081A1A0D12D}" type="pres">
      <dgm:prSet presAssocID="{BD9AED39-6EA4-4C8F-8F93-0109BCE29F73}" presName="root" presStyleCnt="0">
        <dgm:presLayoutVars>
          <dgm:dir/>
          <dgm:resizeHandles val="exact"/>
        </dgm:presLayoutVars>
      </dgm:prSet>
      <dgm:spPr/>
    </dgm:pt>
    <dgm:pt modelId="{CB887E09-0A00-423D-9B72-FD8DEBCB5097}" type="pres">
      <dgm:prSet presAssocID="{7A943B02-5C04-46D6-A68D-B6CA78642443}" presName="compNode" presStyleCnt="0"/>
      <dgm:spPr/>
    </dgm:pt>
    <dgm:pt modelId="{79E1EB82-49C8-4027-977A-55C555C6DB5E}" type="pres">
      <dgm:prSet presAssocID="{7A943B02-5C04-46D6-A68D-B6CA78642443}" presName="iconBgRect" presStyleLbl="bgShp" presStyleIdx="0" presStyleCnt="2"/>
      <dgm:spPr/>
    </dgm:pt>
    <dgm:pt modelId="{EE9957DB-4DBB-4C87-A7DF-CEBE683705E8}" type="pres">
      <dgm:prSet presAssocID="{7A943B02-5C04-46D6-A68D-B6CA78642443}"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omputer"/>
        </a:ext>
      </dgm:extLst>
    </dgm:pt>
    <dgm:pt modelId="{031524B0-6C4F-4FA3-BE59-A01E2F7E3514}" type="pres">
      <dgm:prSet presAssocID="{7A943B02-5C04-46D6-A68D-B6CA78642443}" presName="spaceRect" presStyleCnt="0"/>
      <dgm:spPr/>
    </dgm:pt>
    <dgm:pt modelId="{A2A5588E-9AB3-4A06-B57B-7CACF275F84C}" type="pres">
      <dgm:prSet presAssocID="{7A943B02-5C04-46D6-A68D-B6CA78642443}" presName="textRect" presStyleLbl="revTx" presStyleIdx="0" presStyleCnt="2">
        <dgm:presLayoutVars>
          <dgm:chMax val="1"/>
          <dgm:chPref val="1"/>
        </dgm:presLayoutVars>
      </dgm:prSet>
      <dgm:spPr/>
    </dgm:pt>
    <dgm:pt modelId="{8B84A864-80EF-42E6-8432-9BC8549F8B45}" type="pres">
      <dgm:prSet presAssocID="{40F66F96-190F-4E10-A10D-B436D4D705FE}" presName="sibTrans" presStyleCnt="0"/>
      <dgm:spPr/>
    </dgm:pt>
    <dgm:pt modelId="{F76718A8-D756-4C0B-A9B5-8301B101F5AD}" type="pres">
      <dgm:prSet presAssocID="{B95C487C-5DFF-4263-92CB-57434121393C}" presName="compNode" presStyleCnt="0"/>
      <dgm:spPr/>
    </dgm:pt>
    <dgm:pt modelId="{C43FB53B-5B3D-4EC6-A472-577624A94EC7}" type="pres">
      <dgm:prSet presAssocID="{B95C487C-5DFF-4263-92CB-57434121393C}" presName="iconBgRect" presStyleLbl="bgShp" presStyleIdx="1" presStyleCnt="2"/>
      <dgm:spPr/>
    </dgm:pt>
    <dgm:pt modelId="{21D22EAE-5269-42A0-B695-2F6CC60D6AD6}" type="pres">
      <dgm:prSet presAssocID="{B95C487C-5DFF-4263-92CB-57434121393C}"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atabase"/>
        </a:ext>
      </dgm:extLst>
    </dgm:pt>
    <dgm:pt modelId="{002225CF-79DE-4D57-8F67-920CCF5C2E06}" type="pres">
      <dgm:prSet presAssocID="{B95C487C-5DFF-4263-92CB-57434121393C}" presName="spaceRect" presStyleCnt="0"/>
      <dgm:spPr/>
    </dgm:pt>
    <dgm:pt modelId="{42D8A5A2-BFA7-4F94-9EE5-C3FE673BB678}" type="pres">
      <dgm:prSet presAssocID="{B95C487C-5DFF-4263-92CB-57434121393C}" presName="textRect" presStyleLbl="revTx" presStyleIdx="1" presStyleCnt="2">
        <dgm:presLayoutVars>
          <dgm:chMax val="1"/>
          <dgm:chPref val="1"/>
        </dgm:presLayoutVars>
      </dgm:prSet>
      <dgm:spPr/>
    </dgm:pt>
  </dgm:ptLst>
  <dgm:cxnLst>
    <dgm:cxn modelId="{74088726-4005-49CF-B1FB-ACBFC6C21C05}" type="presOf" srcId="{B95C487C-5DFF-4263-92CB-57434121393C}" destId="{42D8A5A2-BFA7-4F94-9EE5-C3FE673BB678}" srcOrd="0" destOrd="0" presId="urn:microsoft.com/office/officeart/2018/5/layout/IconCircleLabelList"/>
    <dgm:cxn modelId="{461EE388-E613-474A-B334-C6CBD8611525}" type="presOf" srcId="{7A943B02-5C04-46D6-A68D-B6CA78642443}" destId="{A2A5588E-9AB3-4A06-B57B-7CACF275F84C}" srcOrd="0" destOrd="0" presId="urn:microsoft.com/office/officeart/2018/5/layout/IconCircleLabelList"/>
    <dgm:cxn modelId="{DDE1F394-0A0A-4939-825A-48F1721D5ED0}" type="presOf" srcId="{BD9AED39-6EA4-4C8F-8F93-0109BCE29F73}" destId="{6ADC3160-FE5A-4FDC-9ACC-8081A1A0D12D}" srcOrd="0" destOrd="0" presId="urn:microsoft.com/office/officeart/2018/5/layout/IconCircleLabelList"/>
    <dgm:cxn modelId="{0607399A-5388-4DF6-AF8F-B30347370EA9}" srcId="{BD9AED39-6EA4-4C8F-8F93-0109BCE29F73}" destId="{7A943B02-5C04-46D6-A68D-B6CA78642443}" srcOrd="0" destOrd="0" parTransId="{DCE7D11E-72ED-4379-92AB-B4DD3163FFDD}" sibTransId="{40F66F96-190F-4E10-A10D-B436D4D705FE}"/>
    <dgm:cxn modelId="{FD2FD9E5-C328-47DA-8160-3C42737E9923}" srcId="{BD9AED39-6EA4-4C8F-8F93-0109BCE29F73}" destId="{B95C487C-5DFF-4263-92CB-57434121393C}" srcOrd="1" destOrd="0" parTransId="{D039C51C-121D-4A59-95DB-0DFFAA9D1793}" sibTransId="{37A95161-BDCF-49DB-9C9F-BC4185772BE6}"/>
    <dgm:cxn modelId="{65A798A2-71D1-4111-8321-D24E38B846E0}" type="presParOf" srcId="{6ADC3160-FE5A-4FDC-9ACC-8081A1A0D12D}" destId="{CB887E09-0A00-423D-9B72-FD8DEBCB5097}" srcOrd="0" destOrd="0" presId="urn:microsoft.com/office/officeart/2018/5/layout/IconCircleLabelList"/>
    <dgm:cxn modelId="{475E1201-BC90-47EB-A9B3-955A80539DC1}" type="presParOf" srcId="{CB887E09-0A00-423D-9B72-FD8DEBCB5097}" destId="{79E1EB82-49C8-4027-977A-55C555C6DB5E}" srcOrd="0" destOrd="0" presId="urn:microsoft.com/office/officeart/2018/5/layout/IconCircleLabelList"/>
    <dgm:cxn modelId="{710AE4DB-FFDE-44E2-BF95-A4A284FA5ACE}" type="presParOf" srcId="{CB887E09-0A00-423D-9B72-FD8DEBCB5097}" destId="{EE9957DB-4DBB-4C87-A7DF-CEBE683705E8}" srcOrd="1" destOrd="0" presId="urn:microsoft.com/office/officeart/2018/5/layout/IconCircleLabelList"/>
    <dgm:cxn modelId="{FFA1DA79-9F4F-437E-89E8-A350BE88FFE8}" type="presParOf" srcId="{CB887E09-0A00-423D-9B72-FD8DEBCB5097}" destId="{031524B0-6C4F-4FA3-BE59-A01E2F7E3514}" srcOrd="2" destOrd="0" presId="urn:microsoft.com/office/officeart/2018/5/layout/IconCircleLabelList"/>
    <dgm:cxn modelId="{1544563A-B8AB-41E0-A184-E15E05C4B4CD}" type="presParOf" srcId="{CB887E09-0A00-423D-9B72-FD8DEBCB5097}" destId="{A2A5588E-9AB3-4A06-B57B-7CACF275F84C}" srcOrd="3" destOrd="0" presId="urn:microsoft.com/office/officeart/2018/5/layout/IconCircleLabelList"/>
    <dgm:cxn modelId="{5C9D72FD-BA1D-4BA7-A584-2136B002641A}" type="presParOf" srcId="{6ADC3160-FE5A-4FDC-9ACC-8081A1A0D12D}" destId="{8B84A864-80EF-42E6-8432-9BC8549F8B45}" srcOrd="1" destOrd="0" presId="urn:microsoft.com/office/officeart/2018/5/layout/IconCircleLabelList"/>
    <dgm:cxn modelId="{22073DB5-229A-4677-AE50-478BD50DAB39}" type="presParOf" srcId="{6ADC3160-FE5A-4FDC-9ACC-8081A1A0D12D}" destId="{F76718A8-D756-4C0B-A9B5-8301B101F5AD}" srcOrd="2" destOrd="0" presId="urn:microsoft.com/office/officeart/2018/5/layout/IconCircleLabelList"/>
    <dgm:cxn modelId="{22B147C1-75E5-4932-A0DD-75F9C28E8EDB}" type="presParOf" srcId="{F76718A8-D756-4C0B-A9B5-8301B101F5AD}" destId="{C43FB53B-5B3D-4EC6-A472-577624A94EC7}" srcOrd="0" destOrd="0" presId="urn:microsoft.com/office/officeart/2018/5/layout/IconCircleLabelList"/>
    <dgm:cxn modelId="{631F24DB-2ED0-49CA-9DD5-7A878907883C}" type="presParOf" srcId="{F76718A8-D756-4C0B-A9B5-8301B101F5AD}" destId="{21D22EAE-5269-42A0-B695-2F6CC60D6AD6}" srcOrd="1" destOrd="0" presId="urn:microsoft.com/office/officeart/2018/5/layout/IconCircleLabelList"/>
    <dgm:cxn modelId="{A5A3F903-018D-440B-8E9F-7D40DC313B9D}" type="presParOf" srcId="{F76718A8-D756-4C0B-A9B5-8301B101F5AD}" destId="{002225CF-79DE-4D57-8F67-920CCF5C2E06}" srcOrd="2" destOrd="0" presId="urn:microsoft.com/office/officeart/2018/5/layout/IconCircleLabelList"/>
    <dgm:cxn modelId="{7B3B07DE-CF57-4A86-9BC5-44B672A7EE60}" type="presParOf" srcId="{F76718A8-D756-4C0B-A9B5-8301B101F5AD}" destId="{42D8A5A2-BFA7-4F94-9EE5-C3FE673BB678}"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875220B3-5F43-41BF-82F0-F1D5090E78B1}" type="doc">
      <dgm:prSet loTypeId="urn:microsoft.com/office/officeart/2005/8/layout/hierarchy1" loCatId="hierarchy" qsTypeId="urn:microsoft.com/office/officeart/2005/8/quickstyle/simple1" qsCatId="simple" csTypeId="urn:microsoft.com/office/officeart/2005/8/colors/colorful3" csCatId="colorful" phldr="1"/>
      <dgm:spPr/>
      <dgm:t>
        <a:bodyPr/>
        <a:lstStyle/>
        <a:p>
          <a:endParaRPr lang="en-US"/>
        </a:p>
      </dgm:t>
    </dgm:pt>
    <dgm:pt modelId="{7D77D55D-8CCB-40C4-94CB-4B06CD8B8779}">
      <dgm:prSet/>
      <dgm:spPr/>
      <dgm:t>
        <a:bodyPr/>
        <a:lstStyle/>
        <a:p>
          <a:r>
            <a:rPr lang="en-US" dirty="0" err="1"/>
            <a:t>Succesfully</a:t>
          </a:r>
          <a:r>
            <a:rPr lang="en-US" dirty="0"/>
            <a:t> get emails to send</a:t>
          </a:r>
        </a:p>
      </dgm:t>
    </dgm:pt>
    <dgm:pt modelId="{6A9C7EF0-5CCC-409B-8130-14FC63A16319}" type="parTrans" cxnId="{A836B724-0D4D-49B8-8C7E-FE8E2C59804C}">
      <dgm:prSet/>
      <dgm:spPr/>
      <dgm:t>
        <a:bodyPr/>
        <a:lstStyle/>
        <a:p>
          <a:endParaRPr lang="en-US"/>
        </a:p>
      </dgm:t>
    </dgm:pt>
    <dgm:pt modelId="{3EAD9D27-CDC1-4D2B-8EDB-51D7B39371E6}" type="sibTrans" cxnId="{A836B724-0D4D-49B8-8C7E-FE8E2C59804C}">
      <dgm:prSet/>
      <dgm:spPr/>
      <dgm:t>
        <a:bodyPr/>
        <a:lstStyle/>
        <a:p>
          <a:endParaRPr lang="en-US"/>
        </a:p>
      </dgm:t>
    </dgm:pt>
    <dgm:pt modelId="{9C35D664-F4ED-4924-B85E-A22D43967662}">
      <dgm:prSet/>
      <dgm:spPr/>
      <dgm:t>
        <a:bodyPr/>
        <a:lstStyle/>
        <a:p>
          <a:r>
            <a:rPr lang="en-US" dirty="0"/>
            <a:t>Continue User Profile Section</a:t>
          </a:r>
        </a:p>
      </dgm:t>
    </dgm:pt>
    <dgm:pt modelId="{C36022C4-2A61-4049-9E7C-3331704CC85B}" type="parTrans" cxnId="{96D4C5E8-25DD-4F37-89A6-060DD8940082}">
      <dgm:prSet/>
      <dgm:spPr/>
      <dgm:t>
        <a:bodyPr/>
        <a:lstStyle/>
        <a:p>
          <a:endParaRPr lang="en-US"/>
        </a:p>
      </dgm:t>
    </dgm:pt>
    <dgm:pt modelId="{8166ABFB-FA54-4D42-B19D-457B349DE33D}" type="sibTrans" cxnId="{96D4C5E8-25DD-4F37-89A6-060DD8940082}">
      <dgm:prSet/>
      <dgm:spPr/>
      <dgm:t>
        <a:bodyPr/>
        <a:lstStyle/>
        <a:p>
          <a:endParaRPr lang="en-US"/>
        </a:p>
      </dgm:t>
    </dgm:pt>
    <dgm:pt modelId="{D164FE33-84B1-4569-B205-B8D56A463CA2}">
      <dgm:prSet/>
      <dgm:spPr/>
      <dgm:t>
        <a:bodyPr/>
        <a:lstStyle/>
        <a:p>
          <a:r>
            <a:rPr lang="en-US" dirty="0"/>
            <a:t>Continue development on other pages</a:t>
          </a:r>
        </a:p>
      </dgm:t>
    </dgm:pt>
    <dgm:pt modelId="{7DA97775-1858-48FE-BDF4-3C1835F95D31}" type="parTrans" cxnId="{1D79B17F-FF0A-433C-AD09-31B22D2982FD}">
      <dgm:prSet/>
      <dgm:spPr/>
      <dgm:t>
        <a:bodyPr/>
        <a:lstStyle/>
        <a:p>
          <a:endParaRPr lang="en-US"/>
        </a:p>
      </dgm:t>
    </dgm:pt>
    <dgm:pt modelId="{2E6446DA-01C1-4120-833E-FA0E55DC486E}" type="sibTrans" cxnId="{1D79B17F-FF0A-433C-AD09-31B22D2982FD}">
      <dgm:prSet/>
      <dgm:spPr/>
      <dgm:t>
        <a:bodyPr/>
        <a:lstStyle/>
        <a:p>
          <a:endParaRPr lang="en-US"/>
        </a:p>
      </dgm:t>
    </dgm:pt>
    <dgm:pt modelId="{F85EEB6F-AAF0-4C94-BC92-C847D8A79108}" type="pres">
      <dgm:prSet presAssocID="{875220B3-5F43-41BF-82F0-F1D5090E78B1}" presName="hierChild1" presStyleCnt="0">
        <dgm:presLayoutVars>
          <dgm:chPref val="1"/>
          <dgm:dir/>
          <dgm:animOne val="branch"/>
          <dgm:animLvl val="lvl"/>
          <dgm:resizeHandles/>
        </dgm:presLayoutVars>
      </dgm:prSet>
      <dgm:spPr/>
    </dgm:pt>
    <dgm:pt modelId="{1B7C8F59-19C7-4811-ACF5-94E83EF18D53}" type="pres">
      <dgm:prSet presAssocID="{7D77D55D-8CCB-40C4-94CB-4B06CD8B8779}" presName="hierRoot1" presStyleCnt="0"/>
      <dgm:spPr/>
    </dgm:pt>
    <dgm:pt modelId="{8918ADED-6A57-4174-8DFD-B8853753C67B}" type="pres">
      <dgm:prSet presAssocID="{7D77D55D-8CCB-40C4-94CB-4B06CD8B8779}" presName="composite" presStyleCnt="0"/>
      <dgm:spPr/>
    </dgm:pt>
    <dgm:pt modelId="{98190555-19A4-4CFA-B5ED-89857792E0B9}" type="pres">
      <dgm:prSet presAssocID="{7D77D55D-8CCB-40C4-94CB-4B06CD8B8779}" presName="background" presStyleLbl="node0" presStyleIdx="0" presStyleCnt="3"/>
      <dgm:spPr/>
    </dgm:pt>
    <dgm:pt modelId="{1183B01D-027F-4222-9A5D-26614D621D81}" type="pres">
      <dgm:prSet presAssocID="{7D77D55D-8CCB-40C4-94CB-4B06CD8B8779}" presName="text" presStyleLbl="fgAcc0" presStyleIdx="0" presStyleCnt="3">
        <dgm:presLayoutVars>
          <dgm:chPref val="3"/>
        </dgm:presLayoutVars>
      </dgm:prSet>
      <dgm:spPr/>
    </dgm:pt>
    <dgm:pt modelId="{769B866C-995B-4621-BF4F-632E3E797DE6}" type="pres">
      <dgm:prSet presAssocID="{7D77D55D-8CCB-40C4-94CB-4B06CD8B8779}" presName="hierChild2" presStyleCnt="0"/>
      <dgm:spPr/>
    </dgm:pt>
    <dgm:pt modelId="{7C0E07B7-20A4-4341-8762-1E58F807E8BA}" type="pres">
      <dgm:prSet presAssocID="{9C35D664-F4ED-4924-B85E-A22D43967662}" presName="hierRoot1" presStyleCnt="0"/>
      <dgm:spPr/>
    </dgm:pt>
    <dgm:pt modelId="{167A3E1F-AD74-4598-B50A-3C9D400D900E}" type="pres">
      <dgm:prSet presAssocID="{9C35D664-F4ED-4924-B85E-A22D43967662}" presName="composite" presStyleCnt="0"/>
      <dgm:spPr/>
    </dgm:pt>
    <dgm:pt modelId="{FE1BC2AB-A6F4-451D-B5E4-EBBE2F580413}" type="pres">
      <dgm:prSet presAssocID="{9C35D664-F4ED-4924-B85E-A22D43967662}" presName="background" presStyleLbl="node0" presStyleIdx="1" presStyleCnt="3"/>
      <dgm:spPr/>
    </dgm:pt>
    <dgm:pt modelId="{EE8EEF36-F451-494C-9D0C-6D4B4B602222}" type="pres">
      <dgm:prSet presAssocID="{9C35D664-F4ED-4924-B85E-A22D43967662}" presName="text" presStyleLbl="fgAcc0" presStyleIdx="1" presStyleCnt="3">
        <dgm:presLayoutVars>
          <dgm:chPref val="3"/>
        </dgm:presLayoutVars>
      </dgm:prSet>
      <dgm:spPr/>
    </dgm:pt>
    <dgm:pt modelId="{7BE69AD2-283F-47B6-B4ED-6AF7473EBC65}" type="pres">
      <dgm:prSet presAssocID="{9C35D664-F4ED-4924-B85E-A22D43967662}" presName="hierChild2" presStyleCnt="0"/>
      <dgm:spPr/>
    </dgm:pt>
    <dgm:pt modelId="{5654D2F3-0BB4-4E47-B368-909288A5B2BD}" type="pres">
      <dgm:prSet presAssocID="{D164FE33-84B1-4569-B205-B8D56A463CA2}" presName="hierRoot1" presStyleCnt="0"/>
      <dgm:spPr/>
    </dgm:pt>
    <dgm:pt modelId="{CD50A866-77B7-46A1-AFBB-CAE16E141989}" type="pres">
      <dgm:prSet presAssocID="{D164FE33-84B1-4569-B205-B8D56A463CA2}" presName="composite" presStyleCnt="0"/>
      <dgm:spPr/>
    </dgm:pt>
    <dgm:pt modelId="{CA2C5924-FEEE-41E7-8498-90F97462AB60}" type="pres">
      <dgm:prSet presAssocID="{D164FE33-84B1-4569-B205-B8D56A463CA2}" presName="background" presStyleLbl="node0" presStyleIdx="2" presStyleCnt="3"/>
      <dgm:spPr/>
    </dgm:pt>
    <dgm:pt modelId="{464A5E94-15C8-483E-96F7-DE1ACC400150}" type="pres">
      <dgm:prSet presAssocID="{D164FE33-84B1-4569-B205-B8D56A463CA2}" presName="text" presStyleLbl="fgAcc0" presStyleIdx="2" presStyleCnt="3">
        <dgm:presLayoutVars>
          <dgm:chPref val="3"/>
        </dgm:presLayoutVars>
      </dgm:prSet>
      <dgm:spPr/>
    </dgm:pt>
    <dgm:pt modelId="{E1C6EDBD-8470-4060-92F8-D31F6A8051C0}" type="pres">
      <dgm:prSet presAssocID="{D164FE33-84B1-4569-B205-B8D56A463CA2}" presName="hierChild2" presStyleCnt="0"/>
      <dgm:spPr/>
    </dgm:pt>
  </dgm:ptLst>
  <dgm:cxnLst>
    <dgm:cxn modelId="{66C80707-24F5-4682-9A8A-C5E58C7BB3D0}" type="presOf" srcId="{7D77D55D-8CCB-40C4-94CB-4B06CD8B8779}" destId="{1183B01D-027F-4222-9A5D-26614D621D81}" srcOrd="0" destOrd="0" presId="urn:microsoft.com/office/officeart/2005/8/layout/hierarchy1"/>
    <dgm:cxn modelId="{A836B724-0D4D-49B8-8C7E-FE8E2C59804C}" srcId="{875220B3-5F43-41BF-82F0-F1D5090E78B1}" destId="{7D77D55D-8CCB-40C4-94CB-4B06CD8B8779}" srcOrd="0" destOrd="0" parTransId="{6A9C7EF0-5CCC-409B-8130-14FC63A16319}" sibTransId="{3EAD9D27-CDC1-4D2B-8EDB-51D7B39371E6}"/>
    <dgm:cxn modelId="{BC06C170-83F3-4F9D-8D58-ADC0D316C39A}" type="presOf" srcId="{875220B3-5F43-41BF-82F0-F1D5090E78B1}" destId="{F85EEB6F-AAF0-4C94-BC92-C847D8A79108}" srcOrd="0" destOrd="0" presId="urn:microsoft.com/office/officeart/2005/8/layout/hierarchy1"/>
    <dgm:cxn modelId="{1D79B17F-FF0A-433C-AD09-31B22D2982FD}" srcId="{875220B3-5F43-41BF-82F0-F1D5090E78B1}" destId="{D164FE33-84B1-4569-B205-B8D56A463CA2}" srcOrd="2" destOrd="0" parTransId="{7DA97775-1858-48FE-BDF4-3C1835F95D31}" sibTransId="{2E6446DA-01C1-4120-833E-FA0E55DC486E}"/>
    <dgm:cxn modelId="{176D2593-FB8E-482F-AA33-5DDF8D5040D9}" type="presOf" srcId="{9C35D664-F4ED-4924-B85E-A22D43967662}" destId="{EE8EEF36-F451-494C-9D0C-6D4B4B602222}" srcOrd="0" destOrd="0" presId="urn:microsoft.com/office/officeart/2005/8/layout/hierarchy1"/>
    <dgm:cxn modelId="{96D4C5E8-25DD-4F37-89A6-060DD8940082}" srcId="{875220B3-5F43-41BF-82F0-F1D5090E78B1}" destId="{9C35D664-F4ED-4924-B85E-A22D43967662}" srcOrd="1" destOrd="0" parTransId="{C36022C4-2A61-4049-9E7C-3331704CC85B}" sibTransId="{8166ABFB-FA54-4D42-B19D-457B349DE33D}"/>
    <dgm:cxn modelId="{1392CCF0-FC8A-4C4C-8B69-734F40574D14}" type="presOf" srcId="{D164FE33-84B1-4569-B205-B8D56A463CA2}" destId="{464A5E94-15C8-483E-96F7-DE1ACC400150}" srcOrd="0" destOrd="0" presId="urn:microsoft.com/office/officeart/2005/8/layout/hierarchy1"/>
    <dgm:cxn modelId="{01649F12-1BD6-4C2C-89A4-CFE7E333F9CF}" type="presParOf" srcId="{F85EEB6F-AAF0-4C94-BC92-C847D8A79108}" destId="{1B7C8F59-19C7-4811-ACF5-94E83EF18D53}" srcOrd="0" destOrd="0" presId="urn:microsoft.com/office/officeart/2005/8/layout/hierarchy1"/>
    <dgm:cxn modelId="{A314521F-BA19-4579-9A48-D2E934E1FF31}" type="presParOf" srcId="{1B7C8F59-19C7-4811-ACF5-94E83EF18D53}" destId="{8918ADED-6A57-4174-8DFD-B8853753C67B}" srcOrd="0" destOrd="0" presId="urn:microsoft.com/office/officeart/2005/8/layout/hierarchy1"/>
    <dgm:cxn modelId="{6916FB5B-39B8-4EA3-83C9-0C86F5F7BE2F}" type="presParOf" srcId="{8918ADED-6A57-4174-8DFD-B8853753C67B}" destId="{98190555-19A4-4CFA-B5ED-89857792E0B9}" srcOrd="0" destOrd="0" presId="urn:microsoft.com/office/officeart/2005/8/layout/hierarchy1"/>
    <dgm:cxn modelId="{8C08263C-C809-4394-83BF-74040C874CD4}" type="presParOf" srcId="{8918ADED-6A57-4174-8DFD-B8853753C67B}" destId="{1183B01D-027F-4222-9A5D-26614D621D81}" srcOrd="1" destOrd="0" presId="urn:microsoft.com/office/officeart/2005/8/layout/hierarchy1"/>
    <dgm:cxn modelId="{E2F1B48C-A965-4AB5-B094-77A8B6CD6D51}" type="presParOf" srcId="{1B7C8F59-19C7-4811-ACF5-94E83EF18D53}" destId="{769B866C-995B-4621-BF4F-632E3E797DE6}" srcOrd="1" destOrd="0" presId="urn:microsoft.com/office/officeart/2005/8/layout/hierarchy1"/>
    <dgm:cxn modelId="{A592AF79-D520-4991-85FC-DBB8DCFBC0A7}" type="presParOf" srcId="{F85EEB6F-AAF0-4C94-BC92-C847D8A79108}" destId="{7C0E07B7-20A4-4341-8762-1E58F807E8BA}" srcOrd="1" destOrd="0" presId="urn:microsoft.com/office/officeart/2005/8/layout/hierarchy1"/>
    <dgm:cxn modelId="{56FA8E76-F67A-482A-B107-AA13883A5CBC}" type="presParOf" srcId="{7C0E07B7-20A4-4341-8762-1E58F807E8BA}" destId="{167A3E1F-AD74-4598-B50A-3C9D400D900E}" srcOrd="0" destOrd="0" presId="urn:microsoft.com/office/officeart/2005/8/layout/hierarchy1"/>
    <dgm:cxn modelId="{14150A9E-7CC0-4811-957A-131E4B9B2627}" type="presParOf" srcId="{167A3E1F-AD74-4598-B50A-3C9D400D900E}" destId="{FE1BC2AB-A6F4-451D-B5E4-EBBE2F580413}" srcOrd="0" destOrd="0" presId="urn:microsoft.com/office/officeart/2005/8/layout/hierarchy1"/>
    <dgm:cxn modelId="{99EDCC81-F193-4332-A323-8BCBECC681EA}" type="presParOf" srcId="{167A3E1F-AD74-4598-B50A-3C9D400D900E}" destId="{EE8EEF36-F451-494C-9D0C-6D4B4B602222}" srcOrd="1" destOrd="0" presId="urn:microsoft.com/office/officeart/2005/8/layout/hierarchy1"/>
    <dgm:cxn modelId="{42BAF63D-4FB1-4BEC-8C69-B10C7C60B6D8}" type="presParOf" srcId="{7C0E07B7-20A4-4341-8762-1E58F807E8BA}" destId="{7BE69AD2-283F-47B6-B4ED-6AF7473EBC65}" srcOrd="1" destOrd="0" presId="urn:microsoft.com/office/officeart/2005/8/layout/hierarchy1"/>
    <dgm:cxn modelId="{7F19D7A8-5BB8-4789-ABC9-C33AB90464AD}" type="presParOf" srcId="{F85EEB6F-AAF0-4C94-BC92-C847D8A79108}" destId="{5654D2F3-0BB4-4E47-B368-909288A5B2BD}" srcOrd="2" destOrd="0" presId="urn:microsoft.com/office/officeart/2005/8/layout/hierarchy1"/>
    <dgm:cxn modelId="{E3A10F56-6D77-45F9-BFCB-83E8E9B6E8B5}" type="presParOf" srcId="{5654D2F3-0BB4-4E47-B368-909288A5B2BD}" destId="{CD50A866-77B7-46A1-AFBB-CAE16E141989}" srcOrd="0" destOrd="0" presId="urn:microsoft.com/office/officeart/2005/8/layout/hierarchy1"/>
    <dgm:cxn modelId="{D226901A-2956-4DBB-A182-6E1143E273A0}" type="presParOf" srcId="{CD50A866-77B7-46A1-AFBB-CAE16E141989}" destId="{CA2C5924-FEEE-41E7-8498-90F97462AB60}" srcOrd="0" destOrd="0" presId="urn:microsoft.com/office/officeart/2005/8/layout/hierarchy1"/>
    <dgm:cxn modelId="{49EDF596-AA71-47CD-B57D-900FC8DF86FC}" type="presParOf" srcId="{CD50A866-77B7-46A1-AFBB-CAE16E141989}" destId="{464A5E94-15C8-483E-96F7-DE1ACC400150}" srcOrd="1" destOrd="0" presId="urn:microsoft.com/office/officeart/2005/8/layout/hierarchy1"/>
    <dgm:cxn modelId="{AABCF0AE-231C-46DF-B4EC-05B340161826}" type="presParOf" srcId="{5654D2F3-0BB4-4E47-B368-909288A5B2BD}" destId="{E1C6EDBD-8470-4060-92F8-D31F6A8051C0}"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E1EB82-49C8-4027-977A-55C555C6DB5E}">
      <dsp:nvSpPr>
        <dsp:cNvPr id="0" name=""/>
        <dsp:cNvSpPr/>
      </dsp:nvSpPr>
      <dsp:spPr>
        <a:xfrm>
          <a:off x="2365474" y="83568"/>
          <a:ext cx="2196000" cy="2196000"/>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EE9957DB-4DBB-4C87-A7DF-CEBE683705E8}">
      <dsp:nvSpPr>
        <dsp:cNvPr id="0" name=""/>
        <dsp:cNvSpPr/>
      </dsp:nvSpPr>
      <dsp:spPr>
        <a:xfrm>
          <a:off x="2833474" y="551568"/>
          <a:ext cx="1260000" cy="126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A2A5588E-9AB3-4A06-B57B-7CACF275F84C}">
      <dsp:nvSpPr>
        <dsp:cNvPr id="0" name=""/>
        <dsp:cNvSpPr/>
      </dsp:nvSpPr>
      <dsp:spPr>
        <a:xfrm>
          <a:off x="1663474" y="2963569"/>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22400">
            <a:lnSpc>
              <a:spcPct val="100000"/>
            </a:lnSpc>
            <a:spcBef>
              <a:spcPct val="0"/>
            </a:spcBef>
            <a:spcAft>
              <a:spcPct val="35000"/>
            </a:spcAft>
            <a:buNone/>
            <a:defRPr cap="all"/>
          </a:pPr>
          <a:r>
            <a:rPr lang="en-US" sz="3200" kern="1200"/>
            <a:t>Vulcan Platform</a:t>
          </a:r>
        </a:p>
      </dsp:txBody>
      <dsp:txXfrm>
        <a:off x="1663474" y="2963569"/>
        <a:ext cx="3600000" cy="720000"/>
      </dsp:txXfrm>
    </dsp:sp>
    <dsp:sp modelId="{C43FB53B-5B3D-4EC6-A472-577624A94EC7}">
      <dsp:nvSpPr>
        <dsp:cNvPr id="0" name=""/>
        <dsp:cNvSpPr/>
      </dsp:nvSpPr>
      <dsp:spPr>
        <a:xfrm>
          <a:off x="6595475" y="83568"/>
          <a:ext cx="2196000" cy="2196000"/>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21D22EAE-5269-42A0-B695-2F6CC60D6AD6}">
      <dsp:nvSpPr>
        <dsp:cNvPr id="0" name=""/>
        <dsp:cNvSpPr/>
      </dsp:nvSpPr>
      <dsp:spPr>
        <a:xfrm>
          <a:off x="7063475" y="551568"/>
          <a:ext cx="1260000" cy="126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42D8A5A2-BFA7-4F94-9EE5-C3FE673BB678}">
      <dsp:nvSpPr>
        <dsp:cNvPr id="0" name=""/>
        <dsp:cNvSpPr/>
      </dsp:nvSpPr>
      <dsp:spPr>
        <a:xfrm>
          <a:off x="5893475" y="2963569"/>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22400">
            <a:lnSpc>
              <a:spcPct val="100000"/>
            </a:lnSpc>
            <a:spcBef>
              <a:spcPct val="0"/>
            </a:spcBef>
            <a:spcAft>
              <a:spcPct val="35000"/>
            </a:spcAft>
            <a:buNone/>
            <a:defRPr cap="all"/>
          </a:pPr>
          <a:r>
            <a:rPr lang="en-US" sz="3200" kern="1200"/>
            <a:t>Database</a:t>
          </a:r>
        </a:p>
      </dsp:txBody>
      <dsp:txXfrm>
        <a:off x="5893475" y="2963569"/>
        <a:ext cx="36000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190555-19A4-4CFA-B5ED-89857792E0B9}">
      <dsp:nvSpPr>
        <dsp:cNvPr id="0" name=""/>
        <dsp:cNvSpPr/>
      </dsp:nvSpPr>
      <dsp:spPr>
        <a:xfrm>
          <a:off x="0" y="430393"/>
          <a:ext cx="2957512" cy="1878020"/>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83B01D-027F-4222-9A5D-26614D621D81}">
      <dsp:nvSpPr>
        <dsp:cNvPr id="0" name=""/>
        <dsp:cNvSpPr/>
      </dsp:nvSpPr>
      <dsp:spPr>
        <a:xfrm>
          <a:off x="328612" y="742575"/>
          <a:ext cx="2957512" cy="1878020"/>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err="1"/>
            <a:t>Succesfully</a:t>
          </a:r>
          <a:r>
            <a:rPr lang="en-US" sz="3200" kern="1200" dirty="0"/>
            <a:t> get emails to send</a:t>
          </a:r>
        </a:p>
      </dsp:txBody>
      <dsp:txXfrm>
        <a:off x="383617" y="797580"/>
        <a:ext cx="2847502" cy="1768010"/>
      </dsp:txXfrm>
    </dsp:sp>
    <dsp:sp modelId="{FE1BC2AB-A6F4-451D-B5E4-EBBE2F580413}">
      <dsp:nvSpPr>
        <dsp:cNvPr id="0" name=""/>
        <dsp:cNvSpPr/>
      </dsp:nvSpPr>
      <dsp:spPr>
        <a:xfrm>
          <a:off x="3614737" y="430393"/>
          <a:ext cx="2957512" cy="1878020"/>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E8EEF36-F451-494C-9D0C-6D4B4B602222}">
      <dsp:nvSpPr>
        <dsp:cNvPr id="0" name=""/>
        <dsp:cNvSpPr/>
      </dsp:nvSpPr>
      <dsp:spPr>
        <a:xfrm>
          <a:off x="3943350" y="742575"/>
          <a:ext cx="2957512" cy="1878020"/>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Continue User Profile Section</a:t>
          </a:r>
        </a:p>
      </dsp:txBody>
      <dsp:txXfrm>
        <a:off x="3998355" y="797580"/>
        <a:ext cx="2847502" cy="1768010"/>
      </dsp:txXfrm>
    </dsp:sp>
    <dsp:sp modelId="{CA2C5924-FEEE-41E7-8498-90F97462AB60}">
      <dsp:nvSpPr>
        <dsp:cNvPr id="0" name=""/>
        <dsp:cNvSpPr/>
      </dsp:nvSpPr>
      <dsp:spPr>
        <a:xfrm>
          <a:off x="7229475" y="430393"/>
          <a:ext cx="2957512" cy="1878020"/>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64A5E94-15C8-483E-96F7-DE1ACC400150}">
      <dsp:nvSpPr>
        <dsp:cNvPr id="0" name=""/>
        <dsp:cNvSpPr/>
      </dsp:nvSpPr>
      <dsp:spPr>
        <a:xfrm>
          <a:off x="7558087" y="742575"/>
          <a:ext cx="2957512" cy="1878020"/>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Continue development on other pages</a:t>
          </a:r>
        </a:p>
      </dsp:txBody>
      <dsp:txXfrm>
        <a:off x="7613092" y="797580"/>
        <a:ext cx="2847502" cy="176801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2A6E6-BB86-4722-837C-048EA2408876}" type="datetimeFigureOut">
              <a:rPr lang="en-US" smtClean="0"/>
              <a:t>3/9/2026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A3B6B7-4283-4814-95B1-8D2476E93965}" type="slidenum">
              <a:rPr lang="en-US" smtClean="0"/>
              <a:t>‹#›</a:t>
            </a:fld>
            <a:endParaRPr lang="en-US"/>
          </a:p>
        </p:txBody>
      </p:sp>
    </p:spTree>
    <p:extLst>
      <p:ext uri="{BB962C8B-B14F-4D97-AF65-F5344CB8AC3E}">
        <p14:creationId xmlns:p14="http://schemas.microsoft.com/office/powerpoint/2010/main" val="5385837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9E12B-A58D-FC54-F39A-393BD2B28DF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8F6E907-7597-2A5F-72A0-02C40D777C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D152684-C925-4C65-8BFF-2FFA3151CD4B}"/>
              </a:ext>
            </a:extLst>
          </p:cNvPr>
          <p:cNvSpPr>
            <a:spLocks noGrp="1"/>
          </p:cNvSpPr>
          <p:nvPr>
            <p:ph type="dt" sz="half" idx="10"/>
          </p:nvPr>
        </p:nvSpPr>
        <p:spPr/>
        <p:txBody>
          <a:bodyPr/>
          <a:lstStyle/>
          <a:p>
            <a:fld id="{C882E6FB-EB88-4936-BED9-9E37159958CA}" type="datetimeFigureOut">
              <a:rPr lang="en-US" smtClean="0"/>
              <a:t>3/9/2026</a:t>
            </a:fld>
            <a:endParaRPr lang="en-US"/>
          </a:p>
        </p:txBody>
      </p:sp>
      <p:sp>
        <p:nvSpPr>
          <p:cNvPr id="5" name="Footer Placeholder 4">
            <a:extLst>
              <a:ext uri="{FF2B5EF4-FFF2-40B4-BE49-F238E27FC236}">
                <a16:creationId xmlns:a16="http://schemas.microsoft.com/office/drawing/2014/main" id="{CB2A67BD-934D-B5F0-4874-9C7150EE94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EDDD3A-A311-C37F-CBB9-9FEF9FE80CBF}"/>
              </a:ext>
            </a:extLst>
          </p:cNvPr>
          <p:cNvSpPr>
            <a:spLocks noGrp="1"/>
          </p:cNvSpPr>
          <p:nvPr>
            <p:ph type="sldNum" sz="quarter" idx="12"/>
          </p:nvPr>
        </p:nvSpPr>
        <p:spPr/>
        <p:txBody>
          <a:bodyPr/>
          <a:lstStyle/>
          <a:p>
            <a:fld id="{6CC2E120-88CB-4223-BF42-F8F7A034DB50}" type="slidenum">
              <a:rPr lang="en-US" smtClean="0"/>
              <a:t>‹#›</a:t>
            </a:fld>
            <a:endParaRPr lang="en-US"/>
          </a:p>
        </p:txBody>
      </p:sp>
    </p:spTree>
    <p:extLst>
      <p:ext uri="{BB962C8B-B14F-4D97-AF65-F5344CB8AC3E}">
        <p14:creationId xmlns:p14="http://schemas.microsoft.com/office/powerpoint/2010/main" val="33469144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F267D-AFB9-963E-AC71-2652D01059A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9A851AC-2A98-4ECD-44AC-53FE4DBDA9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327263-3562-70EF-78D8-A2578492F744}"/>
              </a:ext>
            </a:extLst>
          </p:cNvPr>
          <p:cNvSpPr>
            <a:spLocks noGrp="1"/>
          </p:cNvSpPr>
          <p:nvPr>
            <p:ph type="dt" sz="half" idx="10"/>
          </p:nvPr>
        </p:nvSpPr>
        <p:spPr/>
        <p:txBody>
          <a:bodyPr/>
          <a:lstStyle/>
          <a:p>
            <a:fld id="{C882E6FB-EB88-4936-BED9-9E37159958CA}" type="datetimeFigureOut">
              <a:rPr lang="en-US" smtClean="0"/>
              <a:t>3/9/2026</a:t>
            </a:fld>
            <a:endParaRPr lang="en-US"/>
          </a:p>
        </p:txBody>
      </p:sp>
      <p:sp>
        <p:nvSpPr>
          <p:cNvPr id="5" name="Footer Placeholder 4">
            <a:extLst>
              <a:ext uri="{FF2B5EF4-FFF2-40B4-BE49-F238E27FC236}">
                <a16:creationId xmlns:a16="http://schemas.microsoft.com/office/drawing/2014/main" id="{7AC9DECA-025C-4602-CC1E-A8E278A578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84039F-F84C-2A03-0028-7A2AFE21FAEF}"/>
              </a:ext>
            </a:extLst>
          </p:cNvPr>
          <p:cNvSpPr>
            <a:spLocks noGrp="1"/>
          </p:cNvSpPr>
          <p:nvPr>
            <p:ph type="sldNum" sz="quarter" idx="12"/>
          </p:nvPr>
        </p:nvSpPr>
        <p:spPr/>
        <p:txBody>
          <a:bodyPr/>
          <a:lstStyle/>
          <a:p>
            <a:fld id="{6CC2E120-88CB-4223-BF42-F8F7A034DB50}" type="slidenum">
              <a:rPr lang="en-US" smtClean="0"/>
              <a:t>‹#›</a:t>
            </a:fld>
            <a:endParaRPr lang="en-US"/>
          </a:p>
        </p:txBody>
      </p:sp>
    </p:spTree>
    <p:extLst>
      <p:ext uri="{BB962C8B-B14F-4D97-AF65-F5344CB8AC3E}">
        <p14:creationId xmlns:p14="http://schemas.microsoft.com/office/powerpoint/2010/main" val="1996247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A78E3-4E8D-EE25-4C89-AB7C26775F7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E7E02C3-74B2-18A4-5991-B8481583D3A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B99E6B-AA8F-4E79-FF15-AF0F1723E8C9}"/>
              </a:ext>
            </a:extLst>
          </p:cNvPr>
          <p:cNvSpPr>
            <a:spLocks noGrp="1"/>
          </p:cNvSpPr>
          <p:nvPr>
            <p:ph type="dt" sz="half" idx="10"/>
          </p:nvPr>
        </p:nvSpPr>
        <p:spPr/>
        <p:txBody>
          <a:bodyPr/>
          <a:lstStyle/>
          <a:p>
            <a:fld id="{C882E6FB-EB88-4936-BED9-9E37159958CA}" type="datetimeFigureOut">
              <a:rPr lang="en-US" smtClean="0"/>
              <a:t>3/9/2026</a:t>
            </a:fld>
            <a:endParaRPr lang="en-US"/>
          </a:p>
        </p:txBody>
      </p:sp>
      <p:sp>
        <p:nvSpPr>
          <p:cNvPr id="5" name="Footer Placeholder 4">
            <a:extLst>
              <a:ext uri="{FF2B5EF4-FFF2-40B4-BE49-F238E27FC236}">
                <a16:creationId xmlns:a16="http://schemas.microsoft.com/office/drawing/2014/main" id="{EBAFE679-A6C9-B5C6-1541-2D251ADA51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AB89D7-71C5-3B6A-05F5-74A9BAEBBDF0}"/>
              </a:ext>
            </a:extLst>
          </p:cNvPr>
          <p:cNvSpPr>
            <a:spLocks noGrp="1"/>
          </p:cNvSpPr>
          <p:nvPr>
            <p:ph type="sldNum" sz="quarter" idx="12"/>
          </p:nvPr>
        </p:nvSpPr>
        <p:spPr/>
        <p:txBody>
          <a:bodyPr/>
          <a:lstStyle/>
          <a:p>
            <a:fld id="{6CC2E120-88CB-4223-BF42-F8F7A034DB50}" type="slidenum">
              <a:rPr lang="en-US" smtClean="0"/>
              <a:t>‹#›</a:t>
            </a:fld>
            <a:endParaRPr lang="en-US"/>
          </a:p>
        </p:txBody>
      </p:sp>
    </p:spTree>
    <p:extLst>
      <p:ext uri="{BB962C8B-B14F-4D97-AF65-F5344CB8AC3E}">
        <p14:creationId xmlns:p14="http://schemas.microsoft.com/office/powerpoint/2010/main" val="25026191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CC736-90F3-DB5F-EC8B-4C23291B7D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1B6368-624E-871D-638E-DD2D82A3BA0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C528415-4584-0B18-C159-0B34506E0E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50E51D-2F66-DE89-DFFD-7CEF04517A5F}"/>
              </a:ext>
            </a:extLst>
          </p:cNvPr>
          <p:cNvSpPr>
            <a:spLocks noGrp="1"/>
          </p:cNvSpPr>
          <p:nvPr>
            <p:ph type="dt" sz="half" idx="10"/>
          </p:nvPr>
        </p:nvSpPr>
        <p:spPr/>
        <p:txBody>
          <a:bodyPr/>
          <a:lstStyle/>
          <a:p>
            <a:fld id="{C882E6FB-EB88-4936-BED9-9E37159958CA}" type="datetimeFigureOut">
              <a:rPr lang="en-US" smtClean="0"/>
              <a:t>3/9/2026</a:t>
            </a:fld>
            <a:endParaRPr lang="en-US"/>
          </a:p>
        </p:txBody>
      </p:sp>
      <p:sp>
        <p:nvSpPr>
          <p:cNvPr id="6" name="Footer Placeholder 5">
            <a:extLst>
              <a:ext uri="{FF2B5EF4-FFF2-40B4-BE49-F238E27FC236}">
                <a16:creationId xmlns:a16="http://schemas.microsoft.com/office/drawing/2014/main" id="{8F5FFAEC-88FB-C4F0-9BFC-FF1FC03ACF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ABF403-1D0D-D98E-8E03-FE4F6DC6B350}"/>
              </a:ext>
            </a:extLst>
          </p:cNvPr>
          <p:cNvSpPr>
            <a:spLocks noGrp="1"/>
          </p:cNvSpPr>
          <p:nvPr>
            <p:ph type="sldNum" sz="quarter" idx="12"/>
          </p:nvPr>
        </p:nvSpPr>
        <p:spPr/>
        <p:txBody>
          <a:bodyPr/>
          <a:lstStyle/>
          <a:p>
            <a:fld id="{6CC2E120-88CB-4223-BF42-F8F7A034DB50}" type="slidenum">
              <a:rPr lang="en-US" smtClean="0"/>
              <a:t>‹#›</a:t>
            </a:fld>
            <a:endParaRPr lang="en-US"/>
          </a:p>
        </p:txBody>
      </p:sp>
    </p:spTree>
    <p:extLst>
      <p:ext uri="{BB962C8B-B14F-4D97-AF65-F5344CB8AC3E}">
        <p14:creationId xmlns:p14="http://schemas.microsoft.com/office/powerpoint/2010/main" val="2310478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9CB30-9EEF-7FCA-7B49-DE5CD89E611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C2510AE-BDF7-87AC-C09A-0375833E4B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E3310B-0F94-CACC-4D8A-BDFA20E70E3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4ECA202-DF19-D1CC-704F-64CED4428C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C81B4A-6383-D29E-8931-005F93BFCCA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604B78D-5348-2371-A40E-5852C7FE3CBC}"/>
              </a:ext>
            </a:extLst>
          </p:cNvPr>
          <p:cNvSpPr>
            <a:spLocks noGrp="1"/>
          </p:cNvSpPr>
          <p:nvPr>
            <p:ph type="dt" sz="half" idx="10"/>
          </p:nvPr>
        </p:nvSpPr>
        <p:spPr/>
        <p:txBody>
          <a:bodyPr/>
          <a:lstStyle/>
          <a:p>
            <a:fld id="{C882E6FB-EB88-4936-BED9-9E37159958CA}" type="datetimeFigureOut">
              <a:rPr lang="en-US" smtClean="0"/>
              <a:t>3/9/2026</a:t>
            </a:fld>
            <a:endParaRPr lang="en-US"/>
          </a:p>
        </p:txBody>
      </p:sp>
      <p:sp>
        <p:nvSpPr>
          <p:cNvPr id="8" name="Footer Placeholder 7">
            <a:extLst>
              <a:ext uri="{FF2B5EF4-FFF2-40B4-BE49-F238E27FC236}">
                <a16:creationId xmlns:a16="http://schemas.microsoft.com/office/drawing/2014/main" id="{AF8BE782-9A3E-7779-A928-C43CAC46133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A983A46-D6E9-D070-A41B-C9D0223DFF44}"/>
              </a:ext>
            </a:extLst>
          </p:cNvPr>
          <p:cNvSpPr>
            <a:spLocks noGrp="1"/>
          </p:cNvSpPr>
          <p:nvPr>
            <p:ph type="sldNum" sz="quarter" idx="12"/>
          </p:nvPr>
        </p:nvSpPr>
        <p:spPr/>
        <p:txBody>
          <a:bodyPr/>
          <a:lstStyle/>
          <a:p>
            <a:fld id="{6CC2E120-88CB-4223-BF42-F8F7A034DB50}" type="slidenum">
              <a:rPr lang="en-US" smtClean="0"/>
              <a:t>‹#›</a:t>
            </a:fld>
            <a:endParaRPr lang="en-US"/>
          </a:p>
        </p:txBody>
      </p:sp>
    </p:spTree>
    <p:extLst>
      <p:ext uri="{BB962C8B-B14F-4D97-AF65-F5344CB8AC3E}">
        <p14:creationId xmlns:p14="http://schemas.microsoft.com/office/powerpoint/2010/main" val="31401297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CA4EC-BC3D-3C09-87CC-67C40B633C8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600D994-0F15-453D-F08D-B9A526710CB8}"/>
              </a:ext>
            </a:extLst>
          </p:cNvPr>
          <p:cNvSpPr>
            <a:spLocks noGrp="1"/>
          </p:cNvSpPr>
          <p:nvPr>
            <p:ph type="dt" sz="half" idx="10"/>
          </p:nvPr>
        </p:nvSpPr>
        <p:spPr/>
        <p:txBody>
          <a:bodyPr/>
          <a:lstStyle/>
          <a:p>
            <a:fld id="{C882E6FB-EB88-4936-BED9-9E37159958CA}" type="datetimeFigureOut">
              <a:rPr lang="en-US" smtClean="0"/>
              <a:t>3/9/2026</a:t>
            </a:fld>
            <a:endParaRPr lang="en-US"/>
          </a:p>
        </p:txBody>
      </p:sp>
      <p:sp>
        <p:nvSpPr>
          <p:cNvPr id="4" name="Footer Placeholder 3">
            <a:extLst>
              <a:ext uri="{FF2B5EF4-FFF2-40B4-BE49-F238E27FC236}">
                <a16:creationId xmlns:a16="http://schemas.microsoft.com/office/drawing/2014/main" id="{E8B9F08A-2C86-0993-68A4-8EF4EBE911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F8F8AC-DA26-968C-56F4-4E7116DD0446}"/>
              </a:ext>
            </a:extLst>
          </p:cNvPr>
          <p:cNvSpPr>
            <a:spLocks noGrp="1"/>
          </p:cNvSpPr>
          <p:nvPr>
            <p:ph type="sldNum" sz="quarter" idx="12"/>
          </p:nvPr>
        </p:nvSpPr>
        <p:spPr/>
        <p:txBody>
          <a:bodyPr/>
          <a:lstStyle/>
          <a:p>
            <a:fld id="{6CC2E120-88CB-4223-BF42-F8F7A034DB50}" type="slidenum">
              <a:rPr lang="en-US" smtClean="0"/>
              <a:t>‹#›</a:t>
            </a:fld>
            <a:endParaRPr lang="en-US"/>
          </a:p>
        </p:txBody>
      </p:sp>
    </p:spTree>
    <p:extLst>
      <p:ext uri="{BB962C8B-B14F-4D97-AF65-F5344CB8AC3E}">
        <p14:creationId xmlns:p14="http://schemas.microsoft.com/office/powerpoint/2010/main" val="3066859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E4B2E7-CB50-0648-9D0A-2081C0C911C2}"/>
              </a:ext>
            </a:extLst>
          </p:cNvPr>
          <p:cNvSpPr>
            <a:spLocks noGrp="1"/>
          </p:cNvSpPr>
          <p:nvPr>
            <p:ph type="dt" sz="half" idx="10"/>
          </p:nvPr>
        </p:nvSpPr>
        <p:spPr/>
        <p:txBody>
          <a:bodyPr/>
          <a:lstStyle/>
          <a:p>
            <a:fld id="{C882E6FB-EB88-4936-BED9-9E37159958CA}" type="datetimeFigureOut">
              <a:rPr lang="en-US" smtClean="0"/>
              <a:t>3/9/2026</a:t>
            </a:fld>
            <a:endParaRPr lang="en-US"/>
          </a:p>
        </p:txBody>
      </p:sp>
      <p:sp>
        <p:nvSpPr>
          <p:cNvPr id="3" name="Footer Placeholder 2">
            <a:extLst>
              <a:ext uri="{FF2B5EF4-FFF2-40B4-BE49-F238E27FC236}">
                <a16:creationId xmlns:a16="http://schemas.microsoft.com/office/drawing/2014/main" id="{22448C16-74EF-2D4E-5F87-4B132E532B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59FD834-8BF1-2FC5-A08E-927515F4A26B}"/>
              </a:ext>
            </a:extLst>
          </p:cNvPr>
          <p:cNvSpPr>
            <a:spLocks noGrp="1"/>
          </p:cNvSpPr>
          <p:nvPr>
            <p:ph type="sldNum" sz="quarter" idx="12"/>
          </p:nvPr>
        </p:nvSpPr>
        <p:spPr/>
        <p:txBody>
          <a:bodyPr/>
          <a:lstStyle/>
          <a:p>
            <a:fld id="{6CC2E120-88CB-4223-BF42-F8F7A034DB50}" type="slidenum">
              <a:rPr lang="en-US" smtClean="0"/>
              <a:t>‹#›</a:t>
            </a:fld>
            <a:endParaRPr lang="en-US"/>
          </a:p>
        </p:txBody>
      </p:sp>
    </p:spTree>
    <p:extLst>
      <p:ext uri="{BB962C8B-B14F-4D97-AF65-F5344CB8AC3E}">
        <p14:creationId xmlns:p14="http://schemas.microsoft.com/office/powerpoint/2010/main" val="33950746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43F8B-045F-E347-F726-2A880B0B80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888D435-19E4-13F5-EC37-934F941FBA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FE59386-C957-9B5E-D360-572818B44D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29017E-9DF8-458F-E68F-D169F17321EA}"/>
              </a:ext>
            </a:extLst>
          </p:cNvPr>
          <p:cNvSpPr>
            <a:spLocks noGrp="1"/>
          </p:cNvSpPr>
          <p:nvPr>
            <p:ph type="dt" sz="half" idx="10"/>
          </p:nvPr>
        </p:nvSpPr>
        <p:spPr/>
        <p:txBody>
          <a:bodyPr/>
          <a:lstStyle/>
          <a:p>
            <a:fld id="{C882E6FB-EB88-4936-BED9-9E37159958CA}" type="datetimeFigureOut">
              <a:rPr lang="en-US" smtClean="0"/>
              <a:t>3/9/2026</a:t>
            </a:fld>
            <a:endParaRPr lang="en-US"/>
          </a:p>
        </p:txBody>
      </p:sp>
      <p:sp>
        <p:nvSpPr>
          <p:cNvPr id="6" name="Footer Placeholder 5">
            <a:extLst>
              <a:ext uri="{FF2B5EF4-FFF2-40B4-BE49-F238E27FC236}">
                <a16:creationId xmlns:a16="http://schemas.microsoft.com/office/drawing/2014/main" id="{AF15C721-D489-EAA4-0167-B091ECCB1F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016886-AFFA-EB07-3910-E038620D70D0}"/>
              </a:ext>
            </a:extLst>
          </p:cNvPr>
          <p:cNvSpPr>
            <a:spLocks noGrp="1"/>
          </p:cNvSpPr>
          <p:nvPr>
            <p:ph type="sldNum" sz="quarter" idx="12"/>
          </p:nvPr>
        </p:nvSpPr>
        <p:spPr/>
        <p:txBody>
          <a:bodyPr/>
          <a:lstStyle/>
          <a:p>
            <a:fld id="{6CC2E120-88CB-4223-BF42-F8F7A034DB50}" type="slidenum">
              <a:rPr lang="en-US" smtClean="0"/>
              <a:t>‹#›</a:t>
            </a:fld>
            <a:endParaRPr lang="en-US"/>
          </a:p>
        </p:txBody>
      </p:sp>
    </p:spTree>
    <p:extLst>
      <p:ext uri="{BB962C8B-B14F-4D97-AF65-F5344CB8AC3E}">
        <p14:creationId xmlns:p14="http://schemas.microsoft.com/office/powerpoint/2010/main" val="37897171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79A2C-24F8-48F9-B525-DAF155AC05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FC9493D-C0EB-BF0D-F338-734DE72DF9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E6A4A32-36C1-76C7-311C-3904248CDB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F23CF8-7119-77BB-9160-0BAD616ADAD2}"/>
              </a:ext>
            </a:extLst>
          </p:cNvPr>
          <p:cNvSpPr>
            <a:spLocks noGrp="1"/>
          </p:cNvSpPr>
          <p:nvPr>
            <p:ph type="dt" sz="half" idx="10"/>
          </p:nvPr>
        </p:nvSpPr>
        <p:spPr/>
        <p:txBody>
          <a:bodyPr/>
          <a:lstStyle/>
          <a:p>
            <a:fld id="{C882E6FB-EB88-4936-BED9-9E37159958CA}" type="datetimeFigureOut">
              <a:rPr lang="en-US" smtClean="0"/>
              <a:t>3/9/2026</a:t>
            </a:fld>
            <a:endParaRPr lang="en-US"/>
          </a:p>
        </p:txBody>
      </p:sp>
      <p:sp>
        <p:nvSpPr>
          <p:cNvPr id="6" name="Footer Placeholder 5">
            <a:extLst>
              <a:ext uri="{FF2B5EF4-FFF2-40B4-BE49-F238E27FC236}">
                <a16:creationId xmlns:a16="http://schemas.microsoft.com/office/drawing/2014/main" id="{4EBDA221-A642-58E7-CDBE-E43325D271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7C34FE-57BF-5BE2-D2FA-EA5EC79544E1}"/>
              </a:ext>
            </a:extLst>
          </p:cNvPr>
          <p:cNvSpPr>
            <a:spLocks noGrp="1"/>
          </p:cNvSpPr>
          <p:nvPr>
            <p:ph type="sldNum" sz="quarter" idx="12"/>
          </p:nvPr>
        </p:nvSpPr>
        <p:spPr/>
        <p:txBody>
          <a:bodyPr/>
          <a:lstStyle/>
          <a:p>
            <a:fld id="{6CC2E120-88CB-4223-BF42-F8F7A034DB50}" type="slidenum">
              <a:rPr lang="en-US" smtClean="0"/>
              <a:t>‹#›</a:t>
            </a:fld>
            <a:endParaRPr lang="en-US"/>
          </a:p>
        </p:txBody>
      </p:sp>
    </p:spTree>
    <p:extLst>
      <p:ext uri="{BB962C8B-B14F-4D97-AF65-F5344CB8AC3E}">
        <p14:creationId xmlns:p14="http://schemas.microsoft.com/office/powerpoint/2010/main" val="7682756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BE0CB-E016-3910-C7F5-B579FEC75C9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42E023D-C710-E4AC-6BB2-2FC2CA4DD00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D3C513-E9E1-BAF8-5868-D6EF16ECD0E8}"/>
              </a:ext>
            </a:extLst>
          </p:cNvPr>
          <p:cNvSpPr>
            <a:spLocks noGrp="1"/>
          </p:cNvSpPr>
          <p:nvPr>
            <p:ph type="dt" sz="half" idx="10"/>
          </p:nvPr>
        </p:nvSpPr>
        <p:spPr/>
        <p:txBody>
          <a:bodyPr/>
          <a:lstStyle/>
          <a:p>
            <a:fld id="{C882E6FB-EB88-4936-BED9-9E37159958CA}" type="datetimeFigureOut">
              <a:rPr lang="en-US" smtClean="0"/>
              <a:t>3/9/2026</a:t>
            </a:fld>
            <a:endParaRPr lang="en-US"/>
          </a:p>
        </p:txBody>
      </p:sp>
      <p:sp>
        <p:nvSpPr>
          <p:cNvPr id="5" name="Footer Placeholder 4">
            <a:extLst>
              <a:ext uri="{FF2B5EF4-FFF2-40B4-BE49-F238E27FC236}">
                <a16:creationId xmlns:a16="http://schemas.microsoft.com/office/drawing/2014/main" id="{84E219BF-5F12-F564-11FB-9A97FB13FD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B9047E-3BD4-EFC4-2F6E-6F48B37D4C31}"/>
              </a:ext>
            </a:extLst>
          </p:cNvPr>
          <p:cNvSpPr>
            <a:spLocks noGrp="1"/>
          </p:cNvSpPr>
          <p:nvPr>
            <p:ph type="sldNum" sz="quarter" idx="12"/>
          </p:nvPr>
        </p:nvSpPr>
        <p:spPr/>
        <p:txBody>
          <a:bodyPr/>
          <a:lstStyle/>
          <a:p>
            <a:fld id="{6CC2E120-88CB-4223-BF42-F8F7A034DB50}" type="slidenum">
              <a:rPr lang="en-US" smtClean="0"/>
              <a:t>‹#›</a:t>
            </a:fld>
            <a:endParaRPr lang="en-US"/>
          </a:p>
        </p:txBody>
      </p:sp>
    </p:spTree>
    <p:extLst>
      <p:ext uri="{BB962C8B-B14F-4D97-AF65-F5344CB8AC3E}">
        <p14:creationId xmlns:p14="http://schemas.microsoft.com/office/powerpoint/2010/main" val="543652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38FA0D-69B7-F966-6A29-CF31863FF15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F815B7-5A8F-7145-B4CA-ADDAB33389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83572C-6E34-0721-FF7E-2FDC045F8E2F}"/>
              </a:ext>
            </a:extLst>
          </p:cNvPr>
          <p:cNvSpPr>
            <a:spLocks noGrp="1"/>
          </p:cNvSpPr>
          <p:nvPr>
            <p:ph type="dt" sz="half" idx="10"/>
          </p:nvPr>
        </p:nvSpPr>
        <p:spPr/>
        <p:txBody>
          <a:bodyPr/>
          <a:lstStyle/>
          <a:p>
            <a:fld id="{C882E6FB-EB88-4936-BED9-9E37159958CA}" type="datetimeFigureOut">
              <a:rPr lang="en-US" smtClean="0"/>
              <a:t>3/9/2026</a:t>
            </a:fld>
            <a:endParaRPr lang="en-US"/>
          </a:p>
        </p:txBody>
      </p:sp>
      <p:sp>
        <p:nvSpPr>
          <p:cNvPr id="5" name="Footer Placeholder 4">
            <a:extLst>
              <a:ext uri="{FF2B5EF4-FFF2-40B4-BE49-F238E27FC236}">
                <a16:creationId xmlns:a16="http://schemas.microsoft.com/office/drawing/2014/main" id="{E80F8A8C-3448-5F84-A7B8-1EA2AFA01A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A7BB38-1E1D-AFA8-D257-2601E2869A1D}"/>
              </a:ext>
            </a:extLst>
          </p:cNvPr>
          <p:cNvSpPr>
            <a:spLocks noGrp="1"/>
          </p:cNvSpPr>
          <p:nvPr>
            <p:ph type="sldNum" sz="quarter" idx="12"/>
          </p:nvPr>
        </p:nvSpPr>
        <p:spPr/>
        <p:txBody>
          <a:bodyPr/>
          <a:lstStyle/>
          <a:p>
            <a:fld id="{6CC2E120-88CB-4223-BF42-F8F7A034DB50}" type="slidenum">
              <a:rPr lang="en-US" smtClean="0"/>
              <a:t>‹#›</a:t>
            </a:fld>
            <a:endParaRPr lang="en-US"/>
          </a:p>
        </p:txBody>
      </p:sp>
    </p:spTree>
    <p:extLst>
      <p:ext uri="{BB962C8B-B14F-4D97-AF65-F5344CB8AC3E}">
        <p14:creationId xmlns:p14="http://schemas.microsoft.com/office/powerpoint/2010/main" val="23154337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A0AA142-49C0-51AB-6DF5-C621FF991A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145B685-C305-678D-180D-8AF39B6309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97B0CC-FB2F-DAC7-434D-64801EBEA2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882E6FB-EB88-4936-BED9-9E37159958CA}" type="datetimeFigureOut">
              <a:rPr lang="en-US" smtClean="0"/>
              <a:t>3/9/2026</a:t>
            </a:fld>
            <a:endParaRPr lang="en-US"/>
          </a:p>
        </p:txBody>
      </p:sp>
      <p:sp>
        <p:nvSpPr>
          <p:cNvPr id="5" name="Footer Placeholder 4">
            <a:extLst>
              <a:ext uri="{FF2B5EF4-FFF2-40B4-BE49-F238E27FC236}">
                <a16:creationId xmlns:a16="http://schemas.microsoft.com/office/drawing/2014/main" id="{9D153671-B9D0-2705-7DF0-2AEAC97D7E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311CFBF-6ABD-EF23-87F9-97A42F4527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CC2E120-88CB-4223-BF42-F8F7A034DB50}" type="slidenum">
              <a:rPr lang="en-US" smtClean="0"/>
              <a:t>‹#›</a:t>
            </a:fld>
            <a:endParaRPr lang="en-US"/>
          </a:p>
        </p:txBody>
      </p:sp>
    </p:spTree>
    <p:extLst>
      <p:ext uri="{BB962C8B-B14F-4D97-AF65-F5344CB8AC3E}">
        <p14:creationId xmlns:p14="http://schemas.microsoft.com/office/powerpoint/2010/main" val="4502086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hyperlink" Target="https://jjdeuce06.github.io/VulcanActivityTracker/"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ight Triangle 20">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1F449D-2BD2-97B5-DCE5-EA7AA820BE81}"/>
              </a:ext>
            </a:extLst>
          </p:cNvPr>
          <p:cNvSpPr>
            <a:spLocks noGrp="1"/>
          </p:cNvSpPr>
          <p:nvPr>
            <p:ph type="ctrTitle"/>
          </p:nvPr>
        </p:nvSpPr>
        <p:spPr>
          <a:xfrm>
            <a:off x="1285241" y="1008993"/>
            <a:ext cx="9231410" cy="3542045"/>
          </a:xfrm>
        </p:spPr>
        <p:txBody>
          <a:bodyPr anchor="b">
            <a:normAutofit/>
          </a:bodyPr>
          <a:lstStyle/>
          <a:p>
            <a:pPr algn="l"/>
            <a:r>
              <a:rPr lang="en-US" sz="11500" dirty="0"/>
              <a:t>Vulcan Activity Tracker</a:t>
            </a:r>
          </a:p>
        </p:txBody>
      </p:sp>
      <p:sp>
        <p:nvSpPr>
          <p:cNvPr id="3" name="Subtitle 2">
            <a:extLst>
              <a:ext uri="{FF2B5EF4-FFF2-40B4-BE49-F238E27FC236}">
                <a16:creationId xmlns:a16="http://schemas.microsoft.com/office/drawing/2014/main" id="{BFFB11B0-F653-A213-DE0D-88B0308AFCD4}"/>
              </a:ext>
            </a:extLst>
          </p:cNvPr>
          <p:cNvSpPr>
            <a:spLocks noGrp="1"/>
          </p:cNvSpPr>
          <p:nvPr>
            <p:ph type="subTitle" idx="1"/>
          </p:nvPr>
        </p:nvSpPr>
        <p:spPr>
          <a:xfrm>
            <a:off x="1285241" y="4582814"/>
            <a:ext cx="7132335" cy="1312657"/>
          </a:xfrm>
        </p:spPr>
        <p:txBody>
          <a:bodyPr anchor="t">
            <a:normAutofit/>
          </a:bodyPr>
          <a:lstStyle/>
          <a:p>
            <a:pPr algn="l"/>
            <a:r>
              <a:rPr lang="en-US" sz="2200"/>
              <a:t>CMSC-4920-Senior Project 2</a:t>
            </a:r>
          </a:p>
          <a:p>
            <a:pPr algn="l"/>
            <a:r>
              <a:rPr lang="en-US" sz="2200"/>
              <a:t>Group2</a:t>
            </a:r>
          </a:p>
          <a:p>
            <a:pPr algn="l"/>
            <a:r>
              <a:rPr lang="en-US" sz="2200"/>
              <a:t>Team: Margo Bonal, John Gerega, Luke Ruffing</a:t>
            </a:r>
          </a:p>
        </p:txBody>
      </p:sp>
    </p:spTree>
    <p:extLst>
      <p:ext uri="{BB962C8B-B14F-4D97-AF65-F5344CB8AC3E}">
        <p14:creationId xmlns:p14="http://schemas.microsoft.com/office/powerpoint/2010/main" val="15621949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C7E0A2C-7C0A-4AAC-B3B0-6C12B2EBAE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51871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1"/>
            <a:ext cx="10999072" cy="539995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D47601-A3D5-5EAD-C1BB-4EBE55051F15}"/>
              </a:ext>
            </a:extLst>
          </p:cNvPr>
          <p:cNvSpPr>
            <a:spLocks noGrp="1"/>
          </p:cNvSpPr>
          <p:nvPr>
            <p:ph type="title"/>
          </p:nvPr>
        </p:nvSpPr>
        <p:spPr>
          <a:xfrm>
            <a:off x="1524000" y="1248587"/>
            <a:ext cx="9144000" cy="1006341"/>
          </a:xfrm>
        </p:spPr>
        <p:txBody>
          <a:bodyPr vert="horz" lIns="91440" tIns="45720" rIns="91440" bIns="45720" rtlCol="0" anchor="b">
            <a:normAutofit/>
          </a:bodyPr>
          <a:lstStyle/>
          <a:p>
            <a:pPr algn="ctr"/>
            <a:r>
              <a:rPr lang="en-US" sz="6400" kern="1200">
                <a:solidFill>
                  <a:schemeClr val="tx1"/>
                </a:solidFill>
                <a:latin typeface="+mj-lt"/>
                <a:ea typeface="+mj-ea"/>
                <a:cs typeface="+mj-cs"/>
              </a:rPr>
              <a:t>Project Description</a:t>
            </a:r>
          </a:p>
        </p:txBody>
      </p:sp>
      <p:sp>
        <p:nvSpPr>
          <p:cNvPr id="3" name="Text Placeholder 2">
            <a:extLst>
              <a:ext uri="{FF2B5EF4-FFF2-40B4-BE49-F238E27FC236}">
                <a16:creationId xmlns:a16="http://schemas.microsoft.com/office/drawing/2014/main" id="{3AD821AA-AA04-E3EB-5027-44FA0EFD591D}"/>
              </a:ext>
            </a:extLst>
          </p:cNvPr>
          <p:cNvSpPr>
            <a:spLocks noGrp="1"/>
          </p:cNvSpPr>
          <p:nvPr>
            <p:ph type="body" idx="1"/>
          </p:nvPr>
        </p:nvSpPr>
        <p:spPr>
          <a:xfrm>
            <a:off x="1524000" y="2610007"/>
            <a:ext cx="9144000" cy="3129096"/>
          </a:xfrm>
        </p:spPr>
        <p:txBody>
          <a:bodyPr vert="horz" lIns="91440" tIns="45720" rIns="91440" bIns="45720" rtlCol="0">
            <a:normAutofit/>
          </a:bodyPr>
          <a:lstStyle/>
          <a:p>
            <a:pPr>
              <a:lnSpc>
                <a:spcPct val="150000"/>
              </a:lnSpc>
            </a:pPr>
            <a:r>
              <a:rPr lang="en-US" dirty="0"/>
              <a:t>	</a:t>
            </a:r>
            <a:r>
              <a:rPr lang="en-US" dirty="0">
                <a:solidFill>
                  <a:schemeClr val="tx1"/>
                </a:solidFill>
              </a:rPr>
              <a:t>The Vulcan Activity Tracker is an athletic app that allows for the tracking of all campus athletics activities. </a:t>
            </a:r>
          </a:p>
          <a:p>
            <a:pPr>
              <a:lnSpc>
                <a:spcPct val="150000"/>
              </a:lnSpc>
            </a:pPr>
            <a:r>
              <a:rPr lang="en-US" dirty="0">
                <a:solidFill>
                  <a:schemeClr val="tx1"/>
                </a:solidFill>
              </a:rPr>
              <a:t>	In one combined platform, the Vulcan Activity Tracker aspires to meet student organization needs, social interaction, and exercise goal planning in a free accessible way!</a:t>
            </a:r>
          </a:p>
          <a:p>
            <a:pPr>
              <a:lnSpc>
                <a:spcPct val="150000"/>
              </a:lnSpc>
            </a:pPr>
            <a:endParaRPr lang="en-US" sz="2400" kern="1200" dirty="0">
              <a:solidFill>
                <a:schemeClr val="tx1"/>
              </a:solidFill>
              <a:latin typeface="+mn-lt"/>
              <a:ea typeface="+mn-ea"/>
              <a:cs typeface="+mn-cs"/>
            </a:endParaRPr>
          </a:p>
        </p:txBody>
      </p:sp>
      <p:cxnSp>
        <p:nvCxnSpPr>
          <p:cNvPr id="25" name="Straight Connector 24">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29769"/>
            <a:ext cx="11000232"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06306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10320D0-A8AF-3C53-8814-C1BE5066934C}"/>
            </a:ext>
          </a:extLst>
        </p:cNvPr>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0A4A1602-F941-BBF5-B16B-F4B5C1B177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 name="Rectangle 29">
            <a:extLst>
              <a:ext uri="{FF2B5EF4-FFF2-40B4-BE49-F238E27FC236}">
                <a16:creationId xmlns:a16="http://schemas.microsoft.com/office/drawing/2014/main" id="{EAEFD691-5682-F499-25A1-FF7E5E9066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rgbClr val="E1E1E1"/>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Rectangle: Rounded Corners 31">
            <a:extLst>
              <a:ext uri="{FF2B5EF4-FFF2-40B4-BE49-F238E27FC236}">
                <a16:creationId xmlns:a16="http://schemas.microsoft.com/office/drawing/2014/main" id="{E2D2F83C-6172-28F7-72EE-B7834DE6D2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Text Placeholder 2">
            <a:extLst>
              <a:ext uri="{FF2B5EF4-FFF2-40B4-BE49-F238E27FC236}">
                <a16:creationId xmlns:a16="http://schemas.microsoft.com/office/drawing/2014/main" id="{73DA28DD-1D93-45FF-9FF1-D9C602F501F5}"/>
              </a:ext>
            </a:extLst>
          </p:cNvPr>
          <p:cNvSpPr>
            <a:spLocks noGrp="1"/>
          </p:cNvSpPr>
          <p:nvPr>
            <p:ph type="body" idx="1"/>
          </p:nvPr>
        </p:nvSpPr>
        <p:spPr>
          <a:xfrm>
            <a:off x="2615738" y="1263807"/>
            <a:ext cx="6960524" cy="598516"/>
          </a:xfrm>
        </p:spPr>
        <p:txBody>
          <a:bodyPr vert="horz" lIns="91440" tIns="45720" rIns="91440" bIns="45720" rtlCol="0" anchor="ctr">
            <a:normAutofit/>
          </a:bodyPr>
          <a:lstStyle/>
          <a:p>
            <a:pPr algn="ctr"/>
            <a:r>
              <a:rPr lang="en-US" sz="2000" kern="1200" dirty="0">
                <a:solidFill>
                  <a:schemeClr val="bg1"/>
                </a:solidFill>
                <a:latin typeface="+mn-lt"/>
                <a:ea typeface="+mn-ea"/>
                <a:cs typeface="+mn-cs"/>
              </a:rPr>
              <a:t>GOALS</a:t>
            </a:r>
          </a:p>
        </p:txBody>
      </p:sp>
      <p:sp>
        <p:nvSpPr>
          <p:cNvPr id="4" name="Title 1">
            <a:extLst>
              <a:ext uri="{FF2B5EF4-FFF2-40B4-BE49-F238E27FC236}">
                <a16:creationId xmlns:a16="http://schemas.microsoft.com/office/drawing/2014/main" id="{A5AF426B-43FF-4BB7-086D-F7F73A587A96}"/>
              </a:ext>
            </a:extLst>
          </p:cNvPr>
          <p:cNvSpPr txBox="1">
            <a:spLocks/>
          </p:cNvSpPr>
          <p:nvPr/>
        </p:nvSpPr>
        <p:spPr>
          <a:xfrm>
            <a:off x="3698387" y="405006"/>
            <a:ext cx="4795226" cy="806401"/>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Weekly Progress</a:t>
            </a:r>
          </a:p>
        </p:txBody>
      </p:sp>
      <p:sp>
        <p:nvSpPr>
          <p:cNvPr id="8" name="Text Placeholder 2">
            <a:extLst>
              <a:ext uri="{FF2B5EF4-FFF2-40B4-BE49-F238E27FC236}">
                <a16:creationId xmlns:a16="http://schemas.microsoft.com/office/drawing/2014/main" id="{7A067979-B2B3-BD33-28AB-42AF2BBE1977}"/>
              </a:ext>
            </a:extLst>
          </p:cNvPr>
          <p:cNvSpPr txBox="1">
            <a:spLocks/>
          </p:cNvSpPr>
          <p:nvPr/>
        </p:nvSpPr>
        <p:spPr>
          <a:xfrm>
            <a:off x="2045432" y="2666571"/>
            <a:ext cx="8101135" cy="3422064"/>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endParaRPr lang="en-US" dirty="0">
              <a:solidFill>
                <a:schemeClr val="tx1"/>
              </a:solidFill>
            </a:endParaRPr>
          </a:p>
          <a:p>
            <a:endParaRPr lang="en-US" dirty="0"/>
          </a:p>
        </p:txBody>
      </p:sp>
      <p:sp>
        <p:nvSpPr>
          <p:cNvPr id="2" name="TextBox 1">
            <a:extLst>
              <a:ext uri="{FF2B5EF4-FFF2-40B4-BE49-F238E27FC236}">
                <a16:creationId xmlns:a16="http://schemas.microsoft.com/office/drawing/2014/main" id="{726ED135-95C1-5462-0C4A-3CB641B9D068}"/>
              </a:ext>
            </a:extLst>
          </p:cNvPr>
          <p:cNvSpPr txBox="1"/>
          <p:nvPr/>
        </p:nvSpPr>
        <p:spPr>
          <a:xfrm>
            <a:off x="2240583" y="2737144"/>
            <a:ext cx="7006363" cy="1938992"/>
          </a:xfrm>
          <a:prstGeom prst="rect">
            <a:avLst/>
          </a:prstGeom>
          <a:noFill/>
        </p:spPr>
        <p:txBody>
          <a:bodyPr wrap="square" rtlCol="0">
            <a:spAutoFit/>
          </a:bodyPr>
          <a:lstStyle/>
          <a:p>
            <a:pPr marL="342900" indent="-342900">
              <a:buFont typeface="+mj-lt"/>
              <a:buAutoNum type="arabicPeriod"/>
            </a:pPr>
            <a:r>
              <a:rPr lang="en-US" sz="2400" dirty="0"/>
              <a:t>Recovery email progress – </a:t>
            </a:r>
            <a:r>
              <a:rPr lang="en-US" sz="2400" i="1" dirty="0"/>
              <a:t>Dashboard application</a:t>
            </a:r>
          </a:p>
          <a:p>
            <a:pPr marL="342900" indent="-342900">
              <a:buFont typeface="+mj-lt"/>
              <a:buAutoNum type="arabicPeriod"/>
            </a:pPr>
            <a:r>
              <a:rPr lang="en-US" sz="2400" dirty="0"/>
              <a:t>Addition of a User Profile Page</a:t>
            </a:r>
          </a:p>
          <a:p>
            <a:pPr marL="342900" indent="-342900">
              <a:buFont typeface="+mj-lt"/>
              <a:buAutoNum type="arabicPeriod"/>
            </a:pPr>
            <a:r>
              <a:rPr lang="en-US" sz="2400" dirty="0"/>
              <a:t>Further challenges page development</a:t>
            </a:r>
          </a:p>
          <a:p>
            <a:pPr marL="342900" indent="-342900">
              <a:buFont typeface="+mj-lt"/>
              <a:buAutoNum type="arabicPeriod"/>
            </a:pPr>
            <a:r>
              <a:rPr lang="en-US" sz="2400" dirty="0"/>
              <a:t>Further Maps page development</a:t>
            </a:r>
          </a:p>
          <a:p>
            <a:pPr marL="342900" indent="-342900">
              <a:buFont typeface="+mj-lt"/>
              <a:buAutoNum type="arabicPeriod"/>
            </a:pPr>
            <a:r>
              <a:rPr lang="en-US" sz="2400" dirty="0"/>
              <a:t>Addition of interactive forecast </a:t>
            </a:r>
          </a:p>
        </p:txBody>
      </p:sp>
    </p:spTree>
    <p:extLst>
      <p:ext uri="{BB962C8B-B14F-4D97-AF65-F5344CB8AC3E}">
        <p14:creationId xmlns:p14="http://schemas.microsoft.com/office/powerpoint/2010/main" val="24287411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A7895A40-19A4-42D6-9D30-DBC1E8002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02F429C4-ABC9-46FC-818A-B5429CDE4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270325" y="3369273"/>
            <a:ext cx="32004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2CEF98E4-3709-4952-8F42-2305CCE34F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374475" y="1040470"/>
            <a:ext cx="6858003" cy="477704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F10BCCF5-D685-47FF-B675-647EAEB72C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7914" y="857786"/>
            <a:ext cx="11067024" cy="520893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0EE8A42-107A-4D4C-8D56-BBAE95C7FC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524009" y="3366125"/>
            <a:ext cx="32004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9DA9A664-A267-EB97-868E-C19A10CD5877}"/>
              </a:ext>
            </a:extLst>
          </p:cNvPr>
          <p:cNvSpPr>
            <a:spLocks noGrp="1"/>
          </p:cNvSpPr>
          <p:nvPr>
            <p:ph type="title"/>
          </p:nvPr>
        </p:nvSpPr>
        <p:spPr>
          <a:xfrm>
            <a:off x="3124902" y="151945"/>
            <a:ext cx="5593048" cy="945888"/>
          </a:xfrm>
          <a:prstGeom prst="roundRect">
            <a:avLst/>
          </a:prstGeom>
          <a:ln w="38100"/>
          <a:effectLst>
            <a:outerShdw blurRad="50800" dist="38100" dir="18900000" algn="b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a:normAutofit fontScale="90000"/>
          </a:bodyPr>
          <a:lstStyle/>
          <a:p>
            <a:r>
              <a:rPr lang="en-US" dirty="0"/>
              <a:t>Email Research</a:t>
            </a:r>
          </a:p>
        </p:txBody>
      </p:sp>
      <p:sp>
        <p:nvSpPr>
          <p:cNvPr id="16" name="Rectangle 2">
            <a:extLst>
              <a:ext uri="{FF2B5EF4-FFF2-40B4-BE49-F238E27FC236}">
                <a16:creationId xmlns:a16="http://schemas.microsoft.com/office/drawing/2014/main" id="{93A8E2B9-D4F6-3791-1230-411E65957120}"/>
              </a:ext>
            </a:extLst>
          </p:cNvPr>
          <p:cNvSpPr>
            <a:spLocks noGrp="1" noChangeArrowheads="1"/>
          </p:cNvSpPr>
          <p:nvPr>
            <p:ph type="body" idx="1"/>
          </p:nvPr>
        </p:nvSpPr>
        <p:spPr bwMode="auto">
          <a:xfrm>
            <a:off x="540296" y="3019913"/>
            <a:ext cx="4206434"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rPr>
              <a:t>Issue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800" dirty="0">
                <a:solidFill>
                  <a:schemeClr val="tx1"/>
                </a:solidFill>
              </a:rPr>
              <a:t>Would not let us send to the “@pennwest.edu” domain without first verifying that domain with DNS records which we do not have access to</a:t>
            </a:r>
            <a:endParaRPr kumimoji="0" lang="en-US" altLang="en-US" sz="1800" b="0" i="0" u="none" strike="noStrike" cap="none" normalizeH="0" baseline="0" dirty="0">
              <a:ln>
                <a:noFill/>
              </a:ln>
              <a:solidFill>
                <a:schemeClr val="tx1"/>
              </a:solidFill>
              <a:effectLst/>
            </a:endParaRPr>
          </a:p>
        </p:txBody>
      </p:sp>
      <p:sp>
        <p:nvSpPr>
          <p:cNvPr id="17" name="TextBox 16">
            <a:extLst>
              <a:ext uri="{FF2B5EF4-FFF2-40B4-BE49-F238E27FC236}">
                <a16:creationId xmlns:a16="http://schemas.microsoft.com/office/drawing/2014/main" id="{608D539C-0FAA-4AF0-8032-7488D9480E72}"/>
              </a:ext>
            </a:extLst>
          </p:cNvPr>
          <p:cNvSpPr txBox="1"/>
          <p:nvPr/>
        </p:nvSpPr>
        <p:spPr>
          <a:xfrm>
            <a:off x="540296" y="1132505"/>
            <a:ext cx="3365585" cy="707886"/>
          </a:xfrm>
          <a:prstGeom prst="rect">
            <a:avLst/>
          </a:prstGeom>
          <a:noFill/>
        </p:spPr>
        <p:txBody>
          <a:bodyPr wrap="square" rtlCol="0">
            <a:spAutoFit/>
          </a:bodyPr>
          <a:lstStyle/>
          <a:p>
            <a:r>
              <a:rPr lang="en-US" sz="4000" dirty="0"/>
              <a:t>Resend</a:t>
            </a:r>
          </a:p>
        </p:txBody>
      </p:sp>
      <p:sp>
        <p:nvSpPr>
          <p:cNvPr id="18" name="TextBox 17">
            <a:extLst>
              <a:ext uri="{FF2B5EF4-FFF2-40B4-BE49-F238E27FC236}">
                <a16:creationId xmlns:a16="http://schemas.microsoft.com/office/drawing/2014/main" id="{2691CABF-B09E-C0C1-221E-9EFAED73D970}"/>
              </a:ext>
            </a:extLst>
          </p:cNvPr>
          <p:cNvSpPr txBox="1"/>
          <p:nvPr/>
        </p:nvSpPr>
        <p:spPr>
          <a:xfrm>
            <a:off x="7849439" y="1132505"/>
            <a:ext cx="2760169" cy="707886"/>
          </a:xfrm>
          <a:prstGeom prst="rect">
            <a:avLst/>
          </a:prstGeom>
          <a:noFill/>
        </p:spPr>
        <p:txBody>
          <a:bodyPr wrap="square" rtlCol="0">
            <a:spAutoFit/>
          </a:bodyPr>
          <a:lstStyle/>
          <a:p>
            <a:r>
              <a:rPr lang="en-US" sz="4000" dirty="0"/>
              <a:t>Dashboard</a:t>
            </a:r>
            <a:endParaRPr lang="en-US" dirty="0"/>
          </a:p>
        </p:txBody>
      </p:sp>
      <p:sp>
        <p:nvSpPr>
          <p:cNvPr id="20" name="Rectangle 2">
            <a:extLst>
              <a:ext uri="{FF2B5EF4-FFF2-40B4-BE49-F238E27FC236}">
                <a16:creationId xmlns:a16="http://schemas.microsoft.com/office/drawing/2014/main" id="{6368A44F-08DC-BC2B-12BC-BDE3D552E763}"/>
              </a:ext>
            </a:extLst>
          </p:cNvPr>
          <p:cNvSpPr txBox="1">
            <a:spLocks noChangeArrowheads="1"/>
          </p:cNvSpPr>
          <p:nvPr/>
        </p:nvSpPr>
        <p:spPr bwMode="auto">
          <a:xfrm>
            <a:off x="7071394" y="2405206"/>
            <a:ext cx="4206434"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eaLnBrk="0" fontAlgn="base" hangingPunct="0">
              <a:lnSpc>
                <a:spcPct val="100000"/>
              </a:lnSpc>
              <a:spcBef>
                <a:spcPct val="0"/>
              </a:spcBef>
              <a:spcAft>
                <a:spcPct val="0"/>
              </a:spcAft>
            </a:pPr>
            <a:r>
              <a:rPr lang="en-US" altLang="en-US" sz="1800" dirty="0">
                <a:solidFill>
                  <a:schemeClr val="tx1"/>
                </a:solidFill>
              </a:rPr>
              <a:t>Pros</a:t>
            </a:r>
          </a:p>
          <a:p>
            <a:pPr marL="285750" indent="-285750" eaLnBrk="0" fontAlgn="base" hangingPunct="0">
              <a:lnSpc>
                <a:spcPct val="100000"/>
              </a:lnSpc>
              <a:spcBef>
                <a:spcPct val="0"/>
              </a:spcBef>
              <a:spcAft>
                <a:spcPct val="0"/>
              </a:spcAft>
              <a:buFont typeface="Arial" panose="020B0604020202020204" pitchFamily="34" charset="0"/>
              <a:buChar char="•"/>
            </a:pPr>
            <a:r>
              <a:rPr lang="en-US" altLang="en-US" sz="1800" dirty="0">
                <a:solidFill>
                  <a:schemeClr val="tx1"/>
                </a:solidFill>
              </a:rPr>
              <a:t>Should not need DNS credentials</a:t>
            </a:r>
          </a:p>
          <a:p>
            <a:pPr marL="285750" indent="-285750" eaLnBrk="0" fontAlgn="base" hangingPunct="0">
              <a:lnSpc>
                <a:spcPct val="100000"/>
              </a:lnSpc>
              <a:spcBef>
                <a:spcPct val="0"/>
              </a:spcBef>
              <a:spcAft>
                <a:spcPct val="0"/>
              </a:spcAft>
              <a:buFont typeface="Arial" panose="020B0604020202020204" pitchFamily="34" charset="0"/>
              <a:buChar char="•"/>
            </a:pPr>
            <a:r>
              <a:rPr lang="en-US" altLang="en-US" sz="1800" dirty="0">
                <a:solidFill>
                  <a:schemeClr val="tx1"/>
                </a:solidFill>
              </a:rPr>
              <a:t>100 free emails per day with no domain verification in the trial plan</a:t>
            </a:r>
          </a:p>
          <a:p>
            <a:pPr eaLnBrk="0" fontAlgn="base" hangingPunct="0">
              <a:lnSpc>
                <a:spcPct val="100000"/>
              </a:lnSpc>
              <a:spcBef>
                <a:spcPct val="0"/>
              </a:spcBef>
              <a:spcAft>
                <a:spcPct val="0"/>
              </a:spcAft>
            </a:pPr>
            <a:endParaRPr lang="en-US" altLang="en-US" sz="1800" dirty="0">
              <a:solidFill>
                <a:schemeClr val="tx1"/>
              </a:solidFill>
            </a:endParaRPr>
          </a:p>
          <a:p>
            <a:pPr eaLnBrk="0" fontAlgn="base" hangingPunct="0">
              <a:lnSpc>
                <a:spcPct val="100000"/>
              </a:lnSpc>
              <a:spcBef>
                <a:spcPct val="0"/>
              </a:spcBef>
              <a:spcAft>
                <a:spcPct val="0"/>
              </a:spcAft>
            </a:pPr>
            <a:r>
              <a:rPr lang="en-US" altLang="en-US" sz="1800" dirty="0">
                <a:solidFill>
                  <a:schemeClr val="tx1"/>
                </a:solidFill>
              </a:rPr>
              <a:t>Cons</a:t>
            </a:r>
          </a:p>
          <a:p>
            <a:pPr marL="285750" indent="-285750" eaLnBrk="0" fontAlgn="base" hangingPunct="0">
              <a:lnSpc>
                <a:spcPct val="100000"/>
              </a:lnSpc>
              <a:spcBef>
                <a:spcPct val="0"/>
              </a:spcBef>
              <a:spcAft>
                <a:spcPct val="0"/>
              </a:spcAft>
              <a:buFont typeface="Arial" panose="020B0604020202020204" pitchFamily="34" charset="0"/>
              <a:buChar char="•"/>
            </a:pPr>
            <a:r>
              <a:rPr lang="en-US" altLang="en-US" sz="1800" dirty="0">
                <a:solidFill>
                  <a:schemeClr val="tx1"/>
                </a:solidFill>
              </a:rPr>
              <a:t>Would need domain verification for any other plan</a:t>
            </a:r>
          </a:p>
        </p:txBody>
      </p:sp>
      <p:sp>
        <p:nvSpPr>
          <p:cNvPr id="26" name="TextBox 25">
            <a:extLst>
              <a:ext uri="{FF2B5EF4-FFF2-40B4-BE49-F238E27FC236}">
                <a16:creationId xmlns:a16="http://schemas.microsoft.com/office/drawing/2014/main" id="{5F31E57D-05C7-2381-D139-91E75C817E8D}"/>
              </a:ext>
            </a:extLst>
          </p:cNvPr>
          <p:cNvSpPr txBox="1"/>
          <p:nvPr/>
        </p:nvSpPr>
        <p:spPr>
          <a:xfrm>
            <a:off x="737062" y="871100"/>
            <a:ext cx="2457594" cy="369332"/>
          </a:xfrm>
          <a:prstGeom prst="rect">
            <a:avLst/>
          </a:prstGeom>
          <a:noFill/>
        </p:spPr>
        <p:txBody>
          <a:bodyPr wrap="square" rtlCol="0">
            <a:spAutoFit/>
          </a:bodyPr>
          <a:lstStyle/>
          <a:p>
            <a:r>
              <a:rPr lang="en-US" i="1" dirty="0">
                <a:solidFill>
                  <a:schemeClr val="accent1"/>
                </a:solidFill>
              </a:rPr>
              <a:t>**Previous Choice**</a:t>
            </a:r>
          </a:p>
        </p:txBody>
      </p:sp>
    </p:spTree>
    <p:extLst>
      <p:ext uri="{BB962C8B-B14F-4D97-AF65-F5344CB8AC3E}">
        <p14:creationId xmlns:p14="http://schemas.microsoft.com/office/powerpoint/2010/main" val="4219413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026584-AF93-5713-29E6-E38CD729CF19}"/>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C38C1FFB-2F68-F1DE-BE53-6D163C3DB5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96BECB51-FD65-F82B-00AA-12E8DE1F49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51871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37F6D357-569B-76AE-AA15-8449A41E0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1"/>
            <a:ext cx="10999072" cy="539995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4">
            <a:extLst>
              <a:ext uri="{FF2B5EF4-FFF2-40B4-BE49-F238E27FC236}">
                <a16:creationId xmlns:a16="http://schemas.microsoft.com/office/drawing/2014/main" id="{745B4AA4-CE4A-E618-AD73-E165703D24F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29769"/>
            <a:ext cx="11000232"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Text Placeholder 2">
            <a:extLst>
              <a:ext uri="{FF2B5EF4-FFF2-40B4-BE49-F238E27FC236}">
                <a16:creationId xmlns:a16="http://schemas.microsoft.com/office/drawing/2014/main" id="{86ED9EE4-56A8-6AFD-BE9A-A35D2ABC59A0}"/>
              </a:ext>
            </a:extLst>
          </p:cNvPr>
          <p:cNvSpPr>
            <a:spLocks noGrp="1"/>
          </p:cNvSpPr>
          <p:nvPr>
            <p:ph type="body" idx="1"/>
          </p:nvPr>
        </p:nvSpPr>
        <p:spPr>
          <a:xfrm>
            <a:off x="741822" y="2361465"/>
            <a:ext cx="5170705" cy="3377638"/>
          </a:xfrm>
        </p:spPr>
        <p:txBody>
          <a:bodyPr vert="horz" lIns="91440" tIns="45720" rIns="91440" bIns="45720" rtlCol="0">
            <a:normAutofit/>
          </a:bodyPr>
          <a:lstStyle/>
          <a:p>
            <a:pPr marL="342900" indent="-342900">
              <a:buFont typeface="+mj-lt"/>
              <a:buAutoNum type="arabicPeriod"/>
            </a:pPr>
            <a:r>
              <a:rPr lang="en-US" sz="2000" dirty="0">
                <a:solidFill>
                  <a:schemeClr val="tx1"/>
                </a:solidFill>
              </a:rPr>
              <a:t>Resend Application not working</a:t>
            </a:r>
          </a:p>
          <a:p>
            <a:pPr marL="342900" indent="-342900">
              <a:buFont typeface="+mj-lt"/>
              <a:buAutoNum type="arabicPeriod"/>
            </a:pPr>
            <a:r>
              <a:rPr lang="en-US" sz="2000" dirty="0">
                <a:solidFill>
                  <a:schemeClr val="tx1"/>
                </a:solidFill>
              </a:rPr>
              <a:t>User Profile – Deleting/Changing username would not work</a:t>
            </a:r>
          </a:p>
        </p:txBody>
      </p:sp>
      <p:sp>
        <p:nvSpPr>
          <p:cNvPr id="5" name="Text Placeholder 2">
            <a:extLst>
              <a:ext uri="{FF2B5EF4-FFF2-40B4-BE49-F238E27FC236}">
                <a16:creationId xmlns:a16="http://schemas.microsoft.com/office/drawing/2014/main" id="{E40DC201-0466-5D58-2422-48A1842C6A76}"/>
              </a:ext>
            </a:extLst>
          </p:cNvPr>
          <p:cNvSpPr txBox="1">
            <a:spLocks/>
          </p:cNvSpPr>
          <p:nvPr/>
        </p:nvSpPr>
        <p:spPr>
          <a:xfrm>
            <a:off x="6096000" y="2267458"/>
            <a:ext cx="5499536" cy="347164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marL="342900" indent="-342900">
              <a:buFont typeface="+mj-lt"/>
              <a:buAutoNum type="arabicPeriod"/>
            </a:pPr>
            <a:endParaRPr lang="en-US" sz="2000" dirty="0">
              <a:solidFill>
                <a:schemeClr val="tx1"/>
              </a:solidFill>
            </a:endParaRPr>
          </a:p>
        </p:txBody>
      </p:sp>
      <p:sp>
        <p:nvSpPr>
          <p:cNvPr id="8" name="Title 1">
            <a:extLst>
              <a:ext uri="{FF2B5EF4-FFF2-40B4-BE49-F238E27FC236}">
                <a16:creationId xmlns:a16="http://schemas.microsoft.com/office/drawing/2014/main" id="{24AA2B82-D640-63C8-0949-8D61BA43585E}"/>
              </a:ext>
            </a:extLst>
          </p:cNvPr>
          <p:cNvSpPr>
            <a:spLocks noGrp="1"/>
          </p:cNvSpPr>
          <p:nvPr>
            <p:ph type="title"/>
          </p:nvPr>
        </p:nvSpPr>
        <p:spPr>
          <a:xfrm>
            <a:off x="1335273" y="936048"/>
            <a:ext cx="3829235" cy="1067356"/>
          </a:xfrm>
        </p:spPr>
        <p:txBody>
          <a:bodyPr vert="horz" lIns="91440" tIns="45720" rIns="91440" bIns="45720" rtlCol="0" anchor="b">
            <a:normAutofit/>
          </a:bodyPr>
          <a:lstStyle/>
          <a:p>
            <a:pPr algn="ctr"/>
            <a:r>
              <a:rPr lang="en-US" kern="1200" dirty="0">
                <a:solidFill>
                  <a:schemeClr val="tx1"/>
                </a:solidFill>
                <a:latin typeface="+mj-lt"/>
                <a:ea typeface="+mj-ea"/>
                <a:cs typeface="+mj-cs"/>
              </a:rPr>
              <a:t>Challenges </a:t>
            </a:r>
          </a:p>
        </p:txBody>
      </p:sp>
      <p:sp>
        <p:nvSpPr>
          <p:cNvPr id="11" name="Title 1">
            <a:extLst>
              <a:ext uri="{FF2B5EF4-FFF2-40B4-BE49-F238E27FC236}">
                <a16:creationId xmlns:a16="http://schemas.microsoft.com/office/drawing/2014/main" id="{D6DB2568-1D7A-1154-06D4-C4FEF3D291A5}"/>
              </a:ext>
            </a:extLst>
          </p:cNvPr>
          <p:cNvSpPr txBox="1">
            <a:spLocks/>
          </p:cNvSpPr>
          <p:nvPr/>
        </p:nvSpPr>
        <p:spPr>
          <a:xfrm>
            <a:off x="6746378" y="936048"/>
            <a:ext cx="3829235" cy="106735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r>
              <a:rPr lang="en-US" dirty="0"/>
              <a:t>Solutions </a:t>
            </a:r>
          </a:p>
        </p:txBody>
      </p:sp>
      <p:sp>
        <p:nvSpPr>
          <p:cNvPr id="3" name="Text Placeholder 2">
            <a:extLst>
              <a:ext uri="{FF2B5EF4-FFF2-40B4-BE49-F238E27FC236}">
                <a16:creationId xmlns:a16="http://schemas.microsoft.com/office/drawing/2014/main" id="{CCDEAB36-867D-95B6-8834-F42C5B9259D0}"/>
              </a:ext>
            </a:extLst>
          </p:cNvPr>
          <p:cNvSpPr txBox="1">
            <a:spLocks/>
          </p:cNvSpPr>
          <p:nvPr/>
        </p:nvSpPr>
        <p:spPr>
          <a:xfrm>
            <a:off x="5912527" y="2267457"/>
            <a:ext cx="5170705" cy="3377638"/>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marL="342900" indent="-342900">
              <a:buFont typeface="+mj-lt"/>
              <a:buAutoNum type="arabicPeriod"/>
            </a:pPr>
            <a:r>
              <a:rPr lang="en-US" sz="2000" dirty="0">
                <a:solidFill>
                  <a:schemeClr val="tx1"/>
                </a:solidFill>
              </a:rPr>
              <a:t>Found a new platform in Dashboard, reworking to adjust code to allow that email to send out</a:t>
            </a:r>
            <a:endParaRPr lang="en-US" sz="1600" dirty="0">
              <a:solidFill>
                <a:schemeClr val="tx1"/>
              </a:solidFill>
            </a:endParaRPr>
          </a:p>
          <a:p>
            <a:pPr marL="342900" indent="-342900">
              <a:buFont typeface="+mj-lt"/>
              <a:buAutoNum type="arabicPeriod"/>
            </a:pPr>
            <a:r>
              <a:rPr lang="en-US" sz="2000" dirty="0">
                <a:solidFill>
                  <a:schemeClr val="tx1"/>
                </a:solidFill>
              </a:rPr>
              <a:t>Multiple foreign key errors had to be addressed to successfully delete the user. With the renaming username, if we did not update the current user logged in to be the new username their data would be lost</a:t>
            </a:r>
          </a:p>
        </p:txBody>
      </p:sp>
    </p:spTree>
    <p:extLst>
      <p:ext uri="{BB962C8B-B14F-4D97-AF65-F5344CB8AC3E}">
        <p14:creationId xmlns:p14="http://schemas.microsoft.com/office/powerpoint/2010/main" val="35263359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D5B339F4-93B9-4E04-9721-143AD6782E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8734DDD3-F723-4DD3-8ABE-EC0B2AC87D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22324" y="0"/>
            <a:ext cx="7147352" cy="5777808"/>
            <a:chOff x="329184" y="1"/>
            <a:chExt cx="524256" cy="5777808"/>
          </a:xfrm>
        </p:grpSpPr>
        <p:cxnSp>
          <p:nvCxnSpPr>
            <p:cNvPr id="11" name="Straight Connector 10">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4" name="Rectangle 13">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1"/>
            <a:ext cx="10999072" cy="532513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5" name="Content Placeholder 3">
            <a:extLst>
              <a:ext uri="{FF2B5EF4-FFF2-40B4-BE49-F238E27FC236}">
                <a16:creationId xmlns:a16="http://schemas.microsoft.com/office/drawing/2014/main" id="{FC544CC5-203D-7012-0096-763F5234B0F3}"/>
              </a:ext>
            </a:extLst>
          </p:cNvPr>
          <p:cNvGraphicFramePr>
            <a:graphicFrameLocks/>
          </p:cNvGraphicFramePr>
          <p:nvPr>
            <p:extLst>
              <p:ext uri="{D42A27DB-BD31-4B8C-83A1-F6EECF244321}">
                <p14:modId xmlns:p14="http://schemas.microsoft.com/office/powerpoint/2010/main" val="965910394"/>
              </p:ext>
            </p:extLst>
          </p:nvPr>
        </p:nvGraphicFramePr>
        <p:xfrm>
          <a:off x="514580" y="2109962"/>
          <a:ext cx="11156950" cy="37671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6" name="Title 1">
            <a:extLst>
              <a:ext uri="{FF2B5EF4-FFF2-40B4-BE49-F238E27FC236}">
                <a16:creationId xmlns:a16="http://schemas.microsoft.com/office/drawing/2014/main" id="{1BFE9597-EE45-D183-9C43-FB508195BFBC}"/>
              </a:ext>
            </a:extLst>
          </p:cNvPr>
          <p:cNvSpPr>
            <a:spLocks noGrp="1"/>
          </p:cNvSpPr>
          <p:nvPr>
            <p:ph type="title"/>
          </p:nvPr>
        </p:nvSpPr>
        <p:spPr>
          <a:xfrm>
            <a:off x="4591536" y="777555"/>
            <a:ext cx="3183892" cy="987426"/>
          </a:xfrm>
          <a:noFill/>
        </p:spPr>
        <p:txBody>
          <a:bodyPr vert="horz" lIns="91440" tIns="45720" rIns="91440" bIns="45720" rtlCol="0" anchor="t">
            <a:normAutofit/>
          </a:bodyPr>
          <a:lstStyle/>
          <a:p>
            <a:r>
              <a:rPr lang="en-US" b="1" u="sng" kern="1200" dirty="0">
                <a:solidFill>
                  <a:schemeClr val="tx1"/>
                </a:solidFill>
                <a:latin typeface="+mj-lt"/>
                <a:ea typeface="+mj-ea"/>
                <a:cs typeface="+mj-cs"/>
              </a:rPr>
              <a:t> Progress </a:t>
            </a:r>
          </a:p>
        </p:txBody>
      </p:sp>
    </p:spTree>
    <p:extLst>
      <p:ext uri="{BB962C8B-B14F-4D97-AF65-F5344CB8AC3E}">
        <p14:creationId xmlns:p14="http://schemas.microsoft.com/office/powerpoint/2010/main" val="20659922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FB74BC-04FE-EAE7-F04E-17679AD5F2C9}"/>
              </a:ext>
            </a:extLst>
          </p:cNvPr>
          <p:cNvSpPr>
            <a:spLocks noGrp="1"/>
          </p:cNvSpPr>
          <p:nvPr>
            <p:ph type="title"/>
          </p:nvPr>
        </p:nvSpPr>
        <p:spPr>
          <a:xfrm>
            <a:off x="645064" y="525982"/>
            <a:ext cx="4282983" cy="1200361"/>
          </a:xfrm>
        </p:spPr>
        <p:txBody>
          <a:bodyPr anchor="b">
            <a:normAutofit/>
          </a:bodyPr>
          <a:lstStyle/>
          <a:p>
            <a:r>
              <a:rPr lang="en-US" sz="3600" dirty="0"/>
              <a:t>Maps Page</a:t>
            </a:r>
          </a:p>
        </p:txBody>
      </p:sp>
      <p:sp>
        <p:nvSpPr>
          <p:cNvPr id="41" name="Rectangle 40">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29AA9117-0FCC-E73A-5236-EE17B81AEBF6}"/>
              </a:ext>
            </a:extLst>
          </p:cNvPr>
          <p:cNvSpPr>
            <a:spLocks noGrp="1"/>
          </p:cNvSpPr>
          <p:nvPr>
            <p:ph idx="1"/>
          </p:nvPr>
        </p:nvSpPr>
        <p:spPr>
          <a:xfrm>
            <a:off x="645066" y="2031101"/>
            <a:ext cx="4282984" cy="3511943"/>
          </a:xfrm>
        </p:spPr>
        <p:txBody>
          <a:bodyPr anchor="ctr">
            <a:normAutofit/>
          </a:bodyPr>
          <a:lstStyle/>
          <a:p>
            <a:r>
              <a:rPr lang="en-US" sz="1800" dirty="0"/>
              <a:t>Research Free Weather API</a:t>
            </a:r>
          </a:p>
          <a:p>
            <a:r>
              <a:rPr lang="en-US" sz="1800" dirty="0"/>
              <a:t>Addition of interactive Forecast</a:t>
            </a:r>
          </a:p>
          <a:p>
            <a:r>
              <a:rPr lang="en-US" sz="1800" dirty="0"/>
              <a:t>Rank weather to give recommendations to show best activity days</a:t>
            </a:r>
          </a:p>
          <a:p>
            <a:pPr lvl="1"/>
            <a:r>
              <a:rPr lang="en-US" sz="1400" dirty="0"/>
              <a:t>Rain, wind, sun, etc..</a:t>
            </a:r>
          </a:p>
          <a:p>
            <a:r>
              <a:rPr lang="en-US" sz="1800" dirty="0"/>
              <a:t>Send API key from server for security</a:t>
            </a:r>
          </a:p>
          <a:p>
            <a:r>
              <a:rPr lang="en-US" sz="1800" dirty="0" err="1"/>
              <a:t>OpenWeather</a:t>
            </a:r>
            <a:r>
              <a:rPr lang="en-US" sz="1800" dirty="0"/>
              <a:t> (2026) https://openweathermap.org/api</a:t>
            </a:r>
          </a:p>
        </p:txBody>
      </p:sp>
      <p:sp>
        <p:nvSpPr>
          <p:cNvPr id="38" name="Rectangle 37">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OpenWeather | Homey">
            <a:extLst>
              <a:ext uri="{FF2B5EF4-FFF2-40B4-BE49-F238E27FC236}">
                <a16:creationId xmlns:a16="http://schemas.microsoft.com/office/drawing/2014/main" id="{3F4EFE7F-8D48-AC42-DA34-6BBF526993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8029" y="1385600"/>
            <a:ext cx="4762500" cy="3333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9402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8138CFD-A501-8AEC-C666-BED845111F6D}"/>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356F68EF-088F-20DD-B4B1-6BCF0A8C9B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9EF082FE-D96F-0D2A-34AA-F987D0796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51871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0BE13FF0-F6F1-375E-D271-70DAE72E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1"/>
            <a:ext cx="10999072" cy="539995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4">
            <a:extLst>
              <a:ext uri="{FF2B5EF4-FFF2-40B4-BE49-F238E27FC236}">
                <a16:creationId xmlns:a16="http://schemas.microsoft.com/office/drawing/2014/main" id="{3A7F67B2-22A5-7F2D-13EB-E06229F5C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29769"/>
            <a:ext cx="11000232"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D6D36DC8-D9BF-8C26-69EA-ED89E34DB644}"/>
              </a:ext>
            </a:extLst>
          </p:cNvPr>
          <p:cNvSpPr>
            <a:spLocks noGrp="1"/>
          </p:cNvSpPr>
          <p:nvPr>
            <p:ph type="title"/>
          </p:nvPr>
        </p:nvSpPr>
        <p:spPr>
          <a:xfrm>
            <a:off x="4008559" y="768350"/>
            <a:ext cx="4162181" cy="920920"/>
          </a:xfrm>
        </p:spPr>
        <p:txBody>
          <a:bodyPr/>
          <a:lstStyle/>
          <a:p>
            <a:r>
              <a:rPr lang="en-US" dirty="0"/>
              <a:t>Week 9 Plan</a:t>
            </a:r>
          </a:p>
        </p:txBody>
      </p:sp>
      <p:graphicFrame>
        <p:nvGraphicFramePr>
          <p:cNvPr id="27" name="Text Placeholder 2">
            <a:extLst>
              <a:ext uri="{FF2B5EF4-FFF2-40B4-BE49-F238E27FC236}">
                <a16:creationId xmlns:a16="http://schemas.microsoft.com/office/drawing/2014/main" id="{D6B93F0B-FEB0-EDAB-CFE1-A57DEFE97FCD}"/>
              </a:ext>
            </a:extLst>
          </p:cNvPr>
          <p:cNvGraphicFramePr/>
          <p:nvPr>
            <p:extLst>
              <p:ext uri="{D42A27DB-BD31-4B8C-83A1-F6EECF244321}">
                <p14:modId xmlns:p14="http://schemas.microsoft.com/office/powerpoint/2010/main" val="643247766"/>
              </p:ext>
            </p:extLst>
          </p:nvPr>
        </p:nvGraphicFramePr>
        <p:xfrm>
          <a:off x="838199" y="2688113"/>
          <a:ext cx="10515600" cy="30509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614028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C1A1C5D3-C053-4EE9-BE1A-419B6E27CC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 name="Rectangle 29">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rgbClr val="E1E1E1"/>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523CF74-09B7-84B3-F859-D7073DC1C80F}"/>
              </a:ext>
            </a:extLst>
          </p:cNvPr>
          <p:cNvSpPr>
            <a:spLocks noGrp="1"/>
          </p:cNvSpPr>
          <p:nvPr>
            <p:ph type="title"/>
          </p:nvPr>
        </p:nvSpPr>
        <p:spPr>
          <a:xfrm>
            <a:off x="2103121" y="310343"/>
            <a:ext cx="7985759" cy="868823"/>
          </a:xfrm>
        </p:spPr>
        <p:txBody>
          <a:bodyPr vert="horz" lIns="91440" tIns="45720" rIns="91440" bIns="45720" rtlCol="0" anchor="ctr">
            <a:normAutofit/>
          </a:bodyPr>
          <a:lstStyle/>
          <a:p>
            <a:pPr algn="ctr"/>
            <a:r>
              <a:rPr lang="en-US" sz="4000" kern="1200">
                <a:solidFill>
                  <a:schemeClr val="tx1"/>
                </a:solidFill>
                <a:latin typeface="+mj-lt"/>
                <a:ea typeface="+mj-ea"/>
                <a:cs typeface="+mj-cs"/>
              </a:rPr>
              <a:t>Planning</a:t>
            </a:r>
          </a:p>
        </p:txBody>
      </p:sp>
      <p:sp>
        <p:nvSpPr>
          <p:cNvPr id="32" name="Rectangle: Rounded Corners 31">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Text Placeholder 2">
            <a:extLst>
              <a:ext uri="{FF2B5EF4-FFF2-40B4-BE49-F238E27FC236}">
                <a16:creationId xmlns:a16="http://schemas.microsoft.com/office/drawing/2014/main" id="{C605E30C-3490-D1E3-740D-40AD5E393958}"/>
              </a:ext>
            </a:extLst>
          </p:cNvPr>
          <p:cNvSpPr>
            <a:spLocks noGrp="1"/>
          </p:cNvSpPr>
          <p:nvPr>
            <p:ph type="body" idx="1"/>
          </p:nvPr>
        </p:nvSpPr>
        <p:spPr>
          <a:xfrm>
            <a:off x="2615738" y="1263807"/>
            <a:ext cx="6960524" cy="598516"/>
          </a:xfrm>
        </p:spPr>
        <p:txBody>
          <a:bodyPr vert="horz" lIns="91440" tIns="45720" rIns="91440" bIns="45720" rtlCol="0" anchor="ctr">
            <a:normAutofit/>
          </a:bodyPr>
          <a:lstStyle/>
          <a:p>
            <a:pPr algn="ctr"/>
            <a:r>
              <a:rPr lang="en-US" sz="2000" kern="1200">
                <a:solidFill>
                  <a:schemeClr val="bg1"/>
                </a:solidFill>
                <a:latin typeface="+mn-lt"/>
                <a:ea typeface="+mn-ea"/>
                <a:cs typeface="+mn-cs"/>
              </a:rPr>
              <a:t>Gant chart</a:t>
            </a:r>
          </a:p>
        </p:txBody>
      </p:sp>
      <p:pic>
        <p:nvPicPr>
          <p:cNvPr id="5" name="Picture 4">
            <a:extLst>
              <a:ext uri="{FF2B5EF4-FFF2-40B4-BE49-F238E27FC236}">
                <a16:creationId xmlns:a16="http://schemas.microsoft.com/office/drawing/2014/main" id="{30D9BB01-16EE-371C-49E8-833A93D92451}"/>
              </a:ext>
            </a:extLst>
          </p:cNvPr>
          <p:cNvPicPr>
            <a:picLocks noChangeAspect="1"/>
          </p:cNvPicPr>
          <p:nvPr/>
        </p:nvPicPr>
        <p:blipFill>
          <a:blip r:embed="rId2"/>
          <a:srcRect r="3514"/>
          <a:stretch>
            <a:fillRect/>
          </a:stretch>
        </p:blipFill>
        <p:spPr>
          <a:xfrm>
            <a:off x="0" y="2219602"/>
            <a:ext cx="12191999" cy="4608716"/>
          </a:xfrm>
          <a:prstGeom prst="rect">
            <a:avLst/>
          </a:prstGeom>
          <a:ln w="28575">
            <a:solidFill>
              <a:schemeClr val="accent2"/>
            </a:solidFill>
          </a:ln>
        </p:spPr>
      </p:pic>
    </p:spTree>
    <p:extLst>
      <p:ext uri="{BB962C8B-B14F-4D97-AF65-F5344CB8AC3E}">
        <p14:creationId xmlns:p14="http://schemas.microsoft.com/office/powerpoint/2010/main" val="37139978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C7E0A2C-7C0A-4AAC-B3B0-6C12B2EBAE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51871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1"/>
            <a:ext cx="10999072" cy="539995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9AD6B9-1CEE-7976-0BB7-22F5E9535735}"/>
              </a:ext>
            </a:extLst>
          </p:cNvPr>
          <p:cNvSpPr>
            <a:spLocks noGrp="1"/>
          </p:cNvSpPr>
          <p:nvPr>
            <p:ph type="title"/>
          </p:nvPr>
        </p:nvSpPr>
        <p:spPr>
          <a:xfrm>
            <a:off x="1523999" y="1180494"/>
            <a:ext cx="9144000" cy="2387600"/>
          </a:xfrm>
        </p:spPr>
        <p:txBody>
          <a:bodyPr vert="horz" lIns="91440" tIns="45720" rIns="91440" bIns="45720" rtlCol="0" anchor="b">
            <a:normAutofit/>
          </a:bodyPr>
          <a:lstStyle/>
          <a:p>
            <a:pPr algn="ctr"/>
            <a:r>
              <a:rPr lang="en-US" sz="3500" kern="1200" dirty="0">
                <a:solidFill>
                  <a:schemeClr val="tx1"/>
                </a:solidFill>
                <a:latin typeface="+mj-lt"/>
                <a:ea typeface="+mj-ea"/>
                <a:cs typeface="+mj-cs"/>
              </a:rPr>
              <a:t>Website: </a:t>
            </a:r>
            <a:r>
              <a:rPr lang="en-US" sz="3500" kern="1200" dirty="0">
                <a:solidFill>
                  <a:srgbClr val="0070C0"/>
                </a:solidFill>
                <a:latin typeface="+mj-lt"/>
                <a:ea typeface="+mj-ea"/>
                <a:cs typeface="+mj-cs"/>
                <a:hlinkClick r:id="rId2">
                  <a:extLst>
                    <a:ext uri="{A12FA001-AC4F-418D-AE19-62706E023703}">
                      <ahyp:hlinkClr xmlns:ahyp="http://schemas.microsoft.com/office/drawing/2018/hyperlinkcolor" val="tx"/>
                    </a:ext>
                  </a:extLst>
                </a:hlinkClick>
              </a:rPr>
              <a:t>https://jjdeuce06.github.io/VulcanActivityTracker/</a:t>
            </a:r>
            <a:endParaRPr lang="en-US" sz="3500" kern="1200" dirty="0">
              <a:solidFill>
                <a:srgbClr val="0070C0"/>
              </a:solidFill>
              <a:latin typeface="+mj-lt"/>
              <a:ea typeface="+mj-ea"/>
              <a:cs typeface="+mj-cs"/>
            </a:endParaRPr>
          </a:p>
        </p:txBody>
      </p:sp>
      <p:cxnSp>
        <p:nvCxnSpPr>
          <p:cNvPr id="13" name="Straight Connector 12">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29769"/>
            <a:ext cx="11000232"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1983173"/>
      </p:ext>
    </p:extLst>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B2D1F"/>
      </a:accent4>
      <a:accent5>
        <a:srgbClr val="918485"/>
      </a:accent5>
      <a:accent6>
        <a:srgbClr val="855D5D"/>
      </a:accent6>
      <a:hlink>
        <a:srgbClr val="CC9900"/>
      </a:hlink>
      <a:folHlink>
        <a:srgbClr val="96A9A9"/>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396</TotalTime>
  <Words>317</Words>
  <Application>Microsoft Office PowerPoint</Application>
  <PresentationFormat>Widescreen</PresentationFormat>
  <Paragraphs>49</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Calibri</vt:lpstr>
      <vt:lpstr>Office Theme</vt:lpstr>
      <vt:lpstr>Vulcan Activity Tracker</vt:lpstr>
      <vt:lpstr>Project Description</vt:lpstr>
      <vt:lpstr>PowerPoint Presentation</vt:lpstr>
      <vt:lpstr>Email Research</vt:lpstr>
      <vt:lpstr>Challenges </vt:lpstr>
      <vt:lpstr> Progress </vt:lpstr>
      <vt:lpstr>Maps Page</vt:lpstr>
      <vt:lpstr>Week 9 Plan</vt:lpstr>
      <vt:lpstr>Planning</vt:lpstr>
      <vt:lpstr>Website: https://jjdeuce06.github.io/VulcanActivityTracker/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Margo Bonal</dc:creator>
  <cp:lastModifiedBy>Margo Bonal</cp:lastModifiedBy>
  <cp:revision>6</cp:revision>
  <dcterms:created xsi:type="dcterms:W3CDTF">2026-01-22T18:57:02Z</dcterms:created>
  <dcterms:modified xsi:type="dcterms:W3CDTF">2026-03-09T23:17:23Z</dcterms:modified>
</cp:coreProperties>
</file>