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411FC2-7443-4BF5-B8F4-5EEEE928CA1B}" v="1" dt="2026-03-29T13:00:01.797"/>
    <p1510:client id="{77306D07-9C8A-416F-9B20-89AAB5815DA9}" v="2" dt="2026-03-30T01:09:55.8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3-30T01:10:14.587" v="969" actId="14100"/>
      <pc:docMkLst>
        <pc:docMk/>
      </pc:docMkLst>
      <pc:sldChg chg="modSp mod">
        <pc:chgData name="Margo Bonal" userId="18c9fa0f-b53d-478b-9dc0-6ad88786c19f" providerId="ADAL" clId="{93D479E5-F67F-4B8A-A78F-A0B574A116B6}" dt="2026-03-21T14:21:56.751" v="935" actId="27636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3-21T14:21:54.477" v="93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3-30T01:10:14.587" v="969" actId="14100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3-30T01:10:14.587" v="969" actId="14100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3-21T14:09:48.188" v="518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3-21T14:09:45.490" v="517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delSp modSp new mod setBg modAnim">
        <pc:chgData name="Margo Bonal" userId="18c9fa0f-b53d-478b-9dc0-6ad88786c19f" providerId="ADAL" clId="{93D479E5-F67F-4B8A-A78F-A0B574A116B6}" dt="2026-03-30T01:09:55.841" v="967"/>
        <pc:sldMkLst>
          <pc:docMk/>
          <pc:sldMk cId="2282075488" sldId="272"/>
        </pc:sldMkLst>
        <pc:spChg chg="mod">
          <ac:chgData name="Margo Bonal" userId="18c9fa0f-b53d-478b-9dc0-6ad88786c19f" providerId="ADAL" clId="{93D479E5-F67F-4B8A-A78F-A0B574A116B6}" dt="2026-03-30T01:09:17.696" v="964" actId="1076"/>
          <ac:spMkLst>
            <pc:docMk/>
            <pc:sldMk cId="2282075488" sldId="272"/>
            <ac:spMk id="2" creationId="{C074B1A4-0C15-D874-CBCA-1FB85D3E881D}"/>
          </ac:spMkLst>
        </pc:spChg>
        <pc:spChg chg="del mod">
          <ac:chgData name="Margo Bonal" userId="18c9fa0f-b53d-478b-9dc0-6ad88786c19f" providerId="ADAL" clId="{93D479E5-F67F-4B8A-A78F-A0B574A116B6}" dt="2026-03-30T01:09:10.546" v="962" actId="478"/>
          <ac:spMkLst>
            <pc:docMk/>
            <pc:sldMk cId="2282075488" sldId="272"/>
            <ac:spMk id="3" creationId="{F4E85839-AE79-1611-C032-A927048C8D32}"/>
          </ac:spMkLst>
        </pc:spChg>
        <pc:spChg chg="add">
          <ac:chgData name="Margo Bonal" userId="18c9fa0f-b53d-478b-9dc0-6ad88786c19f" providerId="ADAL" clId="{93D479E5-F67F-4B8A-A78F-A0B574A116B6}" dt="2026-03-30T01:08:59.596" v="958" actId="26606"/>
          <ac:spMkLst>
            <pc:docMk/>
            <pc:sldMk cId="2282075488" sldId="272"/>
            <ac:spMk id="9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3-30T01:08:59.596" v="958" actId="26606"/>
          <ac:spMkLst>
            <pc:docMk/>
            <pc:sldMk cId="2282075488" sldId="272"/>
            <ac:spMk id="11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3-30T01:08:59.596" v="958" actId="26606"/>
          <ac:spMkLst>
            <pc:docMk/>
            <pc:sldMk cId="2282075488" sldId="272"/>
            <ac:spMk id="13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3-30T01:08:59.596" v="958" actId="26606"/>
          <ac:spMkLst>
            <pc:docMk/>
            <pc:sldMk cId="2282075488" sldId="272"/>
            <ac:spMk id="15" creationId="{A7009A0A-BEF5-4EAC-AF15-E4F9F002E239}"/>
          </ac:spMkLst>
        </pc:spChg>
        <pc:picChg chg="add del mod">
          <ac:chgData name="Margo Bonal" userId="18c9fa0f-b53d-478b-9dc0-6ad88786c19f" providerId="ADAL" clId="{93D479E5-F67F-4B8A-A78F-A0B574A116B6}" dt="2026-03-30T01:09:31.322" v="966" actId="478"/>
          <ac:picMkLst>
            <pc:docMk/>
            <pc:sldMk cId="2282075488" sldId="272"/>
            <ac:picMk id="4" creationId="{4F012FE5-91F7-BF57-0376-41BC4711BDEB}"/>
          </ac:picMkLst>
        </pc:picChg>
        <pc:picChg chg="add mod">
          <ac:chgData name="Margo Bonal" userId="18c9fa0f-b53d-478b-9dc0-6ad88786c19f" providerId="ADAL" clId="{93D479E5-F67F-4B8A-A78F-A0B574A116B6}" dt="2026-03-30T01:09:55.841" v="967"/>
          <ac:picMkLst>
            <pc:docMk/>
            <pc:sldMk cId="2282075488" sldId="272"/>
            <ac:picMk id="5" creationId="{AD0A49AD-572F-1BD3-B96A-4F6CEBD54DC1}"/>
          </ac:picMkLst>
        </pc:picChg>
      </pc:sldChg>
    </pc:docChg>
  </pc:docChgLst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3-29T13:00:56.525" v="2636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  <pc:spChg chg="mod">
          <ac:chgData name="John Gerega" userId="bd3e1e46fb6a714b" providerId="LiveId" clId="{45F0C402-C550-4C82-B31D-5B32217A5E94}" dt="2026-03-09T00:42:55.862" v="1001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John Gerega" userId="bd3e1e46fb6a714b" providerId="LiveId" clId="{45F0C402-C550-4C82-B31D-5B32217A5E94}" dt="2026-03-29T13:00:56.525" v="263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3-29T12:59:14.493" v="2160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3-29T12:59:14.493" v="2160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John Gerega" userId="bd3e1e46fb6a714b" providerId="LiveId" clId="{45F0C402-C550-4C82-B31D-5B32217A5E94}" dt="2026-03-29T13:00:43.047" v="2618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3-09T00:42:40.261" v="100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3-29T12:59:43.711" v="2344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John Gerega" userId="bd3e1e46fb6a714b" providerId="LiveId" clId="{45F0C402-C550-4C82-B31D-5B32217A5E94}" dt="2026-03-29T13:00:43.047" v="2618" actId="20577"/>
          <ac:spMkLst>
            <pc:docMk/>
            <pc:sldMk cId="3526335932" sldId="266"/>
            <ac:spMk id="6" creationId="{3B13CF04-9C06-053E-69E2-58CD31C3D276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57E2D5E0-CA32-47BE-A2DC-7B0365E99328}" dt="2026-03-28T15:09:10.496" v="233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delSp modSp new mod">
        <pc:chgData name="Margo Bonal" userId="18c9fa0f-b53d-478b-9dc0-6ad88786c19f" providerId="ADAL" clId="{57E2D5E0-CA32-47BE-A2DC-7B0365E99328}" dt="2026-03-28T15:02:49.042" v="174" actId="14100"/>
        <pc:sldMkLst>
          <pc:docMk/>
          <pc:sldMk cId="2137746370" sldId="267"/>
        </pc:sldMkLst>
        <pc:picChg chg="add mod">
          <ac:chgData name="Margo Bonal" userId="18c9fa0f-b53d-478b-9dc0-6ad88786c19f" providerId="ADAL" clId="{57E2D5E0-CA32-47BE-A2DC-7B0365E99328}" dt="2026-03-28T15:02:49.042" v="174" actId="14100"/>
          <ac:picMkLst>
            <pc:docMk/>
            <pc:sldMk cId="2137746370" sldId="267"/>
            <ac:picMk id="5" creationId="{E64349BE-F07A-2A10-0BC0-DE99D4D44150}"/>
          </ac:picMkLst>
        </pc:picChg>
      </pc:sldChg>
      <pc:sldChg chg="addSp delSp modSp new mod ord">
        <pc:chgData name="Margo Bonal" userId="18c9fa0f-b53d-478b-9dc0-6ad88786c19f" providerId="ADAL" clId="{57E2D5E0-CA32-47BE-A2DC-7B0365E99328}" dt="2026-03-28T15:16:48.747" v="374" actId="9405"/>
        <pc:sldMkLst>
          <pc:docMk/>
          <pc:sldMk cId="522380866" sldId="268"/>
        </pc:sldMkLst>
        <pc:picChg chg="add mod">
          <ac:chgData name="Margo Bonal" userId="18c9fa0f-b53d-478b-9dc0-6ad88786c19f" providerId="ADAL" clId="{57E2D5E0-CA32-47BE-A2DC-7B0365E99328}" dt="2026-03-28T15:15:32.474" v="367" actId="14100"/>
          <ac:picMkLst>
            <pc:docMk/>
            <pc:sldMk cId="522380866" sldId="268"/>
            <ac:picMk id="5" creationId="{C302D35B-D975-7EDF-68F9-A7B25B25FE30}"/>
          </ac:picMkLst>
        </pc:picChg>
        <pc:inkChg chg="add">
          <ac:chgData name="Margo Bonal" userId="18c9fa0f-b53d-478b-9dc0-6ad88786c19f" providerId="ADAL" clId="{57E2D5E0-CA32-47BE-A2DC-7B0365E99328}" dt="2026-03-28T15:16:45.009" v="373" actId="9405"/>
          <ac:inkMkLst>
            <pc:docMk/>
            <pc:sldMk cId="522380866" sldId="268"/>
            <ac:inkMk id="6" creationId="{B65C59D1-2617-62D9-6288-1EF3DA190139}"/>
          </ac:inkMkLst>
        </pc:inkChg>
        <pc:inkChg chg="add">
          <ac:chgData name="Margo Bonal" userId="18c9fa0f-b53d-478b-9dc0-6ad88786c19f" providerId="ADAL" clId="{57E2D5E0-CA32-47BE-A2DC-7B0365E99328}" dt="2026-03-28T15:16:48.747" v="374" actId="9405"/>
          <ac:inkMkLst>
            <pc:docMk/>
            <pc:sldMk cId="522380866" sldId="268"/>
            <ac:inkMk id="7" creationId="{516CAB8D-8D09-D1C6-CAEE-97AE5CD2590A}"/>
          </ac:inkMkLst>
        </pc:inkChg>
      </pc:sldChg>
      <pc:sldChg chg="addSp delSp modSp new mod ord">
        <pc:chgData name="Margo Bonal" userId="18c9fa0f-b53d-478b-9dc0-6ad88786c19f" providerId="ADAL" clId="{57E2D5E0-CA32-47BE-A2DC-7B0365E99328}" dt="2026-03-28T15:16:37.233" v="372" actId="9405"/>
        <pc:sldMkLst>
          <pc:docMk/>
          <pc:sldMk cId="405284316" sldId="269"/>
        </pc:sldMkLst>
        <pc:picChg chg="add mod">
          <ac:chgData name="Margo Bonal" userId="18c9fa0f-b53d-478b-9dc0-6ad88786c19f" providerId="ADAL" clId="{57E2D5E0-CA32-47BE-A2DC-7B0365E99328}" dt="2026-03-28T15:15:27.255" v="365" actId="14100"/>
          <ac:picMkLst>
            <pc:docMk/>
            <pc:sldMk cId="405284316" sldId="269"/>
            <ac:picMk id="5" creationId="{F5350F03-A149-BD73-26B9-8766C33D9ABB}"/>
          </ac:picMkLst>
        </pc:picChg>
        <pc:inkChg chg="add">
          <ac:chgData name="Margo Bonal" userId="18c9fa0f-b53d-478b-9dc0-6ad88786c19f" providerId="ADAL" clId="{57E2D5E0-CA32-47BE-A2DC-7B0365E99328}" dt="2026-03-28T15:16:37.233" v="372" actId="9405"/>
          <ac:inkMkLst>
            <pc:docMk/>
            <pc:sldMk cId="405284316" sldId="269"/>
            <ac:inkMk id="6" creationId="{C7D73243-445E-0B04-A779-41352EFCFB99}"/>
          </ac:inkMkLst>
        </pc:ink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Finalize more Components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Continue Debugging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r>
            <a:rPr lang="en-US" dirty="0"/>
            <a:t>Prepare Final Presentation</a:t>
          </a:r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CFFC745A-582B-4305-AFB6-C7730C8AA2CC}">
      <dgm:prSet/>
      <dgm:spPr/>
      <dgm:t>
        <a:bodyPr/>
        <a:lstStyle/>
        <a:p>
          <a:r>
            <a:rPr lang="en-US" dirty="0"/>
            <a:t>Write Users Manual</a:t>
          </a:r>
        </a:p>
      </dgm:t>
    </dgm:pt>
    <dgm:pt modelId="{B9E7BF58-A98B-4D6B-905C-CA13F8AC758B}" type="parTrans" cxnId="{183FDA93-1A29-47D6-AEC1-00CDFABC21C6}">
      <dgm:prSet/>
      <dgm:spPr/>
      <dgm:t>
        <a:bodyPr/>
        <a:lstStyle/>
        <a:p>
          <a:endParaRPr lang="en-US"/>
        </a:p>
      </dgm:t>
    </dgm:pt>
    <dgm:pt modelId="{2E6863E9-19BE-4B40-B701-A6159F4DE04E}" type="sibTrans" cxnId="{183FDA93-1A29-47D6-AEC1-00CDFABC21C6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4"/>
      <dgm:spPr/>
    </dgm:pt>
    <dgm:pt modelId="{D12292E6-4F4E-4072-8A83-08E55313428E}" type="pres">
      <dgm:prSet presAssocID="{C49388FA-8759-42AF-B435-0EC20E6DCE5A}" presName="text" presStyleLbl="fgAcc0" presStyleIdx="2" presStyleCnt="4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  <dgm:pt modelId="{EBA713AF-B350-4D3E-A9E7-FD3AFE718B21}" type="pres">
      <dgm:prSet presAssocID="{CFFC745A-582B-4305-AFB6-C7730C8AA2CC}" presName="hierRoot1" presStyleCnt="0"/>
      <dgm:spPr/>
    </dgm:pt>
    <dgm:pt modelId="{465E7B60-C054-45A0-BC18-BEE959253085}" type="pres">
      <dgm:prSet presAssocID="{CFFC745A-582B-4305-AFB6-C7730C8AA2CC}" presName="composite" presStyleCnt="0"/>
      <dgm:spPr/>
    </dgm:pt>
    <dgm:pt modelId="{46DC7518-C20F-4A8F-980E-6F93A13BFE65}" type="pres">
      <dgm:prSet presAssocID="{CFFC745A-582B-4305-AFB6-C7730C8AA2CC}" presName="background" presStyleLbl="node0" presStyleIdx="3" presStyleCnt="4"/>
      <dgm:spPr/>
    </dgm:pt>
    <dgm:pt modelId="{C8AF0AA2-E714-4CB1-A409-2A27219D89BF}" type="pres">
      <dgm:prSet presAssocID="{CFFC745A-582B-4305-AFB6-C7730C8AA2CC}" presName="text" presStyleLbl="fgAcc0" presStyleIdx="3" presStyleCnt="4">
        <dgm:presLayoutVars>
          <dgm:chPref val="3"/>
        </dgm:presLayoutVars>
      </dgm:prSet>
      <dgm:spPr/>
    </dgm:pt>
    <dgm:pt modelId="{2F22A7AE-00F5-4983-8818-B1D14472C994}" type="pres">
      <dgm:prSet presAssocID="{CFFC745A-582B-4305-AFB6-C7730C8AA2CC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183FDA93-1A29-47D6-AEC1-00CDFABC21C6}" srcId="{875220B3-5F43-41BF-82F0-F1D5090E78B1}" destId="{CFFC745A-582B-4305-AFB6-C7730C8AA2CC}" srcOrd="3" destOrd="0" parTransId="{B9E7BF58-A98B-4D6B-905C-CA13F8AC758B}" sibTransId="{2E6863E9-19BE-4B40-B701-A6159F4DE04E}"/>
    <dgm:cxn modelId="{D983329C-95DE-48B7-A472-282C9EC5571D}" type="presOf" srcId="{CFFC745A-582B-4305-AFB6-C7730C8AA2CC}" destId="{C8AF0AA2-E714-4CB1-A409-2A27219D89BF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  <dgm:cxn modelId="{CE007A34-B5C2-4838-9DFC-DD9B8270EFF8}" type="presParOf" srcId="{F85EEB6F-AAF0-4C94-BC92-C847D8A79108}" destId="{EBA713AF-B350-4D3E-A9E7-FD3AFE718B21}" srcOrd="3" destOrd="0" presId="urn:microsoft.com/office/officeart/2005/8/layout/hierarchy1"/>
    <dgm:cxn modelId="{D7BA36EF-EF1D-43D2-B7B9-1AB9C37608D9}" type="presParOf" srcId="{EBA713AF-B350-4D3E-A9E7-FD3AFE718B21}" destId="{465E7B60-C054-45A0-BC18-BEE959253085}" srcOrd="0" destOrd="0" presId="urn:microsoft.com/office/officeart/2005/8/layout/hierarchy1"/>
    <dgm:cxn modelId="{40A4C08E-B6DA-4998-9B7C-596A8EF1B3AA}" type="presParOf" srcId="{465E7B60-C054-45A0-BC18-BEE959253085}" destId="{46DC7518-C20F-4A8F-980E-6F93A13BFE65}" srcOrd="0" destOrd="0" presId="urn:microsoft.com/office/officeart/2005/8/layout/hierarchy1"/>
    <dgm:cxn modelId="{FD20B367-E8C6-4038-AF22-F365CFCE4C66}" type="presParOf" srcId="{465E7B60-C054-45A0-BC18-BEE959253085}" destId="{C8AF0AA2-E714-4CB1-A409-2A27219D89BF}" srcOrd="1" destOrd="0" presId="urn:microsoft.com/office/officeart/2005/8/layout/hierarchy1"/>
    <dgm:cxn modelId="{4D2D0A47-2210-4D3E-921A-CA67AA49BCA2}" type="presParOf" srcId="{EBA713AF-B350-4D3E-A9E7-FD3AFE718B21}" destId="{2F22A7AE-00F5-4983-8818-B1D14472C99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Finalize more Components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Continue Debugging</a:t>
          </a:r>
        </a:p>
      </dsp:txBody>
      <dsp:txXfrm>
        <a:off x="2976857" y="984108"/>
        <a:ext cx="2117829" cy="1314957"/>
      </dsp:txXfrm>
    </dsp:sp>
    <dsp:sp modelId="{D5A840D2-D89A-4DE4-9831-61DED3425ED9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Prepare Final Presentation</a:t>
          </a:r>
        </a:p>
      </dsp:txBody>
      <dsp:txXfrm>
        <a:off x="5665318" y="984108"/>
        <a:ext cx="2117829" cy="1314957"/>
      </dsp:txXfrm>
    </dsp:sp>
    <dsp:sp modelId="{46DC7518-C20F-4A8F-980E-6F93A13BFE65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F0AA2-E714-4CB1-A409-2A27219D89BF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Write Users Manual</a:t>
          </a:r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834856" y="2313250"/>
            <a:ext cx="8311711" cy="3775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Finalize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Hosting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Teams Page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Clubs </a:t>
            </a:r>
            <a:r>
              <a:rPr lang="en-US">
                <a:solidFill>
                  <a:schemeClr val="tx1"/>
                </a:solidFill>
              </a:rPr>
              <a:t>Page Progress</a:t>
            </a:r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Users could like their own activities in a clubs recent activities tab.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B13CF04-9C06-053E-69E2-58CD31C3D276}"/>
              </a:ext>
            </a:extLst>
          </p:cNvPr>
          <p:cNvSpPr txBox="1">
            <a:spLocks/>
          </p:cNvSpPr>
          <p:nvPr/>
        </p:nvSpPr>
        <p:spPr>
          <a:xfrm>
            <a:off x="5790687" y="2361465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We made a backend check to stop this from happening, and disabled the like button for a users own activities on the front end.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13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392776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E0165-E852-9E37-91F6-9A7920B2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2" y="2024164"/>
            <a:ext cx="10503568" cy="470687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743</TotalTime>
  <Words>158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Week 13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Luke ruffing</cp:lastModifiedBy>
  <cp:revision>15</cp:revision>
  <dcterms:created xsi:type="dcterms:W3CDTF">2026-01-22T18:57:02Z</dcterms:created>
  <dcterms:modified xsi:type="dcterms:W3CDTF">2026-04-03T02:13:44Z</dcterms:modified>
</cp:coreProperties>
</file>