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80" r:id="rId4"/>
    <p:sldId id="264" r:id="rId5"/>
    <p:sldId id="281" r:id="rId6"/>
    <p:sldId id="259" r:id="rId7"/>
    <p:sldId id="279" r:id="rId8"/>
    <p:sldId id="275" r:id="rId9"/>
    <p:sldId id="286" r:id="rId10"/>
    <p:sldId id="27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BD0A3-E72A-4148-9985-93B00B834DD1}" v="38" dt="2026-04-23T17:28:29.484"/>
    <p1510:client id="{C2FA33C1-F523-4383-BC77-0B58484EDADC}" v="47" dt="2026-04-24T14:17:33.9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3T17:28:35.165" v="4327" actId="1076"/>
      <pc:docMkLst>
        <pc:docMk/>
      </pc:docMkLst>
      <pc:sldChg chg="addSp delSp modSp mod">
        <pc:chgData name="Margo Bonal" userId="18c9fa0f-b53d-478b-9dc0-6ad88786c19f" providerId="ADAL" clId="{93D479E5-F67F-4B8A-A78F-A0B574A116B6}" dt="2026-04-23T17:18:25.743" v="4176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23T17:18:25.743" v="4176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4-21T15:26:24.082" v="3978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23T17:25:28.119" v="4322" actId="20577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23T17:13:58.580" v="4080" actId="14100"/>
          <ac:spMkLst>
            <pc:docMk/>
            <pc:sldMk cId="3773506301" sldId="278"/>
            <ac:spMk id="2" creationId="{153C799C-4835-C8CB-B090-70E82B558CED}"/>
          </ac:spMkLst>
        </pc:spChg>
        <pc:spChg chg="add del mod">
          <ac:chgData name="Margo Bonal" userId="18c9fa0f-b53d-478b-9dc0-6ad88786c19f" providerId="ADAL" clId="{93D479E5-F67F-4B8A-A78F-A0B574A116B6}" dt="2026-04-23T17:16:33.163" v="4140" actId="478"/>
          <ac:spMkLst>
            <pc:docMk/>
            <pc:sldMk cId="3773506301" sldId="278"/>
            <ac:spMk id="5" creationId="{F0F832D4-DECD-9CCD-975A-ED199DA8EF20}"/>
          </ac:spMkLst>
        </pc:spChg>
        <pc:spChg chg="add mod">
          <ac:chgData name="Margo Bonal" userId="18c9fa0f-b53d-478b-9dc0-6ad88786c19f" providerId="ADAL" clId="{93D479E5-F67F-4B8A-A78F-A0B574A116B6}" dt="2026-04-23T17:18:10.895" v="4172" actId="14100"/>
          <ac:spMkLst>
            <pc:docMk/>
            <pc:sldMk cId="3773506301" sldId="278"/>
            <ac:spMk id="6" creationId="{58B38568-C5E6-EDF1-6A58-E97B3EF311B9}"/>
          </ac:spMkLst>
        </pc:spChg>
        <pc:spChg chg="add del mod">
          <ac:chgData name="Margo Bonal" userId="18c9fa0f-b53d-478b-9dc0-6ad88786c19f" providerId="ADAL" clId="{93D479E5-F67F-4B8A-A78F-A0B574A116B6}" dt="2026-04-23T17:20:29.640" v="4180"/>
          <ac:spMkLst>
            <pc:docMk/>
            <pc:sldMk cId="3773506301" sldId="278"/>
            <ac:spMk id="8" creationId="{29C26701-CB20-1416-9D34-76DA41D450CF}"/>
          </ac:spMkLst>
        </pc:spChg>
        <pc:spChg chg="add mod">
          <ac:chgData name="Margo Bonal" userId="18c9fa0f-b53d-478b-9dc0-6ad88786c19f" providerId="ADAL" clId="{93D479E5-F67F-4B8A-A78F-A0B574A116B6}" dt="2026-04-23T17:25:28.119" v="4322" actId="20577"/>
          <ac:spMkLst>
            <pc:docMk/>
            <pc:sldMk cId="3773506301" sldId="278"/>
            <ac:spMk id="10" creationId="{B6A5AF98-EEC8-FE54-703A-15987C5508C2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 mod">
          <ac:chgData name="Margo Bonal" userId="18c9fa0f-b53d-478b-9dc0-6ad88786c19f" providerId="ADAL" clId="{93D479E5-F67F-4B8A-A78F-A0B574A116B6}" dt="2026-04-23T17:13:46.005" v="4075" actId="107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add del mod setBg">
        <pc:chgData name="Margo Bonal" userId="18c9fa0f-b53d-478b-9dc0-6ad88786c19f" providerId="ADAL" clId="{93D479E5-F67F-4B8A-A78F-A0B574A116B6}" dt="2026-04-23T17:28:35.165" v="4327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del">
          <ac:chgData name="Margo Bonal" userId="18c9fa0f-b53d-478b-9dc0-6ad88786c19f" providerId="ADAL" clId="{93D479E5-F67F-4B8A-A78F-A0B574A116B6}" dt="2026-04-23T17:09:16.292" v="4006" actId="478"/>
          <ac:spMkLst>
            <pc:docMk/>
            <pc:sldMk cId="2474028920" sldId="280"/>
            <ac:spMk id="8" creationId="{CD48DD9A-1CCD-A701-2249-DB7D1BBEC520}"/>
          </ac:spMkLst>
        </pc:spChg>
        <pc:spChg chg="add mod">
          <ac:chgData name="Margo Bonal" userId="18c9fa0f-b53d-478b-9dc0-6ad88786c19f" providerId="ADAL" clId="{93D479E5-F67F-4B8A-A78F-A0B574A116B6}" dt="2026-04-23T17:28:35.165" v="4327" actId="1076"/>
          <ac:spMkLst>
            <pc:docMk/>
            <pc:sldMk cId="2474028920" sldId="280"/>
            <ac:spMk id="26" creationId="{ADC73BA3-4C0F-5B32-373E-8E18596CBB51}"/>
          </ac:spMkLst>
        </pc:spChg>
        <pc:spChg chg="add mod">
          <ac:chgData name="Margo Bonal" userId="18c9fa0f-b53d-478b-9dc0-6ad88786c19f" providerId="ADAL" clId="{93D479E5-F67F-4B8A-A78F-A0B574A116B6}" dt="2026-04-23T17:12:30.686" v="4073" actId="113"/>
          <ac:spMkLst>
            <pc:docMk/>
            <pc:sldMk cId="2474028920" sldId="280"/>
            <ac:spMk id="27" creationId="{53AF4371-CFC0-5779-BA46-8CE7B2D4B25E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23T17:22:11.846" v="4192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23T17:08:51.102" v="4001" actId="107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23T17:28:29.484" v="4326" actId="14100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23T17:22:03.498" v="4190" actId="107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23T17:07:58.151" v="3985" actId="1076"/>
          <ac:picMkLst>
            <pc:docMk/>
            <pc:sldMk cId="2474028920" sldId="280"/>
            <ac:picMk id="7" creationId="{9E248987-0EF8-5FE1-35CE-14FB215C9B88}"/>
          </ac:picMkLst>
        </pc:picChg>
        <pc:picChg chg="add mod">
          <ac:chgData name="Margo Bonal" userId="18c9fa0f-b53d-478b-9dc0-6ad88786c19f" providerId="ADAL" clId="{93D479E5-F67F-4B8A-A78F-A0B574A116B6}" dt="2026-04-23T17:14:53.967" v="4102" actId="1036"/>
          <ac:picMkLst>
            <pc:docMk/>
            <pc:sldMk cId="2474028920" sldId="280"/>
            <ac:picMk id="1026" creationId="{2E1208C8-1A6E-954B-A208-EDC39F261D22}"/>
          </ac:picMkLst>
        </pc:picChg>
        <pc:cxnChg chg="add mod">
          <ac:chgData name="Margo Bonal" userId="18c9fa0f-b53d-478b-9dc0-6ad88786c19f" providerId="ADAL" clId="{93D479E5-F67F-4B8A-A78F-A0B574A116B6}" dt="2026-04-23T17:09:43.756" v="4008" actId="14100"/>
          <ac:cxnSpMkLst>
            <pc:docMk/>
            <pc:sldMk cId="2474028920" sldId="280"/>
            <ac:cxnSpMk id="10" creationId="{E5949EF5-AE6D-5F3E-B590-ABD1A02D57D7}"/>
          </ac:cxnSpMkLst>
        </pc:cxnChg>
        <pc:cxnChg chg="add">
          <ac:chgData name="Margo Bonal" userId="18c9fa0f-b53d-478b-9dc0-6ad88786c19f" providerId="ADAL" clId="{93D479E5-F67F-4B8A-A78F-A0B574A116B6}" dt="2026-04-23T17:08:41.917" v="3999" actId="11529"/>
          <ac:cxnSpMkLst>
            <pc:docMk/>
            <pc:sldMk cId="2474028920" sldId="280"/>
            <ac:cxnSpMk id="12" creationId="{2857E2AF-C913-8643-3C10-F26727BA13EF}"/>
          </ac:cxnSpMkLst>
        </pc:cxnChg>
        <pc:cxnChg chg="add mod">
          <ac:chgData name="Margo Bonal" userId="18c9fa0f-b53d-478b-9dc0-6ad88786c19f" providerId="ADAL" clId="{93D479E5-F67F-4B8A-A78F-A0B574A116B6}" dt="2026-04-23T17:08:57.258" v="4002" actId="14100"/>
          <ac:cxnSpMkLst>
            <pc:docMk/>
            <pc:sldMk cId="2474028920" sldId="280"/>
            <ac:cxnSpMk id="14" creationId="{CFE484F3-5341-B9D7-4F0A-C750590F5DB6}"/>
          </ac:cxnSpMkLst>
        </pc:cxnChg>
        <pc:cxnChg chg="add mod">
          <ac:chgData name="Margo Bonal" userId="18c9fa0f-b53d-478b-9dc0-6ad88786c19f" providerId="ADAL" clId="{93D479E5-F67F-4B8A-A78F-A0B574A116B6}" dt="2026-04-23T17:22:15.251" v="4193" actId="1076"/>
          <ac:cxnSpMkLst>
            <pc:docMk/>
            <pc:sldMk cId="2474028920" sldId="280"/>
            <ac:cxnSpMk id="17" creationId="{52BA5BBC-D55A-B272-2281-62C56F5EC677}"/>
          </ac:cxnSpMkLst>
        </pc:cxnChg>
        <pc:cxnChg chg="add mod">
          <ac:chgData name="Margo Bonal" userId="18c9fa0f-b53d-478b-9dc0-6ad88786c19f" providerId="ADAL" clId="{93D479E5-F67F-4B8A-A78F-A0B574A116B6}" dt="2026-04-23T17:22:18.729" v="4194" actId="1076"/>
          <ac:cxnSpMkLst>
            <pc:docMk/>
            <pc:sldMk cId="2474028920" sldId="280"/>
            <ac:cxnSpMk id="21" creationId="{B1176B6A-33EB-4312-63AE-CBEE219BAD08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 modMainMaster">
      <pc:chgData name="Margo Bonal" userId="18c9fa0f-b53d-478b-9dc0-6ad88786c19f" providerId="ADAL" clId="{57E2D5E0-CA32-47BE-A2DC-7B0365E99328}" dt="2026-04-24T14:17:59.695" v="1153" actId="26606"/>
      <pc:docMkLst>
        <pc:docMk/>
      </pc:docMkLst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1562194928" sldId="256"/>
        </pc:sldMkLst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4-24T13:23:06.260" v="392" actId="20577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57E2D5E0-CA32-47BE-A2DC-7B0365E99328}" dt="2026-04-24T13:23:44.085" v="446" actId="20577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 setBg">
        <pc:chgData name="Margo Bonal" userId="18c9fa0f-b53d-478b-9dc0-6ad88786c19f" providerId="ADAL" clId="{57E2D5E0-CA32-47BE-A2DC-7B0365E99328}" dt="2026-04-24T14:07:14.763" v="995" actId="27636"/>
        <pc:sldMkLst>
          <pc:docMk/>
          <pc:sldMk cId="3713997872" sldId="259"/>
        </pc:sldMkLst>
        <pc:spChg chg="add mod">
          <ac:chgData name="Margo Bonal" userId="18c9fa0f-b53d-478b-9dc0-6ad88786c19f" providerId="ADAL" clId="{57E2D5E0-CA32-47BE-A2DC-7B0365E99328}" dt="2026-04-24T14:07:14.763" v="995" actId="27636"/>
          <ac:spMkLst>
            <pc:docMk/>
            <pc:sldMk cId="3713997872" sldId="259"/>
            <ac:spMk id="3" creationId="{5DF54A17-E1B3-F303-456C-DA742E6BC8C0}"/>
          </ac:spMkLst>
        </pc:spChg>
        <pc:spChg chg="del mod">
          <ac:chgData name="Margo Bonal" userId="18c9fa0f-b53d-478b-9dc0-6ad88786c19f" providerId="ADAL" clId="{57E2D5E0-CA32-47BE-A2DC-7B0365E99328}" dt="2026-04-24T13:48:16.709" v="756" actId="478"/>
          <ac:spMkLst>
            <pc:docMk/>
            <pc:sldMk cId="3713997872" sldId="259"/>
            <ac:spMk id="8" creationId="{243C43E9-308C-3F97-571D-4B2588459719}"/>
          </ac:spMkLst>
        </pc:spChg>
        <pc:picChg chg="mod">
          <ac:chgData name="Margo Bonal" userId="18c9fa0f-b53d-478b-9dc0-6ad88786c19f" providerId="ADAL" clId="{57E2D5E0-CA32-47BE-A2DC-7B0365E99328}" dt="2026-04-24T14:07:05.115" v="993" actId="1076"/>
          <ac:picMkLst>
            <pc:docMk/>
            <pc:sldMk cId="3713997872" sldId="259"/>
            <ac:picMk id="9" creationId="{5C02B36E-6D51-126E-4A69-0F52E1A3FB24}"/>
          </ac:picMkLst>
        </pc:picChg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2561402868" sldId="264"/>
        </pc:sldMkLst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606434410" sldId="275"/>
        </pc:sldMkLst>
        <pc:graphicFrameChg chg="modGraphic">
          <ac:chgData name="Margo Bonal" userId="18c9fa0f-b53d-478b-9dc0-6ad88786c19f" providerId="ADAL" clId="{57E2D5E0-CA32-47BE-A2DC-7B0365E99328}" dt="2026-04-24T13:44:14.296" v="701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mod ord setBg">
        <pc:chgData name="Margo Bonal" userId="18c9fa0f-b53d-478b-9dc0-6ad88786c19f" providerId="ADAL" clId="{57E2D5E0-CA32-47BE-A2DC-7B0365E99328}" dt="2026-04-24T14:16:08.580" v="1117" actId="403"/>
        <pc:sldMkLst>
          <pc:docMk/>
          <pc:sldMk cId="3773506301" sldId="278"/>
        </pc:sldMkLst>
        <pc:spChg chg="mod">
          <ac:chgData name="Margo Bonal" userId="18c9fa0f-b53d-478b-9dc0-6ad88786c19f" providerId="ADAL" clId="{57E2D5E0-CA32-47BE-A2DC-7B0365E99328}" dt="2026-04-24T14:16:08.580" v="1117" actId="403"/>
          <ac:spMkLst>
            <pc:docMk/>
            <pc:sldMk cId="3773506301" sldId="278"/>
            <ac:spMk id="2" creationId="{153C799C-4835-C8CB-B090-70E82B558CED}"/>
          </ac:spMkLst>
        </pc:spChg>
        <pc:spChg chg="del">
          <ac:chgData name="Margo Bonal" userId="18c9fa0f-b53d-478b-9dc0-6ad88786c19f" providerId="ADAL" clId="{57E2D5E0-CA32-47BE-A2DC-7B0365E99328}" dt="2026-04-24T13:49:25.665" v="768" actId="478"/>
          <ac:spMkLst>
            <pc:docMk/>
            <pc:sldMk cId="3773506301" sldId="278"/>
            <ac:spMk id="4" creationId="{B7AD252D-6AEF-5D34-92C0-C2F37203AEB8}"/>
          </ac:spMkLst>
        </pc:spChg>
        <pc:spChg chg="add del mod">
          <ac:chgData name="Margo Bonal" userId="18c9fa0f-b53d-478b-9dc0-6ad88786c19f" providerId="ADAL" clId="{57E2D5E0-CA32-47BE-A2DC-7B0365E99328}" dt="2026-04-24T13:52:46.194" v="833" actId="478"/>
          <ac:spMkLst>
            <pc:docMk/>
            <pc:sldMk cId="3773506301" sldId="278"/>
            <ac:spMk id="5" creationId="{631D97D9-F2CF-CE18-F07B-21DBCD200E93}"/>
          </ac:spMkLst>
        </pc:spChg>
        <pc:spChg chg="del">
          <ac:chgData name="Margo Bonal" userId="18c9fa0f-b53d-478b-9dc0-6ad88786c19f" providerId="ADAL" clId="{57E2D5E0-CA32-47BE-A2DC-7B0365E99328}" dt="2026-04-24T13:20:58.019" v="377" actId="21"/>
          <ac:spMkLst>
            <pc:docMk/>
            <pc:sldMk cId="3773506301" sldId="278"/>
            <ac:spMk id="6" creationId="{58B38568-C5E6-EDF1-6A58-E97B3EF311B9}"/>
          </ac:spMkLst>
        </pc:spChg>
        <pc:spChg chg="add del mod">
          <ac:chgData name="Margo Bonal" userId="18c9fa0f-b53d-478b-9dc0-6ad88786c19f" providerId="ADAL" clId="{57E2D5E0-CA32-47BE-A2DC-7B0365E99328}" dt="2026-04-24T13:52:43.220" v="831" actId="478"/>
          <ac:spMkLst>
            <pc:docMk/>
            <pc:sldMk cId="3773506301" sldId="278"/>
            <ac:spMk id="8" creationId="{EA426327-080E-D6DC-5429-A7B7570CC266}"/>
          </ac:spMkLst>
        </pc:spChg>
        <pc:spChg chg="del mod">
          <ac:chgData name="Margo Bonal" userId="18c9fa0f-b53d-478b-9dc0-6ad88786c19f" providerId="ADAL" clId="{57E2D5E0-CA32-47BE-A2DC-7B0365E99328}" dt="2026-04-24T13:20:55.583" v="376" actId="21"/>
          <ac:spMkLst>
            <pc:docMk/>
            <pc:sldMk cId="3773506301" sldId="278"/>
            <ac:spMk id="10" creationId="{B6A5AF98-EEC8-FE54-703A-15987C5508C2}"/>
          </ac:spMkLst>
        </pc:spChg>
        <pc:spChg chg="add del mod">
          <ac:chgData name="Margo Bonal" userId="18c9fa0f-b53d-478b-9dc0-6ad88786c19f" providerId="ADAL" clId="{57E2D5E0-CA32-47BE-A2DC-7B0365E99328}" dt="2026-04-24T13:52:48.137" v="834" actId="478"/>
          <ac:spMkLst>
            <pc:docMk/>
            <pc:sldMk cId="3773506301" sldId="278"/>
            <ac:spMk id="13" creationId="{1C4C850A-583D-D196-B5D7-40C5935759EE}"/>
          </ac:spMkLst>
        </pc:spChg>
        <pc:spChg chg="add mod">
          <ac:chgData name="Margo Bonal" userId="18c9fa0f-b53d-478b-9dc0-6ad88786c19f" providerId="ADAL" clId="{57E2D5E0-CA32-47BE-A2DC-7B0365E99328}" dt="2026-04-24T13:53:55.627" v="842"/>
          <ac:spMkLst>
            <pc:docMk/>
            <pc:sldMk cId="3773506301" sldId="278"/>
            <ac:spMk id="14" creationId="{9001C0F1-9D22-C1D5-96C7-35D5BED1B84C}"/>
          </ac:spMkLst>
        </pc:spChg>
        <pc:spChg chg="add del mod">
          <ac:chgData name="Margo Bonal" userId="18c9fa0f-b53d-478b-9dc0-6ad88786c19f" providerId="ADAL" clId="{57E2D5E0-CA32-47BE-A2DC-7B0365E99328}" dt="2026-04-24T14:15:46.216" v="1104" actId="478"/>
          <ac:spMkLst>
            <pc:docMk/>
            <pc:sldMk cId="3773506301" sldId="278"/>
            <ac:spMk id="16" creationId="{BBFBA1DF-66E9-5C80-6D7A-94EC63939216}"/>
          </ac:spMkLst>
        </pc:spChg>
        <pc:spChg chg="add del mod">
          <ac:chgData name="Margo Bonal" userId="18c9fa0f-b53d-478b-9dc0-6ad88786c19f" providerId="ADAL" clId="{57E2D5E0-CA32-47BE-A2DC-7B0365E99328}" dt="2026-04-24T14:15:44.689" v="1103" actId="478"/>
          <ac:spMkLst>
            <pc:docMk/>
            <pc:sldMk cId="3773506301" sldId="278"/>
            <ac:spMk id="17" creationId="{57D7FD09-9060-08AC-D1F1-3FCD0406291A}"/>
          </ac:spMkLst>
        </pc:spChg>
        <pc:spChg chg="add del mod">
          <ac:chgData name="Margo Bonal" userId="18c9fa0f-b53d-478b-9dc0-6ad88786c19f" providerId="ADAL" clId="{57E2D5E0-CA32-47BE-A2DC-7B0365E99328}" dt="2026-04-24T14:15:49.554" v="1105" actId="478"/>
          <ac:spMkLst>
            <pc:docMk/>
            <pc:sldMk cId="3773506301" sldId="278"/>
            <ac:spMk id="19" creationId="{22B165CE-91DC-F170-E814-58D6EB03F783}"/>
          </ac:spMkLst>
        </pc:spChg>
        <pc:graphicFrameChg chg="add del mod">
          <ac:chgData name="Margo Bonal" userId="18c9fa0f-b53d-478b-9dc0-6ad88786c19f" providerId="ADAL" clId="{57E2D5E0-CA32-47BE-A2DC-7B0365E99328}" dt="2026-04-24T13:57:31.822" v="910" actId="478"/>
          <ac:graphicFrameMkLst>
            <pc:docMk/>
            <pc:sldMk cId="3773506301" sldId="278"/>
            <ac:graphicFrameMk id="15" creationId="{C21209C8-6801-ADE3-BF08-45AB9D8C5449}"/>
          </ac:graphicFrameMkLst>
        </pc:graphicFrameChg>
        <pc:picChg chg="mod">
          <ac:chgData name="Margo Bonal" userId="18c9fa0f-b53d-478b-9dc0-6ad88786c19f" providerId="ADAL" clId="{57E2D5E0-CA32-47BE-A2DC-7B0365E99328}" dt="2026-04-24T14:15:56.356" v="1107" actId="1076"/>
          <ac:picMkLst>
            <pc:docMk/>
            <pc:sldMk cId="3773506301" sldId="278"/>
            <ac:picMk id="7" creationId="{69A52293-75E5-359D-7395-51D899F9087B}"/>
          </ac:picMkLst>
        </pc:picChg>
      </pc:sldChg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532806018" sldId="279"/>
        </pc:sldMkLst>
      </pc:sldChg>
      <pc:sldChg chg="setBg">
        <pc:chgData name="Margo Bonal" userId="18c9fa0f-b53d-478b-9dc0-6ad88786c19f" providerId="ADAL" clId="{57E2D5E0-CA32-47BE-A2DC-7B0365E99328}" dt="2026-04-24T13:54:46.104" v="857"/>
        <pc:sldMkLst>
          <pc:docMk/>
          <pc:sldMk cId="2474028920" sldId="280"/>
        </pc:sldMkLst>
      </pc:sldChg>
      <pc:sldChg chg="modSp mod setBg">
        <pc:chgData name="Margo Bonal" userId="18c9fa0f-b53d-478b-9dc0-6ad88786c19f" providerId="ADAL" clId="{57E2D5E0-CA32-47BE-A2DC-7B0365E99328}" dt="2026-04-24T13:54:46.104" v="857"/>
        <pc:sldMkLst>
          <pc:docMk/>
          <pc:sldMk cId="2582527457" sldId="281"/>
        </pc:sldMkLst>
        <pc:spChg chg="mod">
          <ac:chgData name="Margo Bonal" userId="18c9fa0f-b53d-478b-9dc0-6ad88786c19f" providerId="ADAL" clId="{57E2D5E0-CA32-47BE-A2DC-7B0365E99328}" dt="2026-04-24T13:26:43.270" v="580" actId="20577"/>
          <ac:spMkLst>
            <pc:docMk/>
            <pc:sldMk cId="2582527457" sldId="281"/>
            <ac:spMk id="3" creationId="{88E87286-C813-E53C-8EAF-C70AA9478D5A}"/>
          </ac:spMkLst>
        </pc:spChg>
      </pc:sldChg>
      <pc:sldChg chg="addSp delSp modSp new del mod setBg">
        <pc:chgData name="Margo Bonal" userId="18c9fa0f-b53d-478b-9dc0-6ad88786c19f" providerId="ADAL" clId="{57E2D5E0-CA32-47BE-A2DC-7B0365E99328}" dt="2026-04-24T13:58:04.062" v="925" actId="2696"/>
        <pc:sldMkLst>
          <pc:docMk/>
          <pc:sldMk cId="197347208" sldId="282"/>
        </pc:sldMkLst>
        <pc:spChg chg="del mod">
          <ac:chgData name="Margo Bonal" userId="18c9fa0f-b53d-478b-9dc0-6ad88786c19f" providerId="ADAL" clId="{57E2D5E0-CA32-47BE-A2DC-7B0365E99328}" dt="2026-04-24T13:46:52.761" v="741" actId="478"/>
          <ac:spMkLst>
            <pc:docMk/>
            <pc:sldMk cId="197347208" sldId="282"/>
            <ac:spMk id="2" creationId="{07E0F2CA-3ED0-43B1-3FE2-C1C90CD72DE6}"/>
          </ac:spMkLst>
        </pc:spChg>
        <pc:spChg chg="del mod">
          <ac:chgData name="Margo Bonal" userId="18c9fa0f-b53d-478b-9dc0-6ad88786c19f" providerId="ADAL" clId="{57E2D5E0-CA32-47BE-A2DC-7B0365E99328}" dt="2026-04-24T13:51:17.457" v="801" actId="26606"/>
          <ac:spMkLst>
            <pc:docMk/>
            <pc:sldMk cId="197347208" sldId="282"/>
            <ac:spMk id="3" creationId="{E4613216-8F4F-9D6C-04F8-E25CB1CCE7E6}"/>
          </ac:spMkLst>
        </pc:spChg>
        <pc:spChg chg="mod">
          <ac:chgData name="Margo Bonal" userId="18c9fa0f-b53d-478b-9dc0-6ad88786c19f" providerId="ADAL" clId="{57E2D5E0-CA32-47BE-A2DC-7B0365E99328}" dt="2026-04-24T13:50:10.608" v="781" actId="26606"/>
          <ac:spMkLst>
            <pc:docMk/>
            <pc:sldMk cId="197347208" sldId="282"/>
            <ac:spMk id="4" creationId="{794027C0-DC06-4E10-AABC-026D36281EFA}"/>
          </ac:spMkLst>
        </pc:spChg>
        <pc:spChg chg="add mod">
          <ac:chgData name="Margo Bonal" userId="18c9fa0f-b53d-478b-9dc0-6ad88786c19f" providerId="ADAL" clId="{57E2D5E0-CA32-47BE-A2DC-7B0365E99328}" dt="2026-04-24T13:51:26.350" v="803" actId="1076"/>
          <ac:spMkLst>
            <pc:docMk/>
            <pc:sldMk cId="197347208" sldId="282"/>
            <ac:spMk id="5" creationId="{F8524EAF-A812-318B-0AEC-68BA09C5C2AE}"/>
          </ac:spMkLst>
        </pc:spChg>
        <pc:spChg chg="add del mod">
          <ac:chgData name="Margo Bonal" userId="18c9fa0f-b53d-478b-9dc0-6ad88786c19f" providerId="ADAL" clId="{57E2D5E0-CA32-47BE-A2DC-7B0365E99328}" dt="2026-04-24T13:46:56.495" v="743" actId="478"/>
          <ac:spMkLst>
            <pc:docMk/>
            <pc:sldMk cId="197347208" sldId="282"/>
            <ac:spMk id="7" creationId="{7F7B6506-35BD-C61D-8997-8848854DC2F6}"/>
          </ac:spMkLst>
        </pc:spChg>
        <pc:spChg chg="add mod ord">
          <ac:chgData name="Margo Bonal" userId="18c9fa0f-b53d-478b-9dc0-6ad88786c19f" providerId="ADAL" clId="{57E2D5E0-CA32-47BE-A2DC-7B0365E99328}" dt="2026-04-24T13:51:22.376" v="802" actId="1076"/>
          <ac:spMkLst>
            <pc:docMk/>
            <pc:sldMk cId="197347208" sldId="282"/>
            <ac:spMk id="9" creationId="{6F0D6FD4-4C57-953D-F8EA-5AEAC2DCFF55}"/>
          </ac:spMkLst>
        </pc:spChg>
        <pc:spChg chg="add">
          <ac:chgData name="Margo Bonal" userId="18c9fa0f-b53d-478b-9dc0-6ad88786c19f" providerId="ADAL" clId="{57E2D5E0-CA32-47BE-A2DC-7B0365E99328}" dt="2026-04-24T13:50:10.608" v="781" actId="26606"/>
          <ac:spMkLst>
            <pc:docMk/>
            <pc:sldMk cId="197347208" sldId="282"/>
            <ac:spMk id="14" creationId="{5E7AA7E8-8006-4E1F-A566-FCF37EE6F35D}"/>
          </ac:spMkLst>
        </pc:spChg>
        <pc:spChg chg="add del">
          <ac:chgData name="Margo Bonal" userId="18c9fa0f-b53d-478b-9dc0-6ad88786c19f" providerId="ADAL" clId="{57E2D5E0-CA32-47BE-A2DC-7B0365E99328}" dt="2026-04-24T13:50:10.603" v="780" actId="26606"/>
          <ac:spMkLst>
            <pc:docMk/>
            <pc:sldMk cId="197347208" sldId="282"/>
            <ac:spMk id="15" creationId="{0671A8AE-40A1-4631-A6B8-581AFF065482}"/>
          </ac:spMkLst>
        </pc:spChg>
        <pc:spChg chg="add del">
          <ac:chgData name="Margo Bonal" userId="18c9fa0f-b53d-478b-9dc0-6ad88786c19f" providerId="ADAL" clId="{57E2D5E0-CA32-47BE-A2DC-7B0365E99328}" dt="2026-04-24T13:50:10.603" v="780" actId="26606"/>
          <ac:spMkLst>
            <pc:docMk/>
            <pc:sldMk cId="197347208" sldId="282"/>
            <ac:spMk id="17" creationId="{AB58EF07-17C2-48CF-ABB0-EEF1F17CB8F0}"/>
          </ac:spMkLst>
        </pc:spChg>
        <pc:spChg chg="add del">
          <ac:chgData name="Margo Bonal" userId="18c9fa0f-b53d-478b-9dc0-6ad88786c19f" providerId="ADAL" clId="{57E2D5E0-CA32-47BE-A2DC-7B0365E99328}" dt="2026-04-24T13:50:10.603" v="780" actId="26606"/>
          <ac:spMkLst>
            <pc:docMk/>
            <pc:sldMk cId="197347208" sldId="282"/>
            <ac:spMk id="19" creationId="{AF2F604E-43BE-4DC3-B983-E071523364F8}"/>
          </ac:spMkLst>
        </pc:spChg>
        <pc:spChg chg="add del">
          <ac:chgData name="Margo Bonal" userId="18c9fa0f-b53d-478b-9dc0-6ad88786c19f" providerId="ADAL" clId="{57E2D5E0-CA32-47BE-A2DC-7B0365E99328}" dt="2026-04-24T13:50:10.603" v="780" actId="26606"/>
          <ac:spMkLst>
            <pc:docMk/>
            <pc:sldMk cId="197347208" sldId="282"/>
            <ac:spMk id="21" creationId="{08C9B587-E65E-4B52-B37C-ABEBB6E87928}"/>
          </ac:spMkLst>
        </pc:spChg>
        <pc:graphicFrameChg chg="add">
          <ac:chgData name="Margo Bonal" userId="18c9fa0f-b53d-478b-9dc0-6ad88786c19f" providerId="ADAL" clId="{57E2D5E0-CA32-47BE-A2DC-7B0365E99328}" dt="2026-04-24T13:51:17.457" v="801" actId="26606"/>
          <ac:graphicFrameMkLst>
            <pc:docMk/>
            <pc:sldMk cId="197347208" sldId="282"/>
            <ac:graphicFrameMk id="18" creationId="{0F1D30AF-3AED-15F6-64A5-3B7F245FE4D0}"/>
          </ac:graphicFrameMkLst>
        </pc:graphicFrameChg>
        <pc:picChg chg="add mod">
          <ac:chgData name="Margo Bonal" userId="18c9fa0f-b53d-478b-9dc0-6ad88786c19f" providerId="ADAL" clId="{57E2D5E0-CA32-47BE-A2DC-7B0365E99328}" dt="2026-04-24T13:50:45.311" v="792" actId="1076"/>
          <ac:picMkLst>
            <pc:docMk/>
            <pc:sldMk cId="197347208" sldId="282"/>
            <ac:picMk id="8" creationId="{53A89106-2493-A374-FA5E-A88716AC4EF2}"/>
          </ac:picMkLst>
        </pc:picChg>
        <pc:picChg chg="add del">
          <ac:chgData name="Margo Bonal" userId="18c9fa0f-b53d-478b-9dc0-6ad88786c19f" providerId="ADAL" clId="{57E2D5E0-CA32-47BE-A2DC-7B0365E99328}" dt="2026-04-24T13:50:10.603" v="780" actId="26606"/>
          <ac:picMkLst>
            <pc:docMk/>
            <pc:sldMk cId="197347208" sldId="282"/>
            <ac:picMk id="11" creationId="{EAB94BA2-5493-91A9-5FAA-BC4114FCAF01}"/>
          </ac:picMkLst>
        </pc:picChg>
        <pc:cxnChg chg="add">
          <ac:chgData name="Margo Bonal" userId="18c9fa0f-b53d-478b-9dc0-6ad88786c19f" providerId="ADAL" clId="{57E2D5E0-CA32-47BE-A2DC-7B0365E99328}" dt="2026-04-24T13:50:10.608" v="781" actId="26606"/>
          <ac:cxnSpMkLst>
            <pc:docMk/>
            <pc:sldMk cId="197347208" sldId="282"/>
            <ac:cxnSpMk id="16" creationId="{56020367-4FD5-4596-8E10-C5F095CD8DBF}"/>
          </ac:cxnSpMkLst>
        </pc:cxnChg>
      </pc:sldChg>
      <pc:sldChg chg="addSp delSp modSp new del mod setBg">
        <pc:chgData name="Margo Bonal" userId="18c9fa0f-b53d-478b-9dc0-6ad88786c19f" providerId="ADAL" clId="{57E2D5E0-CA32-47BE-A2DC-7B0365E99328}" dt="2026-04-24T14:01:17.296" v="948" actId="2696"/>
        <pc:sldMkLst>
          <pc:docMk/>
          <pc:sldMk cId="2301772930" sldId="283"/>
        </pc:sldMkLst>
        <pc:spChg chg="mod">
          <ac:chgData name="Margo Bonal" userId="18c9fa0f-b53d-478b-9dc0-6ad88786c19f" providerId="ADAL" clId="{57E2D5E0-CA32-47BE-A2DC-7B0365E99328}" dt="2026-04-24T14:00:30.564" v="935" actId="26606"/>
          <ac:spMkLst>
            <pc:docMk/>
            <pc:sldMk cId="2301772930" sldId="283"/>
            <ac:spMk id="2" creationId="{702D0311-707B-2725-581D-738A23DB0279}"/>
          </ac:spMkLst>
        </pc:spChg>
        <pc:spChg chg="mod">
          <ac:chgData name="Margo Bonal" userId="18c9fa0f-b53d-478b-9dc0-6ad88786c19f" providerId="ADAL" clId="{57E2D5E0-CA32-47BE-A2DC-7B0365E99328}" dt="2026-04-24T14:00:30.564" v="935" actId="26606"/>
          <ac:spMkLst>
            <pc:docMk/>
            <pc:sldMk cId="2301772930" sldId="283"/>
            <ac:spMk id="3" creationId="{83222A3C-F5F7-1F9C-8FF3-34F551F1D6AA}"/>
          </ac:spMkLst>
        </pc:spChg>
        <pc:spChg chg="mod">
          <ac:chgData name="Margo Bonal" userId="18c9fa0f-b53d-478b-9dc0-6ad88786c19f" providerId="ADAL" clId="{57E2D5E0-CA32-47BE-A2DC-7B0365E99328}" dt="2026-04-24T14:00:30.564" v="935" actId="26606"/>
          <ac:spMkLst>
            <pc:docMk/>
            <pc:sldMk cId="2301772930" sldId="283"/>
            <ac:spMk id="4" creationId="{6575FDCF-0BAA-5362-D2C8-077AC27BCE97}"/>
          </ac:spMkLst>
        </pc:spChg>
        <pc:spChg chg="add del">
          <ac:chgData name="Margo Bonal" userId="18c9fa0f-b53d-478b-9dc0-6ad88786c19f" providerId="ADAL" clId="{57E2D5E0-CA32-47BE-A2DC-7B0365E99328}" dt="2026-04-24T13:59:54.689" v="928" actId="26606"/>
          <ac:spMkLst>
            <pc:docMk/>
            <pc:sldMk cId="2301772930" sldId="283"/>
            <ac:spMk id="9" creationId="{6F5A5072-7B47-4D32-B52A-4EBBF590B8A5}"/>
          </ac:spMkLst>
        </pc:spChg>
        <pc:spChg chg="add del">
          <ac:chgData name="Margo Bonal" userId="18c9fa0f-b53d-478b-9dc0-6ad88786c19f" providerId="ADAL" clId="{57E2D5E0-CA32-47BE-A2DC-7B0365E99328}" dt="2026-04-24T14:00:30.564" v="935" actId="26606"/>
          <ac:spMkLst>
            <pc:docMk/>
            <pc:sldMk cId="2301772930" sldId="283"/>
            <ac:spMk id="10" creationId="{8DE2E8FE-B87B-430D-9722-167B5E2C2577}"/>
          </ac:spMkLst>
        </pc:spChg>
        <pc:spChg chg="add del">
          <ac:chgData name="Margo Bonal" userId="18c9fa0f-b53d-478b-9dc0-6ad88786c19f" providerId="ADAL" clId="{57E2D5E0-CA32-47BE-A2DC-7B0365E99328}" dt="2026-04-24T13:59:54.689" v="928" actId="26606"/>
          <ac:spMkLst>
            <pc:docMk/>
            <pc:sldMk cId="2301772930" sldId="283"/>
            <ac:spMk id="11" creationId="{9715DAF0-AE1B-46C9-8A6B-DB2AA05AB91D}"/>
          </ac:spMkLst>
        </pc:spChg>
        <pc:spChg chg="add del">
          <ac:chgData name="Margo Bonal" userId="18c9fa0f-b53d-478b-9dc0-6ad88786c19f" providerId="ADAL" clId="{57E2D5E0-CA32-47BE-A2DC-7B0365E99328}" dt="2026-04-24T14:00:30.564" v="935" actId="26606"/>
          <ac:spMkLst>
            <pc:docMk/>
            <pc:sldMk cId="2301772930" sldId="283"/>
            <ac:spMk id="12" creationId="{5E7AA7E8-8006-4E1F-A566-FCF37EE6F35D}"/>
          </ac:spMkLst>
        </pc:spChg>
        <pc:spChg chg="add del">
          <ac:chgData name="Margo Bonal" userId="18c9fa0f-b53d-478b-9dc0-6ad88786c19f" providerId="ADAL" clId="{57E2D5E0-CA32-47BE-A2DC-7B0365E99328}" dt="2026-04-24T13:59:54.689" v="928" actId="26606"/>
          <ac:spMkLst>
            <pc:docMk/>
            <pc:sldMk cId="2301772930" sldId="283"/>
            <ac:spMk id="13" creationId="{6016219D-510E-4184-9090-6D5578A87BD1}"/>
          </ac:spMkLst>
        </pc:spChg>
        <pc:spChg chg="add del">
          <ac:chgData name="Margo Bonal" userId="18c9fa0f-b53d-478b-9dc0-6ad88786c19f" providerId="ADAL" clId="{57E2D5E0-CA32-47BE-A2DC-7B0365E99328}" dt="2026-04-24T13:59:54.689" v="928" actId="26606"/>
          <ac:spMkLst>
            <pc:docMk/>
            <pc:sldMk cId="2301772930" sldId="283"/>
            <ac:spMk id="15" creationId="{AFF4A713-7B75-4B21-90D7-5AB19547C728}"/>
          </ac:spMkLst>
        </pc:spChg>
        <pc:spChg chg="add del">
          <ac:chgData name="Margo Bonal" userId="18c9fa0f-b53d-478b-9dc0-6ad88786c19f" providerId="ADAL" clId="{57E2D5E0-CA32-47BE-A2DC-7B0365E99328}" dt="2026-04-24T13:59:54.689" v="928" actId="26606"/>
          <ac:spMkLst>
            <pc:docMk/>
            <pc:sldMk cId="2301772930" sldId="283"/>
            <ac:spMk id="17" creationId="{DC631C0B-6DA6-4E57-8231-CE32B3434A7E}"/>
          </ac:spMkLst>
        </pc:spChg>
        <pc:spChg chg="add del">
          <ac:chgData name="Margo Bonal" userId="18c9fa0f-b53d-478b-9dc0-6ad88786c19f" providerId="ADAL" clId="{57E2D5E0-CA32-47BE-A2DC-7B0365E99328}" dt="2026-04-24T13:59:54.689" v="928" actId="26606"/>
          <ac:spMkLst>
            <pc:docMk/>
            <pc:sldMk cId="2301772930" sldId="283"/>
            <ac:spMk id="19" creationId="{C29501E6-A978-4A61-9689-9085AF97A53A}"/>
          </ac:spMkLst>
        </pc:spChg>
        <pc:spChg chg="add del">
          <ac:chgData name="Margo Bonal" userId="18c9fa0f-b53d-478b-9dc0-6ad88786c19f" providerId="ADAL" clId="{57E2D5E0-CA32-47BE-A2DC-7B0365E99328}" dt="2026-04-24T13:59:57.634" v="930" actId="26606"/>
          <ac:spMkLst>
            <pc:docMk/>
            <pc:sldMk cId="2301772930" sldId="283"/>
            <ac:spMk id="21" creationId="{934F1179-B481-4F9E-BCA3-AFB972070F83}"/>
          </ac:spMkLst>
        </pc:spChg>
        <pc:spChg chg="add del">
          <ac:chgData name="Margo Bonal" userId="18c9fa0f-b53d-478b-9dc0-6ad88786c19f" providerId="ADAL" clId="{57E2D5E0-CA32-47BE-A2DC-7B0365E99328}" dt="2026-04-24T13:59:57.634" v="930" actId="26606"/>
          <ac:spMkLst>
            <pc:docMk/>
            <pc:sldMk cId="2301772930" sldId="283"/>
            <ac:spMk id="22" creationId="{827DC2C4-B485-428A-BF4A-472D2967F47F}"/>
          </ac:spMkLst>
        </pc:spChg>
        <pc:spChg chg="add del">
          <ac:chgData name="Margo Bonal" userId="18c9fa0f-b53d-478b-9dc0-6ad88786c19f" providerId="ADAL" clId="{57E2D5E0-CA32-47BE-A2DC-7B0365E99328}" dt="2026-04-24T13:59:57.634" v="930" actId="26606"/>
          <ac:spMkLst>
            <pc:docMk/>
            <pc:sldMk cId="2301772930" sldId="283"/>
            <ac:spMk id="23" creationId="{EE04B5EB-F158-4507-90DD-BD23620C7CC9}"/>
          </ac:spMkLst>
        </pc:spChg>
        <pc:spChg chg="add del">
          <ac:chgData name="Margo Bonal" userId="18c9fa0f-b53d-478b-9dc0-6ad88786c19f" providerId="ADAL" clId="{57E2D5E0-CA32-47BE-A2DC-7B0365E99328}" dt="2026-04-24T14:00:05.524" v="933" actId="26606"/>
          <ac:spMkLst>
            <pc:docMk/>
            <pc:sldMk cId="2301772930" sldId="283"/>
            <ac:spMk id="29" creationId="{5A292AEA-2528-46C0-B426-95822B6141FB}"/>
          </ac:spMkLst>
        </pc:spChg>
        <pc:spChg chg="add del">
          <ac:chgData name="Margo Bonal" userId="18c9fa0f-b53d-478b-9dc0-6ad88786c19f" providerId="ADAL" clId="{57E2D5E0-CA32-47BE-A2DC-7B0365E99328}" dt="2026-04-24T14:00:05.524" v="933" actId="26606"/>
          <ac:spMkLst>
            <pc:docMk/>
            <pc:sldMk cId="2301772930" sldId="283"/>
            <ac:spMk id="35" creationId="{D8B7B198-E4DF-43CD-AD8C-199884323745}"/>
          </ac:spMkLst>
        </pc:spChg>
        <pc:spChg chg="add del">
          <ac:chgData name="Margo Bonal" userId="18c9fa0f-b53d-478b-9dc0-6ad88786c19f" providerId="ADAL" clId="{57E2D5E0-CA32-47BE-A2DC-7B0365E99328}" dt="2026-04-24T14:00:05.524" v="933" actId="26606"/>
          <ac:spMkLst>
            <pc:docMk/>
            <pc:sldMk cId="2301772930" sldId="283"/>
            <ac:spMk id="36" creationId="{2BE67753-EA0E-4819-8D22-0B6600CF7231}"/>
          </ac:spMkLst>
        </pc:spChg>
        <pc:grpChg chg="add del">
          <ac:chgData name="Margo Bonal" userId="18c9fa0f-b53d-478b-9dc0-6ad88786c19f" providerId="ADAL" clId="{57E2D5E0-CA32-47BE-A2DC-7B0365E99328}" dt="2026-04-24T14:00:05.524" v="933" actId="26606"/>
          <ac:grpSpMkLst>
            <pc:docMk/>
            <pc:sldMk cId="2301772930" sldId="283"/>
            <ac:grpSpMk id="24" creationId="{87F87F1B-42BA-4AC7-A4E2-41544DDB2CE3}"/>
          </ac:grpSpMkLst>
        </pc:grpChg>
        <pc:grpChg chg="add del">
          <ac:chgData name="Margo Bonal" userId="18c9fa0f-b53d-478b-9dc0-6ad88786c19f" providerId="ADAL" clId="{57E2D5E0-CA32-47BE-A2DC-7B0365E99328}" dt="2026-04-24T14:00:05.524" v="933" actId="26606"/>
          <ac:grpSpMkLst>
            <pc:docMk/>
            <pc:sldMk cId="2301772930" sldId="283"/>
            <ac:grpSpMk id="30" creationId="{967346A5-7569-4F15-AB5D-BE3DADF192C0}"/>
          </ac:grpSpMkLst>
        </pc:grpChg>
        <pc:grpChg chg="add del">
          <ac:chgData name="Margo Bonal" userId="18c9fa0f-b53d-478b-9dc0-6ad88786c19f" providerId="ADAL" clId="{57E2D5E0-CA32-47BE-A2DC-7B0365E99328}" dt="2026-04-24T14:00:05.524" v="933" actId="26606"/>
          <ac:grpSpMkLst>
            <pc:docMk/>
            <pc:sldMk cId="2301772930" sldId="283"/>
            <ac:grpSpMk id="37" creationId="{D76D63AC-0421-45EC-B383-E79A61A78C6B}"/>
          </ac:grpSpMkLst>
        </pc:grpChg>
        <pc:picChg chg="add del mod">
          <ac:chgData name="Margo Bonal" userId="18c9fa0f-b53d-478b-9dc0-6ad88786c19f" providerId="ADAL" clId="{57E2D5E0-CA32-47BE-A2DC-7B0365E99328}" dt="2026-04-24T13:57:58.806" v="924" actId="478"/>
          <ac:picMkLst>
            <pc:docMk/>
            <pc:sldMk cId="2301772930" sldId="283"/>
            <ac:picMk id="5" creationId="{7517AE13-4BF4-D6F7-E088-96B6B03A4FC7}"/>
          </ac:picMkLst>
        </pc:picChg>
        <pc:picChg chg="add del">
          <ac:chgData name="Margo Bonal" userId="18c9fa0f-b53d-478b-9dc0-6ad88786c19f" providerId="ADAL" clId="{57E2D5E0-CA32-47BE-A2DC-7B0365E99328}" dt="2026-04-24T14:00:30.564" v="935" actId="26606"/>
          <ac:picMkLst>
            <pc:docMk/>
            <pc:sldMk cId="2301772930" sldId="283"/>
            <ac:picMk id="6" creationId="{B0AED277-96FC-F301-724C-F6B2D5A270B3}"/>
          </ac:picMkLst>
        </pc:picChg>
        <pc:cxnChg chg="add del">
          <ac:chgData name="Margo Bonal" userId="18c9fa0f-b53d-478b-9dc0-6ad88786c19f" providerId="ADAL" clId="{57E2D5E0-CA32-47BE-A2DC-7B0365E99328}" dt="2026-04-24T14:00:30.564" v="935" actId="26606"/>
          <ac:cxnSpMkLst>
            <pc:docMk/>
            <pc:sldMk cId="2301772930" sldId="283"/>
            <ac:cxnSpMk id="14" creationId="{56020367-4FD5-4596-8E10-C5F095CD8DBF}"/>
          </ac:cxnSpMkLst>
        </pc:cxnChg>
      </pc:sldChg>
      <pc:sldChg chg="addSp delSp modSp add del mod">
        <pc:chgData name="Margo Bonal" userId="18c9fa0f-b53d-478b-9dc0-6ad88786c19f" providerId="ADAL" clId="{57E2D5E0-CA32-47BE-A2DC-7B0365E99328}" dt="2026-04-24T14:06:30.664" v="991" actId="2696"/>
        <pc:sldMkLst>
          <pc:docMk/>
          <pc:sldMk cId="1157091704" sldId="284"/>
        </pc:sldMkLst>
        <pc:spChg chg="del">
          <ac:chgData name="Margo Bonal" userId="18c9fa0f-b53d-478b-9dc0-6ad88786c19f" providerId="ADAL" clId="{57E2D5E0-CA32-47BE-A2DC-7B0365E99328}" dt="2026-04-24T14:01:01.200" v="941" actId="478"/>
          <ac:spMkLst>
            <pc:docMk/>
            <pc:sldMk cId="1157091704" sldId="284"/>
            <ac:spMk id="2" creationId="{C1A84D1B-A785-DCEC-9F96-AD899F0321C2}"/>
          </ac:spMkLst>
        </pc:spChg>
        <pc:spChg chg="del">
          <ac:chgData name="Margo Bonal" userId="18c9fa0f-b53d-478b-9dc0-6ad88786c19f" providerId="ADAL" clId="{57E2D5E0-CA32-47BE-A2DC-7B0365E99328}" dt="2026-04-24T14:00:52.963" v="940" actId="478"/>
          <ac:spMkLst>
            <pc:docMk/>
            <pc:sldMk cId="1157091704" sldId="284"/>
            <ac:spMk id="3" creationId="{02A1E765-977B-7A29-138E-7E6BA06E717A}"/>
          </ac:spMkLst>
        </pc:spChg>
        <pc:spChg chg="add mod">
          <ac:chgData name="Margo Bonal" userId="18c9fa0f-b53d-478b-9dc0-6ad88786c19f" providerId="ADAL" clId="{57E2D5E0-CA32-47BE-A2DC-7B0365E99328}" dt="2026-04-24T14:03:00.021" v="955" actId="20577"/>
          <ac:spMkLst>
            <pc:docMk/>
            <pc:sldMk cId="1157091704" sldId="284"/>
            <ac:spMk id="6" creationId="{1776A02F-B45B-64A9-0726-61D9D56512D0}"/>
          </ac:spMkLst>
        </pc:spChg>
        <pc:spChg chg="add del mod">
          <ac:chgData name="Margo Bonal" userId="18c9fa0f-b53d-478b-9dc0-6ad88786c19f" providerId="ADAL" clId="{57E2D5E0-CA32-47BE-A2DC-7B0365E99328}" dt="2026-04-24T14:01:06.699" v="944" actId="478"/>
          <ac:spMkLst>
            <pc:docMk/>
            <pc:sldMk cId="1157091704" sldId="284"/>
            <ac:spMk id="8" creationId="{4C0834AA-99B1-A76A-6587-27AB9D4B0491}"/>
          </ac:spMkLst>
        </pc:spChg>
        <pc:spChg chg="add mod">
          <ac:chgData name="Margo Bonal" userId="18c9fa0f-b53d-478b-9dc0-6ad88786c19f" providerId="ADAL" clId="{57E2D5E0-CA32-47BE-A2DC-7B0365E99328}" dt="2026-04-24T14:01:04.954" v="943" actId="1076"/>
          <ac:spMkLst>
            <pc:docMk/>
            <pc:sldMk cId="1157091704" sldId="284"/>
            <ac:spMk id="9" creationId="{304A5BFC-4B45-ED1F-212D-191D812B4B83}"/>
          </ac:spMkLst>
        </pc:spChg>
      </pc:sldChg>
      <pc:sldChg chg="addSp delSp add del setBg delDesignElem">
        <pc:chgData name="Margo Bonal" userId="18c9fa0f-b53d-478b-9dc0-6ad88786c19f" providerId="ADAL" clId="{57E2D5E0-CA32-47BE-A2DC-7B0365E99328}" dt="2026-04-24T14:00:44.751" v="938"/>
        <pc:sldMkLst>
          <pc:docMk/>
          <pc:sldMk cId="3902440819" sldId="284"/>
        </pc:sldMkLst>
        <pc:spChg chg="add del">
          <ac:chgData name="Margo Bonal" userId="18c9fa0f-b53d-478b-9dc0-6ad88786c19f" providerId="ADAL" clId="{57E2D5E0-CA32-47BE-A2DC-7B0365E99328}" dt="2026-04-24T14:00:44.751" v="938"/>
          <ac:spMkLst>
            <pc:docMk/>
            <pc:sldMk cId="3902440819" sldId="284"/>
            <ac:spMk id="45" creationId="{53B136C7-D936-2E0D-C3A0-6BB9B6FAD11B}"/>
          </ac:spMkLst>
        </pc:spChg>
        <pc:spChg chg="add del">
          <ac:chgData name="Margo Bonal" userId="18c9fa0f-b53d-478b-9dc0-6ad88786c19f" providerId="ADAL" clId="{57E2D5E0-CA32-47BE-A2DC-7B0365E99328}" dt="2026-04-24T14:00:44.751" v="938"/>
          <ac:spMkLst>
            <pc:docMk/>
            <pc:sldMk cId="3902440819" sldId="284"/>
            <ac:spMk id="47" creationId="{03ABAFB7-489F-A01B-5654-5F8FB1775D55}"/>
          </ac:spMkLst>
        </pc:spChg>
        <pc:spChg chg="add del">
          <ac:chgData name="Margo Bonal" userId="18c9fa0f-b53d-478b-9dc0-6ad88786c19f" providerId="ADAL" clId="{57E2D5E0-CA32-47BE-A2DC-7B0365E99328}" dt="2026-04-24T14:00:44.751" v="938"/>
          <ac:spMkLst>
            <pc:docMk/>
            <pc:sldMk cId="3902440819" sldId="284"/>
            <ac:spMk id="49" creationId="{F11C3F24-A031-B52F-1FA2-AB4C46B71875}"/>
          </ac:spMkLst>
        </pc:spChg>
        <pc:cxnChg chg="add del">
          <ac:chgData name="Margo Bonal" userId="18c9fa0f-b53d-478b-9dc0-6ad88786c19f" providerId="ADAL" clId="{57E2D5E0-CA32-47BE-A2DC-7B0365E99328}" dt="2026-04-24T14:00:44.751" v="938"/>
          <ac:cxnSpMkLst>
            <pc:docMk/>
            <pc:sldMk cId="3902440819" sldId="284"/>
            <ac:cxnSpMk id="51" creationId="{843C5FE8-5756-1408-2610-CD23EED30587}"/>
          </ac:cxnSpMkLst>
        </pc:cxnChg>
      </pc:sldChg>
      <pc:sldChg chg="addSp delSp modSp new del mod setBg">
        <pc:chgData name="Margo Bonal" userId="18c9fa0f-b53d-478b-9dc0-6ad88786c19f" providerId="ADAL" clId="{57E2D5E0-CA32-47BE-A2DC-7B0365E99328}" dt="2026-04-24T14:17:47.444" v="1148" actId="2696"/>
        <pc:sldMkLst>
          <pc:docMk/>
          <pc:sldMk cId="136517662" sldId="285"/>
        </pc:sldMkLst>
        <pc:spChg chg="del mod">
          <ac:chgData name="Margo Bonal" userId="18c9fa0f-b53d-478b-9dc0-6ad88786c19f" providerId="ADAL" clId="{57E2D5E0-CA32-47BE-A2DC-7B0365E99328}" dt="2026-04-24T14:05:54.391" v="983" actId="478"/>
          <ac:spMkLst>
            <pc:docMk/>
            <pc:sldMk cId="136517662" sldId="285"/>
            <ac:spMk id="2" creationId="{2A11A01E-0E91-1722-A699-9D27C7A7D6E7}"/>
          </ac:spMkLst>
        </pc:spChg>
        <pc:spChg chg="del mod">
          <ac:chgData name="Margo Bonal" userId="18c9fa0f-b53d-478b-9dc0-6ad88786c19f" providerId="ADAL" clId="{57E2D5E0-CA32-47BE-A2DC-7B0365E99328}" dt="2026-04-24T14:05:51.709" v="982" actId="478"/>
          <ac:spMkLst>
            <pc:docMk/>
            <pc:sldMk cId="136517662" sldId="285"/>
            <ac:spMk id="3" creationId="{32C87325-4F22-7FCF-0193-B5596A4E82FE}"/>
          </ac:spMkLst>
        </pc:spChg>
        <pc:spChg chg="mod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4" creationId="{F541EF38-6AB1-5CC0-C51C-E9E53561E8FF}"/>
          </ac:spMkLst>
        </pc:spChg>
        <pc:spChg chg="add del mod">
          <ac:chgData name="Margo Bonal" userId="18c9fa0f-b53d-478b-9dc0-6ad88786c19f" providerId="ADAL" clId="{57E2D5E0-CA32-47BE-A2DC-7B0365E99328}" dt="2026-04-24T14:05:56.276" v="984" actId="478"/>
          <ac:spMkLst>
            <pc:docMk/>
            <pc:sldMk cId="136517662" sldId="285"/>
            <ac:spMk id="6" creationId="{79E2F493-95A1-883D-F9AC-8C5728CB841E}"/>
          </ac:spMkLst>
        </pc:spChg>
        <pc:spChg chg="add del mod">
          <ac:chgData name="Margo Bonal" userId="18c9fa0f-b53d-478b-9dc0-6ad88786c19f" providerId="ADAL" clId="{57E2D5E0-CA32-47BE-A2DC-7B0365E99328}" dt="2026-04-24T14:15:28.041" v="1097" actId="478"/>
          <ac:spMkLst>
            <pc:docMk/>
            <pc:sldMk cId="136517662" sldId="285"/>
            <ac:spMk id="7" creationId="{BBD7D8B8-9ABA-9DCB-F78B-E783DEA03E79}"/>
          </ac:spMkLst>
        </pc:spChg>
        <pc:spChg chg="add del mod">
          <ac:chgData name="Margo Bonal" userId="18c9fa0f-b53d-478b-9dc0-6ad88786c19f" providerId="ADAL" clId="{57E2D5E0-CA32-47BE-A2DC-7B0365E99328}" dt="2026-04-24T14:15:35.900" v="1098" actId="478"/>
          <ac:spMkLst>
            <pc:docMk/>
            <pc:sldMk cId="136517662" sldId="285"/>
            <ac:spMk id="8" creationId="{08C15359-6155-0728-134C-A9BE6A52B12A}"/>
          </ac:spMkLst>
        </pc:spChg>
        <pc:spChg chg="add del">
          <ac:chgData name="Margo Bonal" userId="18c9fa0f-b53d-478b-9dc0-6ad88786c19f" providerId="ADAL" clId="{57E2D5E0-CA32-47BE-A2DC-7B0365E99328}" dt="2026-04-24T14:04:48.702" v="969" actId="26606"/>
          <ac:spMkLst>
            <pc:docMk/>
            <pc:sldMk cId="136517662" sldId="285"/>
            <ac:spMk id="9" creationId="{943CAA20-3569-4189-9E48-239A229A86CA}"/>
          </ac:spMkLst>
        </pc:spChg>
        <pc:spChg chg="add mod">
          <ac:chgData name="Margo Bonal" userId="18c9fa0f-b53d-478b-9dc0-6ad88786c19f" providerId="ADAL" clId="{57E2D5E0-CA32-47BE-A2DC-7B0365E99328}" dt="2026-04-24T14:15:25.085" v="1096" actId="1076"/>
          <ac:spMkLst>
            <pc:docMk/>
            <pc:sldMk cId="136517662" sldId="285"/>
            <ac:spMk id="10" creationId="{EF6D894A-D758-C3FD-EE89-0BCFCDAB77B8}"/>
          </ac:spMkLst>
        </pc:spChg>
        <pc:spChg chg="add del">
          <ac:chgData name="Margo Bonal" userId="18c9fa0f-b53d-478b-9dc0-6ad88786c19f" providerId="ADAL" clId="{57E2D5E0-CA32-47BE-A2DC-7B0365E99328}" dt="2026-04-24T14:04:48.702" v="969" actId="26606"/>
          <ac:spMkLst>
            <pc:docMk/>
            <pc:sldMk cId="136517662" sldId="285"/>
            <ac:spMk id="11" creationId="{DA542B6D-E775-4832-91DC-2D20F857813A}"/>
          </ac:spMkLst>
        </pc:spChg>
        <pc:spChg chg="add del">
          <ac:chgData name="Margo Bonal" userId="18c9fa0f-b53d-478b-9dc0-6ad88786c19f" providerId="ADAL" clId="{57E2D5E0-CA32-47BE-A2DC-7B0365E99328}" dt="2026-04-24T14:04:53.190" v="971" actId="26606"/>
          <ac:spMkLst>
            <pc:docMk/>
            <pc:sldMk cId="136517662" sldId="285"/>
            <ac:spMk id="14" creationId="{9095C1F4-AE7F-44E4-8693-40D3D6831140}"/>
          </ac:spMkLst>
        </pc:spChg>
        <pc:spChg chg="add del">
          <ac:chgData name="Margo Bonal" userId="18c9fa0f-b53d-478b-9dc0-6ad88786c19f" providerId="ADAL" clId="{57E2D5E0-CA32-47BE-A2DC-7B0365E99328}" dt="2026-04-24T14:04:53.190" v="971" actId="26606"/>
          <ac:spMkLst>
            <pc:docMk/>
            <pc:sldMk cId="136517662" sldId="285"/>
            <ac:spMk id="15" creationId="{871AEA07-1E14-44B4-8E55-64EF049CD66F}"/>
          </ac:spMkLst>
        </pc:spChg>
        <pc:spChg chg="add del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17" creationId="{B0EE8A42-107A-4D4C-8D56-BBAE95C7FC0D}"/>
          </ac:spMkLst>
        </pc:spChg>
        <pc:spChg chg="add del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18" creationId="{A7895A40-19A4-42D6-9D30-DBC1E8002635}"/>
          </ac:spMkLst>
        </pc:spChg>
        <pc:spChg chg="add del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19" creationId="{02F429C4-ABC9-46FC-818A-B5429CDE4A96}"/>
          </ac:spMkLst>
        </pc:spChg>
        <pc:spChg chg="add del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20" creationId="{2CEF98E4-3709-4952-8F42-2305CCE34FA3}"/>
          </ac:spMkLst>
        </pc:spChg>
        <pc:spChg chg="add del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21" creationId="{F10BCCF5-D685-47FF-B675-647EAEB72C8E}"/>
          </ac:spMkLst>
        </pc:spChg>
        <pc:spChg chg="add del mod">
          <ac:chgData name="Margo Bonal" userId="18c9fa0f-b53d-478b-9dc0-6ad88786c19f" providerId="ADAL" clId="{57E2D5E0-CA32-47BE-A2DC-7B0365E99328}" dt="2026-04-24T14:15:39.099" v="1101"/>
          <ac:spMkLst>
            <pc:docMk/>
            <pc:sldMk cId="136517662" sldId="285"/>
            <ac:spMk id="23" creationId="{5DFA056B-990E-8153-BC82-C09B28D7587B}"/>
          </ac:spMkLst>
        </pc:spChg>
        <pc:spChg chg="add mod">
          <ac:chgData name="Margo Bonal" userId="18c9fa0f-b53d-478b-9dc0-6ad88786c19f" providerId="ADAL" clId="{57E2D5E0-CA32-47BE-A2DC-7B0365E99328}" dt="2026-04-24T14:15:37.996" v="1100"/>
          <ac:spMkLst>
            <pc:docMk/>
            <pc:sldMk cId="136517662" sldId="285"/>
            <ac:spMk id="24" creationId="{50A5A69A-6CD0-210E-B372-38BBF923D226}"/>
          </ac:spMkLst>
        </pc:spChg>
        <pc:spChg chg="add mod">
          <ac:chgData name="Margo Bonal" userId="18c9fa0f-b53d-478b-9dc0-6ad88786c19f" providerId="ADAL" clId="{57E2D5E0-CA32-47BE-A2DC-7B0365E99328}" dt="2026-04-24T14:16:15.219" v="1119" actId="1076"/>
          <ac:spMkLst>
            <pc:docMk/>
            <pc:sldMk cId="136517662" sldId="285"/>
            <ac:spMk id="25" creationId="{CD16E7D7-D95D-7F11-3260-7D4E8B5F682F}"/>
          </ac:spMkLst>
        </pc:spChg>
        <pc:spChg chg="add del">
          <ac:chgData name="Margo Bonal" userId="18c9fa0f-b53d-478b-9dc0-6ad88786c19f" providerId="ADAL" clId="{57E2D5E0-CA32-47BE-A2DC-7B0365E99328}" dt="2026-04-24T14:05:39.102" v="974" actId="26606"/>
          <ac:spMkLst>
            <pc:docMk/>
            <pc:sldMk cId="136517662" sldId="285"/>
            <ac:spMk id="26" creationId="{879EECFE-814E-4B68-96A7-86A795BD22F7}"/>
          </ac:spMkLst>
        </pc:spChg>
        <pc:spChg chg="add del">
          <ac:chgData name="Margo Bonal" userId="18c9fa0f-b53d-478b-9dc0-6ad88786c19f" providerId="ADAL" clId="{57E2D5E0-CA32-47BE-A2DC-7B0365E99328}" dt="2026-04-24T14:05:39.102" v="974" actId="26606"/>
          <ac:spMkLst>
            <pc:docMk/>
            <pc:sldMk cId="136517662" sldId="285"/>
            <ac:spMk id="28" creationId="{AF180F00-B4B2-4196-BB1C-ECD21B03F0A9}"/>
          </ac:spMkLst>
        </pc:spChg>
        <pc:spChg chg="add del">
          <ac:chgData name="Margo Bonal" userId="18c9fa0f-b53d-478b-9dc0-6ad88786c19f" providerId="ADAL" clId="{57E2D5E0-CA32-47BE-A2DC-7B0365E99328}" dt="2026-04-24T14:05:39.102" v="974" actId="26606"/>
          <ac:spMkLst>
            <pc:docMk/>
            <pc:sldMk cId="136517662" sldId="285"/>
            <ac:spMk id="30" creationId="{EE04B5EB-F158-4507-90DD-BD23620C7CC9}"/>
          </ac:spMkLst>
        </pc:spChg>
        <pc:spChg chg="add del">
          <ac:chgData name="Margo Bonal" userId="18c9fa0f-b53d-478b-9dc0-6ad88786c19f" providerId="ADAL" clId="{57E2D5E0-CA32-47BE-A2DC-7B0365E99328}" dt="2026-04-24T14:05:42.093" v="976" actId="26606"/>
          <ac:spMkLst>
            <pc:docMk/>
            <pc:sldMk cId="136517662" sldId="285"/>
            <ac:spMk id="34" creationId="{EA804283-B929-4503-802F-4585376E2B42}"/>
          </ac:spMkLst>
        </pc:spChg>
        <pc:spChg chg="add del">
          <ac:chgData name="Margo Bonal" userId="18c9fa0f-b53d-478b-9dc0-6ad88786c19f" providerId="ADAL" clId="{57E2D5E0-CA32-47BE-A2DC-7B0365E99328}" dt="2026-04-24T14:05:42.093" v="976" actId="26606"/>
          <ac:spMkLst>
            <pc:docMk/>
            <pc:sldMk cId="136517662" sldId="285"/>
            <ac:spMk id="35" creationId="{59EF30C2-29AC-4A0D-BC0A-A679CF113EDD}"/>
          </ac:spMkLst>
        </pc:spChg>
        <pc:spChg chg="add del">
          <ac:chgData name="Margo Bonal" userId="18c9fa0f-b53d-478b-9dc0-6ad88786c19f" providerId="ADAL" clId="{57E2D5E0-CA32-47BE-A2DC-7B0365E99328}" dt="2026-04-24T14:05:42.093" v="976" actId="26606"/>
          <ac:spMkLst>
            <pc:docMk/>
            <pc:sldMk cId="136517662" sldId="285"/>
            <ac:spMk id="37" creationId="{9C682A1A-5B2D-4111-BBD6-620165633E5B}"/>
          </ac:spMkLst>
        </pc:spChg>
        <pc:spChg chg="add del">
          <ac:chgData name="Margo Bonal" userId="18c9fa0f-b53d-478b-9dc0-6ad88786c19f" providerId="ADAL" clId="{57E2D5E0-CA32-47BE-A2DC-7B0365E99328}" dt="2026-04-24T14:05:42.093" v="976" actId="26606"/>
          <ac:spMkLst>
            <pc:docMk/>
            <pc:sldMk cId="136517662" sldId="285"/>
            <ac:spMk id="41" creationId="{A04F1504-431A-4D86-9091-AE7E4B33376B}"/>
          </ac:spMkLst>
        </pc:spChg>
        <pc:spChg chg="add del">
          <ac:chgData name="Margo Bonal" userId="18c9fa0f-b53d-478b-9dc0-6ad88786c19f" providerId="ADAL" clId="{57E2D5E0-CA32-47BE-A2DC-7B0365E99328}" dt="2026-04-24T14:05:43.849" v="978" actId="26606"/>
          <ac:spMkLst>
            <pc:docMk/>
            <pc:sldMk cId="136517662" sldId="285"/>
            <ac:spMk id="43" creationId="{934F1179-B481-4F9E-BCA3-AFB972070F83}"/>
          </ac:spMkLst>
        </pc:spChg>
        <pc:spChg chg="add del">
          <ac:chgData name="Margo Bonal" userId="18c9fa0f-b53d-478b-9dc0-6ad88786c19f" providerId="ADAL" clId="{57E2D5E0-CA32-47BE-A2DC-7B0365E99328}" dt="2026-04-24T14:05:43.849" v="978" actId="26606"/>
          <ac:spMkLst>
            <pc:docMk/>
            <pc:sldMk cId="136517662" sldId="285"/>
            <ac:spMk id="44" creationId="{827DC2C4-B485-428A-BF4A-472D2967F47F}"/>
          </ac:spMkLst>
        </pc:spChg>
        <pc:spChg chg="add del">
          <ac:chgData name="Margo Bonal" userId="18c9fa0f-b53d-478b-9dc0-6ad88786c19f" providerId="ADAL" clId="{57E2D5E0-CA32-47BE-A2DC-7B0365E99328}" dt="2026-04-24T14:05:43.849" v="978" actId="26606"/>
          <ac:spMkLst>
            <pc:docMk/>
            <pc:sldMk cId="136517662" sldId="285"/>
            <ac:spMk id="45" creationId="{EE04B5EB-F158-4507-90DD-BD23620C7CC9}"/>
          </ac:spMkLst>
        </pc:spChg>
        <pc:spChg chg="add del">
          <ac:chgData name="Margo Bonal" userId="18c9fa0f-b53d-478b-9dc0-6ad88786c19f" providerId="ADAL" clId="{57E2D5E0-CA32-47BE-A2DC-7B0365E99328}" dt="2026-04-24T14:05:48.489" v="980" actId="26606"/>
          <ac:spMkLst>
            <pc:docMk/>
            <pc:sldMk cId="136517662" sldId="285"/>
            <ac:spMk id="47" creationId="{1ACA2EA0-FFD3-42EC-9406-B595015ED96E}"/>
          </ac:spMkLst>
        </pc:spChg>
        <pc:spChg chg="add del">
          <ac:chgData name="Margo Bonal" userId="18c9fa0f-b53d-478b-9dc0-6ad88786c19f" providerId="ADAL" clId="{57E2D5E0-CA32-47BE-A2DC-7B0365E99328}" dt="2026-04-24T14:05:48.489" v="980" actId="26606"/>
          <ac:spMkLst>
            <pc:docMk/>
            <pc:sldMk cId="136517662" sldId="285"/>
            <ac:spMk id="48" creationId="{D5288BCE-665C-472A-8C43-664BCFA31E43}"/>
          </ac:spMkLst>
        </pc:spChg>
        <pc:spChg chg="add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51" creationId="{D5B339F4-93B9-4E04-9721-143AD6782EA9}"/>
          </ac:spMkLst>
        </pc:spChg>
        <pc:spChg chg="add">
          <ac:chgData name="Margo Bonal" userId="18c9fa0f-b53d-478b-9dc0-6ad88786c19f" providerId="ADAL" clId="{57E2D5E0-CA32-47BE-A2DC-7B0365E99328}" dt="2026-04-24T14:05:48.489" v="981" actId="26606"/>
          <ac:spMkLst>
            <pc:docMk/>
            <pc:sldMk cId="136517662" sldId="285"/>
            <ac:spMk id="54" creationId="{871AEA07-1E14-44B4-8E55-64EF049CD66F}"/>
          </ac:spMkLst>
        </pc:spChg>
        <pc:grpChg chg="add del">
          <ac:chgData name="Margo Bonal" userId="18c9fa0f-b53d-478b-9dc0-6ad88786c19f" providerId="ADAL" clId="{57E2D5E0-CA32-47BE-A2DC-7B0365E99328}" dt="2026-04-24T14:04:53.190" v="971" actId="26606"/>
          <ac:grpSpMkLst>
            <pc:docMk/>
            <pc:sldMk cId="136517662" sldId="285"/>
            <ac:grpSpMk id="16" creationId="{8734DDD3-F723-4DD3-8ABE-EC0B2AC87D74}"/>
          </ac:grpSpMkLst>
        </pc:grpChg>
      </pc:sldChg>
      <pc:sldChg chg="addSp delSp modSp new mod setBg">
        <pc:chgData name="Margo Bonal" userId="18c9fa0f-b53d-478b-9dc0-6ad88786c19f" providerId="ADAL" clId="{57E2D5E0-CA32-47BE-A2DC-7B0365E99328}" dt="2026-04-24T14:17:59.695" v="1153" actId="26606"/>
        <pc:sldMkLst>
          <pc:docMk/>
          <pc:sldMk cId="294120850" sldId="286"/>
        </pc:sldMkLst>
        <pc:spChg chg="mo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2" creationId="{E9C9ACDB-E88F-2B2C-A445-F5F7CD19BF57}"/>
          </ac:spMkLst>
        </pc:spChg>
        <pc:spChg chg="del mod">
          <ac:chgData name="Margo Bonal" userId="18c9fa0f-b53d-478b-9dc0-6ad88786c19f" providerId="ADAL" clId="{57E2D5E0-CA32-47BE-A2DC-7B0365E99328}" dt="2026-04-24T14:17:33.929" v="1145"/>
          <ac:spMkLst>
            <pc:docMk/>
            <pc:sldMk cId="294120850" sldId="286"/>
            <ac:spMk id="3" creationId="{E53C77C5-6D16-D666-EFB0-617970672F28}"/>
          </ac:spMkLst>
        </pc:spChg>
        <pc:spChg chg="mod or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4" creationId="{E049FB81-7C3D-77BD-7D2D-40627D316BB6}"/>
          </ac:spMkLst>
        </pc:spChg>
        <pc:spChg chg="add mo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5" creationId="{8C93D68C-FF1A-6AAA-C0E9-D935E871DF40}"/>
          </ac:spMkLst>
        </pc:spChg>
        <pc:spChg chg="add del">
          <ac:chgData name="Margo Bonal" userId="18c9fa0f-b53d-478b-9dc0-6ad88786c19f" providerId="ADAL" clId="{57E2D5E0-CA32-47BE-A2DC-7B0365E99328}" dt="2026-04-24T14:17:23.762" v="1142" actId="26606"/>
          <ac:spMkLst>
            <pc:docMk/>
            <pc:sldMk cId="294120850" sldId="286"/>
            <ac:spMk id="9" creationId="{4E1BEB12-92AF-4445-98AD-4C7756E7C93B}"/>
          </ac:spMkLst>
        </pc:spChg>
        <pc:spChg chg="add del">
          <ac:chgData name="Margo Bonal" userId="18c9fa0f-b53d-478b-9dc0-6ad88786c19f" providerId="ADAL" clId="{57E2D5E0-CA32-47BE-A2DC-7B0365E99328}" dt="2026-04-24T14:17:23.762" v="1142" actId="26606"/>
          <ac:spMkLst>
            <pc:docMk/>
            <pc:sldMk cId="294120850" sldId="286"/>
            <ac:spMk id="11" creationId="{D0522C2C-7B5C-48A7-A969-03941E5D2E76}"/>
          </ac:spMkLst>
        </pc:spChg>
        <pc:spChg chg="add del">
          <ac:chgData name="Margo Bonal" userId="18c9fa0f-b53d-478b-9dc0-6ad88786c19f" providerId="ADAL" clId="{57E2D5E0-CA32-47BE-A2DC-7B0365E99328}" dt="2026-04-24T14:17:23.762" v="1142" actId="26606"/>
          <ac:spMkLst>
            <pc:docMk/>
            <pc:sldMk cId="294120850" sldId="286"/>
            <ac:spMk id="13" creationId="{9C682A1A-5B2D-4111-BBD6-620165633E5B}"/>
          </ac:spMkLst>
        </pc:spChg>
        <pc:spChg chg="add del">
          <ac:chgData name="Margo Bonal" userId="18c9fa0f-b53d-478b-9dc0-6ad88786c19f" providerId="ADAL" clId="{57E2D5E0-CA32-47BE-A2DC-7B0365E99328}" dt="2026-04-24T14:17:23.762" v="1142" actId="26606"/>
          <ac:spMkLst>
            <pc:docMk/>
            <pc:sldMk cId="294120850" sldId="286"/>
            <ac:spMk id="15" creationId="{D6EE29F2-D77F-4BD0-A20B-334D316A1C9D}"/>
          </ac:spMkLst>
        </pc:spChg>
        <pc:spChg chg="add del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16" creationId="{7653717E-6F8C-43E0-9893-C03AE87D18D6}"/>
          </ac:spMkLst>
        </pc:spChg>
        <pc:spChg chg="add del">
          <ac:chgData name="Margo Bonal" userId="18c9fa0f-b53d-478b-9dc0-6ad88786c19f" providerId="ADAL" clId="{57E2D5E0-CA32-47BE-A2DC-7B0365E99328}" dt="2026-04-24T14:17:23.762" v="1142" actId="26606"/>
          <ac:spMkLst>
            <pc:docMk/>
            <pc:sldMk cId="294120850" sldId="286"/>
            <ac:spMk id="17" creationId="{22D09ED2-868F-42C6-866E-F92E0CEF314F}"/>
          </ac:spMkLst>
        </pc:spChg>
        <pc:spChg chg="add del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18" creationId="{35BB14B4-EC3F-47C7-9AF3-B0E017B75C42}"/>
          </ac:spMkLst>
        </pc:spChg>
        <pc:spChg chg="add del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19" creationId="{8E2CC403-21CD-41DF-BAC4-329D7FF03C5C}"/>
          </ac:spMkLst>
        </pc:spChg>
        <pc:spChg chg="add del">
          <ac:chgData name="Margo Bonal" userId="18c9fa0f-b53d-478b-9dc0-6ad88786c19f" providerId="ADAL" clId="{57E2D5E0-CA32-47BE-A2DC-7B0365E99328}" dt="2026-04-24T14:17:58.274" v="1150" actId="26606"/>
          <ac:spMkLst>
            <pc:docMk/>
            <pc:sldMk cId="294120850" sldId="286"/>
            <ac:spMk id="26" creationId="{907EF6B7-1338-4443-8C46-6A318D952DFD}"/>
          </ac:spMkLst>
        </pc:spChg>
        <pc:spChg chg="add del">
          <ac:chgData name="Margo Bonal" userId="18c9fa0f-b53d-478b-9dc0-6ad88786c19f" providerId="ADAL" clId="{57E2D5E0-CA32-47BE-A2DC-7B0365E99328}" dt="2026-04-24T14:17:58.274" v="1150" actId="26606"/>
          <ac:spMkLst>
            <pc:docMk/>
            <pc:sldMk cId="294120850" sldId="286"/>
            <ac:spMk id="28" creationId="{DAAE4CDD-124C-4DCF-9584-B6033B545DD5}"/>
          </ac:spMkLst>
        </pc:spChg>
        <pc:spChg chg="add del">
          <ac:chgData name="Margo Bonal" userId="18c9fa0f-b53d-478b-9dc0-6ad88786c19f" providerId="ADAL" clId="{57E2D5E0-CA32-47BE-A2DC-7B0365E99328}" dt="2026-04-24T14:17:58.274" v="1150" actId="26606"/>
          <ac:spMkLst>
            <pc:docMk/>
            <pc:sldMk cId="294120850" sldId="286"/>
            <ac:spMk id="30" creationId="{081E4A58-353D-44AE-B2FC-2A74E2E400F7}"/>
          </ac:spMkLst>
        </pc:spChg>
        <pc:spChg chg="add del">
          <ac:chgData name="Margo Bonal" userId="18c9fa0f-b53d-478b-9dc0-6ad88786c19f" providerId="ADAL" clId="{57E2D5E0-CA32-47BE-A2DC-7B0365E99328}" dt="2026-04-24T14:17:59.681" v="1152" actId="26606"/>
          <ac:spMkLst>
            <pc:docMk/>
            <pc:sldMk cId="294120850" sldId="286"/>
            <ac:spMk id="32" creationId="{FA23A907-97FB-4A8F-880A-DD77401C4296}"/>
          </ac:spMkLst>
        </pc:spChg>
        <pc:spChg chg="add del">
          <ac:chgData name="Margo Bonal" userId="18c9fa0f-b53d-478b-9dc0-6ad88786c19f" providerId="ADAL" clId="{57E2D5E0-CA32-47BE-A2DC-7B0365E99328}" dt="2026-04-24T14:17:59.681" v="1152" actId="26606"/>
          <ac:spMkLst>
            <pc:docMk/>
            <pc:sldMk cId="294120850" sldId="286"/>
            <ac:spMk id="33" creationId="{C2554CA6-288E-4202-BC52-2E5A8F0C0AED}"/>
          </ac:spMkLst>
        </pc:spChg>
        <pc:spChg chg="add del">
          <ac:chgData name="Margo Bonal" userId="18c9fa0f-b53d-478b-9dc0-6ad88786c19f" providerId="ADAL" clId="{57E2D5E0-CA32-47BE-A2DC-7B0365E99328}" dt="2026-04-24T14:17:59.681" v="1152" actId="26606"/>
          <ac:spMkLst>
            <pc:docMk/>
            <pc:sldMk cId="294120850" sldId="286"/>
            <ac:spMk id="34" creationId="{B10BB131-AC8E-4A8E-A5D1-36260F720C3B}"/>
          </ac:spMkLst>
        </pc:spChg>
        <pc:spChg chg="add del">
          <ac:chgData name="Margo Bonal" userId="18c9fa0f-b53d-478b-9dc0-6ad88786c19f" providerId="ADAL" clId="{57E2D5E0-CA32-47BE-A2DC-7B0365E99328}" dt="2026-04-24T14:17:59.681" v="1152" actId="26606"/>
          <ac:spMkLst>
            <pc:docMk/>
            <pc:sldMk cId="294120850" sldId="286"/>
            <ac:spMk id="35" creationId="{5B7778FC-632E-4DCA-A7CB-0D7731CCF970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7" creationId="{907EF6B7-1338-4443-8C46-6A318D952DFD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8" creationId="{DAAE4CDD-124C-4DCF-9584-B6033B545DD5}"/>
          </ac:spMkLst>
        </pc:spChg>
        <pc:spChg chg="add">
          <ac:chgData name="Margo Bonal" userId="18c9fa0f-b53d-478b-9dc0-6ad88786c19f" providerId="ADAL" clId="{57E2D5E0-CA32-47BE-A2DC-7B0365E99328}" dt="2026-04-24T14:17:59.695" v="1153" actId="26606"/>
          <ac:spMkLst>
            <pc:docMk/>
            <pc:sldMk cId="294120850" sldId="286"/>
            <ac:spMk id="39" creationId="{081E4A58-353D-44AE-B2FC-2A74E2E400F7}"/>
          </ac:spMkLst>
        </pc:spChg>
        <pc:grpChg chg="add del">
          <ac:chgData name="Margo Bonal" userId="18c9fa0f-b53d-478b-9dc0-6ad88786c19f" providerId="ADAL" clId="{57E2D5E0-CA32-47BE-A2DC-7B0365E99328}" dt="2026-04-24T14:17:59.695" v="1153" actId="26606"/>
          <ac:grpSpMkLst>
            <pc:docMk/>
            <pc:sldMk cId="294120850" sldId="286"/>
            <ac:grpSpMk id="20" creationId="{B13AA5FE-3FFC-4725-9ADD-E428544EC61B}"/>
          </ac:grpSpMkLst>
        </pc:grpChg>
      </pc:sldChg>
      <pc:sldMasterChg chg="setBg modSldLayout">
        <pc:chgData name="Margo Bonal" userId="18c9fa0f-b53d-478b-9dc0-6ad88786c19f" providerId="ADAL" clId="{57E2D5E0-CA32-47BE-A2DC-7B0365E99328}" dt="2026-04-24T13:54:46.104" v="857"/>
        <pc:sldMasterMkLst>
          <pc:docMk/>
          <pc:sldMasterMk cId="450208615" sldId="2147483648"/>
        </pc:sldMasterMkLst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346914439" sldId="2147483649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199624701" sldId="2147483650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502619102" sldId="2147483651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310478409" sldId="2147483652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140129718" sldId="2147483653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066859592" sldId="2147483654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395074677" sldId="2147483655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3789717152" sldId="2147483656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768275673" sldId="2147483657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543652303" sldId="2147483658"/>
          </pc:sldLayoutMkLst>
        </pc:sldLayoutChg>
        <pc:sldLayoutChg chg="setBg">
          <pc:chgData name="Margo Bonal" userId="18c9fa0f-b53d-478b-9dc0-6ad88786c19f" providerId="ADAL" clId="{57E2D5E0-CA32-47BE-A2DC-7B0365E99328}" dt="2026-04-24T13:54:46.104" v="857"/>
          <pc:sldLayoutMkLst>
            <pc:docMk/>
            <pc:sldMasterMk cId="450208615" sldId="2147483648"/>
            <pc:sldLayoutMk cId="2315433791" sldId="2147483659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DB41C3-DE33-72C9-32C8-3B191141D6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B7AC6-1468-FF51-B162-F2AD4810E72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41067-BB97-4141-BE03-333F3191E3F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B8973-D10B-1DF7-4ABA-0BD45876EF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8E33B9-8DA0-34FE-B141-D1CA24C49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4F93A-C3E0-4F67-8CC3-1F7ADA424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43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6B06F-CD46-493E-B4C1-40B0073FF9CE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D027D-103C-46C6-ADAD-0DC1C73EBC8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F51D7-1495-4ADD-AC16-FF82DF6CAC2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03BB5-D48A-48C3-9CFB-DC9185E67675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F73DE-E7FB-4126-830F-99616741AA11}" type="datetime1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6F203-9046-43D5-87CE-3C67C2F4D3F1}" type="datetime1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D8F1-3E73-46D1-AA5C-5366FE0387E8}" type="datetime1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130E8-8094-4080-98F0-F0540BF5F6CC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87556-5D11-4218-8636-A360C44E36D7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183B-3CD1-4369-AAE8-CB56440A4F36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9937-735C-4AE0-B15E-EEF043CCC6A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6C7B1-23C1-4975-8B1F-F3C993B7D97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1C1F4-9044-872E-66EF-5D3667C4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web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Accessible on PC, tablets, phones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E89B8-F95A-3B6A-6334-9659A02F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90147" y="-89231"/>
            <a:ext cx="2524840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10079656" y="66600"/>
            <a:ext cx="2029999" cy="173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46087" y="119956"/>
            <a:ext cx="1681124" cy="98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7339" y="5492264"/>
            <a:ext cx="2053702" cy="1087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7061880" y="4150050"/>
            <a:ext cx="2844620" cy="852984"/>
          </a:xfrm>
          <a:prstGeom prst="rect">
            <a:avLst/>
          </a:prstGeom>
        </p:spPr>
      </p:pic>
      <p:pic>
        <p:nvPicPr>
          <p:cNvPr id="1026" name="Picture 2" descr="1,280 Logo Ipad Laptop Royalty-Free Images, Stock Photos &amp; Pictures |  Shutterstock">
            <a:extLst>
              <a:ext uri="{FF2B5EF4-FFF2-40B4-BE49-F238E27FC236}">
                <a16:creationId xmlns:a16="http://schemas.microsoft.com/office/drawing/2014/main" id="{2E1208C8-1A6E-954B-A208-EDC39F261D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4" t="15221" r="54413" b="27614"/>
          <a:stretch>
            <a:fillRect/>
          </a:stretch>
        </p:blipFill>
        <p:spPr bwMode="auto">
          <a:xfrm>
            <a:off x="7457339" y="2317703"/>
            <a:ext cx="2053703" cy="1428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949EF5-AE6D-5F3E-B590-ABD1A02D57D7}"/>
              </a:ext>
            </a:extLst>
          </p:cNvPr>
          <p:cNvCxnSpPr>
            <a:cxnSpLocks/>
          </p:cNvCxnSpPr>
          <p:nvPr/>
        </p:nvCxnSpPr>
        <p:spPr>
          <a:xfrm>
            <a:off x="6883232" y="1725854"/>
            <a:ext cx="886805" cy="5450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857E2AF-C913-8643-3C10-F26727BA13EF}"/>
              </a:ext>
            </a:extLst>
          </p:cNvPr>
          <p:cNvCxnSpPr/>
          <p:nvPr/>
        </p:nvCxnSpPr>
        <p:spPr>
          <a:xfrm flipH="1">
            <a:off x="8992609" y="1731910"/>
            <a:ext cx="1090014" cy="514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E484F3-5341-B9D7-4F0A-C750590F5DB6}"/>
              </a:ext>
            </a:extLst>
          </p:cNvPr>
          <p:cNvCxnSpPr>
            <a:cxnSpLocks/>
          </p:cNvCxnSpPr>
          <p:nvPr/>
        </p:nvCxnSpPr>
        <p:spPr>
          <a:xfrm>
            <a:off x="8320434" y="1229293"/>
            <a:ext cx="0" cy="993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2BA5BBC-D55A-B272-2281-62C56F5EC677}"/>
              </a:ext>
            </a:extLst>
          </p:cNvPr>
          <p:cNvCxnSpPr>
            <a:cxnSpLocks/>
          </p:cNvCxnSpPr>
          <p:nvPr/>
        </p:nvCxnSpPr>
        <p:spPr>
          <a:xfrm flipV="1">
            <a:off x="8483793" y="3745992"/>
            <a:ext cx="0" cy="343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176B6A-33EB-4312-63AE-CBEE219BAD08}"/>
              </a:ext>
            </a:extLst>
          </p:cNvPr>
          <p:cNvCxnSpPr>
            <a:cxnSpLocks/>
          </p:cNvCxnSpPr>
          <p:nvPr/>
        </p:nvCxnSpPr>
        <p:spPr>
          <a:xfrm flipV="1">
            <a:off x="8526579" y="5082534"/>
            <a:ext cx="0" cy="279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DC73BA3-4C0F-5B32-373E-8E18596CBB51}"/>
              </a:ext>
            </a:extLst>
          </p:cNvPr>
          <p:cNvSpPr txBox="1"/>
          <p:nvPr/>
        </p:nvSpPr>
        <p:spPr>
          <a:xfrm>
            <a:off x="10208843" y="4391876"/>
            <a:ext cx="147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Deployment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AF4371-CFC0-5779-BA46-8CE7B2D4B25E}"/>
              </a:ext>
            </a:extLst>
          </p:cNvPr>
          <p:cNvSpPr txBox="1"/>
          <p:nvPr/>
        </p:nvSpPr>
        <p:spPr>
          <a:xfrm>
            <a:off x="8332320" y="1365736"/>
            <a:ext cx="168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Development</a:t>
            </a:r>
          </a:p>
        </p:txBody>
      </p:sp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1E7A4-7DE4-7314-C627-1F7E55F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id, never sent as raw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Meet project specified criteria, successfully launch app, available online</a:t>
            </a:r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6D58-6E92-C5FF-38D3-525CAE55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34325"/>
            <a:ext cx="12192000" cy="370786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49607A-1666-A0C0-63B8-EA54F6E0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6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DF54A17-E1B3-F303-456C-DA742E6BC8C0}"/>
              </a:ext>
            </a:extLst>
          </p:cNvPr>
          <p:cNvSpPr txBox="1">
            <a:spLocks/>
          </p:cNvSpPr>
          <p:nvPr/>
        </p:nvSpPr>
        <p:spPr>
          <a:xfrm>
            <a:off x="838201" y="5679306"/>
            <a:ext cx="11353800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Documentation: </a:t>
            </a:r>
            <a:r>
              <a:rPr lang="en-US" sz="28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sz="2800" dirty="0">
              <a:solidFill>
                <a:srgbClr val="0070C0"/>
              </a:solidFill>
            </a:endParaRPr>
          </a:p>
          <a:p>
            <a:r>
              <a:rPr lang="en-US" sz="2800" dirty="0"/>
              <a:t>Live: </a:t>
            </a:r>
            <a:r>
              <a:rPr lang="en-US" sz="28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1B082-1657-31F2-E805-C38CCE5C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416205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6E53-CFD2-C027-AA2C-E55710C39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9ACDB-E88F-2B2C-A445-F5F7CD19BF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6834" y="1153572"/>
            <a:ext cx="3200400" cy="44611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Project Improvements</a:t>
            </a:r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93D68C-FF1A-6AAA-C0E9-D935E871D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/>
              <a:t>Email verification integration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/>
              <a:t>AI Coach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/>
              <a:t>Smart watch connectivity 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/>
              <a:t>Database scalability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9FB81-7C3D-77BD-7D2D-40627D31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41564" y="6356350"/>
            <a:ext cx="181223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CC2E120-88CB-4223-BF42-F8F7A034DB50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120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396" y="2777551"/>
            <a:ext cx="4735924" cy="119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949" y="2777552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6FFE89-6C3C-A07F-03B6-6620445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238</Words>
  <Application>Microsoft Office PowerPoint</Application>
  <PresentationFormat>Widescreen</PresentationFormat>
  <Paragraphs>62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Vulcan Activity Tracker</vt:lpstr>
      <vt:lpstr>Motivation</vt:lpstr>
      <vt:lpstr>Development Stack</vt:lpstr>
      <vt:lpstr>PowerPoint Presentation</vt:lpstr>
      <vt:lpstr>Project Goals</vt:lpstr>
      <vt:lpstr>Gantt Chart</vt:lpstr>
      <vt:lpstr>Live Demonstration</vt:lpstr>
      <vt:lpstr>Business Model </vt:lpstr>
      <vt:lpstr>Project Improvements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2026-04-24T14:18:04Z</dcterms:modified>
</cp:coreProperties>
</file>