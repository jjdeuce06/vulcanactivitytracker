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B8F5E0-7123-4539-B655-966C911AA931}" v="1" dt="2026-02-03T23:01:08.8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9" d="100"/>
          <a:sy n="79" d="100"/>
        </p:scale>
        <p:origin x="675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2T20:40:18.617" v="618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2T20:38:25.089" v="584" actId="20577"/>
        <pc:sldMkLst>
          <pc:docMk/>
          <pc:sldMk cId="3757417550" sldId="257"/>
        </pc:sldMkLst>
        <pc:spChg chg="mod">
          <ac:chgData name="John Gerega" userId="bd3e1e46fb6a714b" providerId="LiveId" clId="{45F0C402-C550-4C82-B31D-5B32217A5E94}" dt="2026-02-02T20:37:56.056" v="445" actId="20577"/>
          <ac:spMkLst>
            <pc:docMk/>
            <pc:sldMk cId="3757417550" sldId="257"/>
            <ac:spMk id="2" creationId="{E7842A09-2E5C-19A8-AA60-5E9E7A570868}"/>
          </ac:spMkLst>
        </pc:spChg>
        <pc:spChg chg="mod">
          <ac:chgData name="John Gerega" userId="bd3e1e46fb6a714b" providerId="LiveId" clId="{45F0C402-C550-4C82-B31D-5B32217A5E94}" dt="2026-02-02T20:38:25.089" v="584" actId="20577"/>
          <ac:spMkLst>
            <pc:docMk/>
            <pc:sldMk cId="3757417550" sldId="257"/>
            <ac:spMk id="3" creationId="{66010F8E-0D09-78CB-9B21-BE691E563911}"/>
          </ac:spMkLst>
        </pc:spChg>
      </pc:sldChg>
      <pc:sldChg chg="modSp new mod">
        <pc:chgData name="John Gerega" userId="bd3e1e46fb6a714b" providerId="LiveId" clId="{45F0C402-C550-4C82-B31D-5B32217A5E94}" dt="2026-02-02T20:37:34.476" v="436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2T20:37:34.476" v="436" actId="20577"/>
          <ac:spMkLst>
            <pc:docMk/>
            <pc:sldMk cId="15834778" sldId="258"/>
            <ac:spMk id="5" creationId="{7B8A2A8B-28C1-02AA-9C1B-1B1315480A28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del delSldLayout">
        <pc:chgData name="John Gerega" userId="bd3e1e46fb6a714b" providerId="LiveId" clId="{45F0C402-C550-4C82-B31D-5B32217A5E94}" dt="2026-02-02T20:33:55.195" v="25" actId="26606"/>
        <pc:sldMasterMkLst>
          <pc:docMk/>
          <pc:sldMasterMk cId="654404354" sldId="2147483648"/>
        </pc:sldMasterMkLst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206081883" sldId="2147483649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1262157276" sldId="2147483650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365975278" sldId="2147483651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4002861309" sldId="2147483652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4187777381" sldId="2147483653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384039660" sldId="2147483654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1105181166" sldId="2147483655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2328953897" sldId="2147483656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239498863" sldId="2147483657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560194451" sldId="2147483658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370102941" sldId="2147483659"/>
          </pc:sldLayoutMkLst>
        </pc:sldLayoutChg>
      </pc:sldMaster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  <pc:docChgLst>
    <pc:chgData name="Margo Bonal" userId="18c9fa0f-b53d-478b-9dc0-6ad88786c19f" providerId="ADAL" clId="{93D479E5-F67F-4B8A-A78F-A0B574A116B6}"/>
    <pc:docChg chg="undo custSel modSld">
      <pc:chgData name="Margo Bonal" userId="18c9fa0f-b53d-478b-9dc0-6ad88786c19f" providerId="ADAL" clId="{93D479E5-F67F-4B8A-A78F-A0B574A116B6}" dt="2026-02-03T23:01:29.897" v="9" actId="14100"/>
      <pc:docMkLst>
        <pc:docMk/>
      </pc:docMkLst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spChg chg="del">
          <ac:chgData name="Margo Bonal" userId="18c9fa0f-b53d-478b-9dc0-6ad88786c19f" providerId="ADAL" clId="{93D479E5-F67F-4B8A-A78F-A0B574A116B6}" dt="2026-02-03T23:00:52.954" v="0" actId="478"/>
          <ac:spMkLst>
            <pc:docMk/>
            <pc:sldMk cId="1619079604" sldId="259"/>
            <ac:spMk id="3" creationId="{C867833D-A874-AB71-87A3-CB3EF85D1241}"/>
          </ac:spMkLst>
        </pc:spChg>
        <pc:spChg chg="add del">
          <ac:chgData name="Margo Bonal" userId="18c9fa0f-b53d-478b-9dc0-6ad88786c19f" providerId="ADAL" clId="{93D479E5-F67F-4B8A-A78F-A0B574A116B6}" dt="2026-02-03T23:00:57.931" v="2" actId="22"/>
          <ac:spMkLst>
            <pc:docMk/>
            <pc:sldMk cId="1619079604" sldId="259"/>
            <ac:spMk id="5" creationId="{54D2AD5A-3A83-EE3E-0FB2-874D79CFDA22}"/>
          </ac:spMkLst>
        </pc:spChg>
        <pc:spChg chg="add del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11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13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15" creationId="{FAF3766F-DEF3-4802-BB0D-7A18EDD9704F}"/>
          </ac:spMkLst>
        </pc:spChg>
        <pc:spChg chg="add del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17" creationId="{B2C335F7-F61C-4EB4-80F2-4B1438FE66BB}"/>
          </ac:spMkLst>
        </pc:spChg>
        <pc:spChg chg="add del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19" creationId="{E4C7F386-A972-9ED7-C153-F0E50968255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A2A8B-28C1-02AA-9C1B-1B1315480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1227A-06C8-D8A3-0CAF-897814B3001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42A09-2E5C-19A8-AA60-5E9E7A57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10F8E-0D09-78CB-9B21-BE691E563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API endpoint to extract all public activities a user uploads to be accounted for in the leaderboard</a:t>
            </a:r>
          </a:p>
        </p:txBody>
      </p:sp>
    </p:spTree>
    <p:extLst>
      <p:ext uri="{BB962C8B-B14F-4D97-AF65-F5344CB8AC3E}">
        <p14:creationId xmlns:p14="http://schemas.microsoft.com/office/powerpoint/2010/main" val="375741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69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GestaltVTI</vt:lpstr>
      <vt:lpstr>Vulcan Activity Tracker</vt:lpstr>
      <vt:lpstr>Weekly Progress</vt:lpstr>
      <vt:lpstr>Solutions</vt:lpstr>
      <vt:lpstr>Gant Chart Progress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Margo Bonal</cp:lastModifiedBy>
  <cp:revision>1</cp:revision>
  <dcterms:created xsi:type="dcterms:W3CDTF">2026-02-02T20:32:56Z</dcterms:created>
  <dcterms:modified xsi:type="dcterms:W3CDTF">2026-02-03T23:01:35Z</dcterms:modified>
</cp:coreProperties>
</file>