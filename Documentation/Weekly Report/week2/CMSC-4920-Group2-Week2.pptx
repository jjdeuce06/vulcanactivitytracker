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C3BB9E-A21F-49EE-A1A5-74993F831EE7}" v="11" dt="2026-01-22T19:50:42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474" y="5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go Bonal" userId="18c9fa0f-b53d-478b-9dc0-6ad88786c19f" providerId="ADAL" clId="{93D479E5-F67F-4B8A-A78F-A0B574A116B6}"/>
    <pc:docChg chg="undo custSel addSld modSld">
      <pc:chgData name="Margo Bonal" userId="18c9fa0f-b53d-478b-9dc0-6ad88786c19f" providerId="ADAL" clId="{93D479E5-F67F-4B8A-A78F-A0B574A116B6}" dt="2026-01-22T19:55:18.123" v="644" actId="1076"/>
      <pc:docMkLst>
        <pc:docMk/>
      </pc:docMkLst>
      <pc:sldChg chg="addSp delSp modSp new mod setBg">
        <pc:chgData name="Margo Bonal" userId="18c9fa0f-b53d-478b-9dc0-6ad88786c19f" providerId="ADAL" clId="{93D479E5-F67F-4B8A-A78F-A0B574A116B6}" dt="2026-01-22T19:12:02.971" v="227" actId="26606"/>
        <pc:sldMkLst>
          <pc:docMk/>
          <pc:sldMk cId="1562194928" sldId="256"/>
        </pc:sldMkLst>
        <pc:spChg chg="mo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" creationId="{7E1F449D-2BD2-97B5-DCE5-EA7AA820BE81}"/>
          </ac:spMkLst>
        </pc:spChg>
        <pc:spChg chg="mo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3" creationId="{BFFB11B0-F653-A213-DE0D-88B0308AFCD4}"/>
          </ac:spMkLst>
        </pc:spChg>
        <pc:spChg chg="add del">
          <ac:chgData name="Margo Bonal" userId="18c9fa0f-b53d-478b-9dc0-6ad88786c19f" providerId="ADAL" clId="{93D479E5-F67F-4B8A-A78F-A0B574A116B6}" dt="2026-01-22T19:11:38.509" v="222" actId="26606"/>
          <ac:spMkLst>
            <pc:docMk/>
            <pc:sldMk cId="1562194928" sldId="256"/>
            <ac:spMk id="8" creationId="{943CAA20-3569-4189-9E48-239A229A86CA}"/>
          </ac:spMkLst>
        </pc:spChg>
        <pc:spChg chg="add del">
          <ac:chgData name="Margo Bonal" userId="18c9fa0f-b53d-478b-9dc0-6ad88786c19f" providerId="ADAL" clId="{93D479E5-F67F-4B8A-A78F-A0B574A116B6}" dt="2026-01-22T19:11:38.509" v="222" actId="26606"/>
          <ac:spMkLst>
            <pc:docMk/>
            <pc:sldMk cId="1562194928" sldId="256"/>
            <ac:spMk id="10" creationId="{DA542B6D-E775-4832-91DC-2D20F857813A}"/>
          </ac:spMkLst>
        </pc:spChg>
        <pc:spChg chg="add del">
          <ac:chgData name="Margo Bonal" userId="18c9fa0f-b53d-478b-9dc0-6ad88786c19f" providerId="ADAL" clId="{93D479E5-F67F-4B8A-A78F-A0B574A116B6}" dt="2026-01-22T19:11:41.280" v="224" actId="26606"/>
          <ac:spMkLst>
            <pc:docMk/>
            <pc:sldMk cId="1562194928" sldId="256"/>
            <ac:spMk id="12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1-22T19:11:41.280" v="224" actId="26606"/>
          <ac:spMkLst>
            <pc:docMk/>
            <pc:sldMk cId="1562194928" sldId="256"/>
            <ac:spMk id="13" creationId="{4522B21E-B2B9-4C72-9A71-C87EFD137480}"/>
          </ac:spMkLst>
        </pc:spChg>
        <pc:spChg chg="add del">
          <ac:chgData name="Margo Bonal" userId="18c9fa0f-b53d-478b-9dc0-6ad88786c19f" providerId="ADAL" clId="{93D479E5-F67F-4B8A-A78F-A0B574A116B6}" dt="2026-01-22T19:11:41.280" v="224" actId="26606"/>
          <ac:spMkLst>
            <pc:docMk/>
            <pc:sldMk cId="1562194928" sldId="256"/>
            <ac:spMk id="15" creationId="{5EB7D2A2-F448-44D4-938C-DC84CBCB3B1E}"/>
          </ac:spMkLst>
        </pc:spChg>
        <pc:spChg chg="add del">
          <ac:chgData name="Margo Bonal" userId="18c9fa0f-b53d-478b-9dc0-6ad88786c19f" providerId="ADAL" clId="{93D479E5-F67F-4B8A-A78F-A0B574A116B6}" dt="2026-01-22T19:12:02.959" v="226" actId="26606"/>
          <ac:spMkLst>
            <pc:docMk/>
            <pc:sldMk cId="1562194928" sldId="256"/>
            <ac:spMk id="17" creationId="{943CAA20-3569-4189-9E48-239A229A86CA}"/>
          </ac:spMkLst>
        </pc:spChg>
        <pc:spChg chg="add del">
          <ac:chgData name="Margo Bonal" userId="18c9fa0f-b53d-478b-9dc0-6ad88786c19f" providerId="ADAL" clId="{93D479E5-F67F-4B8A-A78F-A0B574A116B6}" dt="2026-01-22T19:12:02.959" v="226" actId="26606"/>
          <ac:spMkLst>
            <pc:docMk/>
            <pc:sldMk cId="1562194928" sldId="256"/>
            <ac:spMk id="18" creationId="{DA542B6D-E775-4832-91DC-2D20F857813A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0" creationId="{934F1179-B481-4F9E-BCA3-AFB972070F83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1" creationId="{827DC2C4-B485-428A-BF4A-472D2967F47F}"/>
          </ac:spMkLst>
        </pc:spChg>
        <pc:spChg chg="add">
          <ac:chgData name="Margo Bonal" userId="18c9fa0f-b53d-478b-9dc0-6ad88786c19f" providerId="ADAL" clId="{93D479E5-F67F-4B8A-A78F-A0B574A116B6}" dt="2026-01-22T19:12:02.971" v="227" actId="26606"/>
          <ac:spMkLst>
            <pc:docMk/>
            <pc:sldMk cId="1562194928" sldId="256"/>
            <ac:spMk id="22" creationId="{EE04B5EB-F158-4507-90DD-BD23620C7CC9}"/>
          </ac:spMkLst>
        </pc:spChg>
        <pc:cxnChg chg="add del">
          <ac:chgData name="Margo Bonal" userId="18c9fa0f-b53d-478b-9dc0-6ad88786c19f" providerId="ADAL" clId="{93D479E5-F67F-4B8A-A78F-A0B574A116B6}" dt="2026-01-22T19:11:41.280" v="224" actId="26606"/>
          <ac:cxnSpMkLst>
            <pc:docMk/>
            <pc:sldMk cId="1562194928" sldId="256"/>
            <ac:cxnSpMk id="14" creationId="{F7C8EA93-3210-4C62-99E9-153C275E3A87}"/>
          </ac:cxnSpMkLst>
        </pc:cxnChg>
      </pc:sldChg>
      <pc:sldChg chg="addSp delSp modSp new mod setBg">
        <pc:chgData name="Margo Bonal" userId="18c9fa0f-b53d-478b-9dc0-6ad88786c19f" providerId="ADAL" clId="{93D479E5-F67F-4B8A-A78F-A0B574A116B6}" dt="2026-01-22T19:42:05.226" v="577" actId="313"/>
        <pc:sldMkLst>
          <pc:docMk/>
          <pc:sldMk cId="850630602" sldId="257"/>
        </pc:sldMkLst>
        <pc:spChg chg="mod">
          <ac:chgData name="Margo Bonal" userId="18c9fa0f-b53d-478b-9dc0-6ad88786c19f" providerId="ADAL" clId="{93D479E5-F67F-4B8A-A78F-A0B574A116B6}" dt="2026-01-22T19:33:58.342" v="451" actId="14100"/>
          <ac:spMkLst>
            <pc:docMk/>
            <pc:sldMk cId="850630602" sldId="257"/>
            <ac:spMk id="2" creationId="{F4D47601-A3D5-5EAD-C1BB-4EBE55051F15}"/>
          </ac:spMkLst>
        </pc:spChg>
        <pc:spChg chg="mod">
          <ac:chgData name="Margo Bonal" userId="18c9fa0f-b53d-478b-9dc0-6ad88786c19f" providerId="ADAL" clId="{93D479E5-F67F-4B8A-A78F-A0B574A116B6}" dt="2026-01-22T19:42:05.226" v="577" actId="313"/>
          <ac:spMkLst>
            <pc:docMk/>
            <pc:sldMk cId="850630602" sldId="257"/>
            <ac:spMk id="3" creationId="{3AD821AA-AA04-E3EB-5027-44FA0EFD591D}"/>
          </ac:spMkLst>
        </pc:spChg>
        <pc:spChg chg="add del">
          <ac:chgData name="Margo Bonal" userId="18c9fa0f-b53d-478b-9dc0-6ad88786c19f" providerId="ADAL" clId="{93D479E5-F67F-4B8A-A78F-A0B574A116B6}" dt="2026-01-22T19:14:37.212" v="229" actId="26606"/>
          <ac:spMkLst>
            <pc:docMk/>
            <pc:sldMk cId="850630602" sldId="257"/>
            <ac:spMk id="8" creationId="{D5B339F4-93B9-4E04-9721-143AD6782EA9}"/>
          </ac:spMkLst>
        </pc:spChg>
        <pc:spChg chg="add del">
          <ac:chgData name="Margo Bonal" userId="18c9fa0f-b53d-478b-9dc0-6ad88786c19f" providerId="ADAL" clId="{93D479E5-F67F-4B8A-A78F-A0B574A116B6}" dt="2026-01-22T19:14:37.212" v="229" actId="26606"/>
          <ac:spMkLst>
            <pc:docMk/>
            <pc:sldMk cId="850630602" sldId="257"/>
            <ac:spMk id="14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16" creationId="{4522B21E-B2B9-4C72-9A71-C87EFD137480}"/>
          </ac:spMkLst>
        </pc:spChg>
        <pc:spChg chg="add del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17" creationId="{5EB7D2A2-F448-44D4-938C-DC84CBCB3B1E}"/>
          </ac:spMkLst>
        </pc:spChg>
        <pc:spChg chg="add del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18" creationId="{871AEA07-1E14-44B4-8E55-64EF049CD66F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1" creationId="{9C7E0A2C-7C0A-4AAC-B3B0-6C12B2EBAE05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2" creationId="{5EB7D2A2-F448-44D4-938C-DC84CBCB3B1E}"/>
          </ac:spMkLst>
        </pc:spChg>
        <pc:spChg chg="add">
          <ac:chgData name="Margo Bonal" userId="18c9fa0f-b53d-478b-9dc0-6ad88786c19f" providerId="ADAL" clId="{93D479E5-F67F-4B8A-A78F-A0B574A116B6}" dt="2026-01-22T19:33:55.456" v="450" actId="26606"/>
          <ac:spMkLst>
            <pc:docMk/>
            <pc:sldMk cId="850630602" sldId="257"/>
            <ac:spMk id="23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1-22T19:15:01.182" v="234" actId="26606"/>
          <ac:spMkLst>
            <pc:docMk/>
            <pc:sldMk cId="850630602" sldId="257"/>
            <ac:spMk id="24" creationId="{A7895A40-19A4-42D6-9D30-DBC1E8002635}"/>
          </ac:spMkLst>
        </pc:spChg>
        <pc:spChg chg="add del">
          <ac:chgData name="Margo Bonal" userId="18c9fa0f-b53d-478b-9dc0-6ad88786c19f" providerId="ADAL" clId="{93D479E5-F67F-4B8A-A78F-A0B574A116B6}" dt="2026-01-22T19:15:01.182" v="234" actId="26606"/>
          <ac:spMkLst>
            <pc:docMk/>
            <pc:sldMk cId="850630602" sldId="257"/>
            <ac:spMk id="26" creationId="{02F429C4-ABC9-46FC-818A-B5429CDE4A96}"/>
          </ac:spMkLst>
        </pc:spChg>
        <pc:spChg chg="add del">
          <ac:chgData name="Margo Bonal" userId="18c9fa0f-b53d-478b-9dc0-6ad88786c19f" providerId="ADAL" clId="{93D479E5-F67F-4B8A-A78F-A0B574A116B6}" dt="2026-01-22T19:15:01.182" v="234" actId="26606"/>
          <ac:spMkLst>
            <pc:docMk/>
            <pc:sldMk cId="850630602" sldId="257"/>
            <ac:spMk id="28" creationId="{2CEF98E4-3709-4952-8F42-2305CCE34FA3}"/>
          </ac:spMkLst>
        </pc:spChg>
        <pc:spChg chg="add del">
          <ac:chgData name="Margo Bonal" userId="18c9fa0f-b53d-478b-9dc0-6ad88786c19f" providerId="ADAL" clId="{93D479E5-F67F-4B8A-A78F-A0B574A116B6}" dt="2026-01-22T19:15:01.182" v="234" actId="26606"/>
          <ac:spMkLst>
            <pc:docMk/>
            <pc:sldMk cId="850630602" sldId="257"/>
            <ac:spMk id="30" creationId="{F10BCCF5-D685-47FF-B675-647EAEB72C8E}"/>
          </ac:spMkLst>
        </pc:spChg>
        <pc:spChg chg="add del">
          <ac:chgData name="Margo Bonal" userId="18c9fa0f-b53d-478b-9dc0-6ad88786c19f" providerId="ADAL" clId="{93D479E5-F67F-4B8A-A78F-A0B574A116B6}" dt="2026-01-22T19:15:01.182" v="234" actId="26606"/>
          <ac:spMkLst>
            <pc:docMk/>
            <pc:sldMk cId="850630602" sldId="257"/>
            <ac:spMk id="32" creationId="{B0EE8A42-107A-4D4C-8D56-BBAE95C7FC0D}"/>
          </ac:spMkLst>
        </pc:spChg>
        <pc:grpChg chg="add del">
          <ac:chgData name="Margo Bonal" userId="18c9fa0f-b53d-478b-9dc0-6ad88786c19f" providerId="ADAL" clId="{93D479E5-F67F-4B8A-A78F-A0B574A116B6}" dt="2026-01-22T19:14:37.212" v="229" actId="26606"/>
          <ac:grpSpMkLst>
            <pc:docMk/>
            <pc:sldMk cId="850630602" sldId="257"/>
            <ac:grpSpMk id="10" creationId="{8734DDD3-F723-4DD3-8ABE-EC0B2AC87D74}"/>
          </ac:grpSpMkLst>
        </pc:grpChg>
        <pc:cxnChg chg="add del">
          <ac:chgData name="Margo Bonal" userId="18c9fa0f-b53d-478b-9dc0-6ad88786c19f" providerId="ADAL" clId="{93D479E5-F67F-4B8A-A78F-A0B574A116B6}" dt="2026-01-22T19:33:55.456" v="450" actId="26606"/>
          <ac:cxnSpMkLst>
            <pc:docMk/>
            <pc:sldMk cId="850630602" sldId="257"/>
            <ac:cxnSpMk id="19" creationId="{F7C8EA93-3210-4C62-99E9-153C275E3A87}"/>
          </ac:cxnSpMkLst>
        </pc:cxnChg>
        <pc:cxnChg chg="add">
          <ac:chgData name="Margo Bonal" userId="18c9fa0f-b53d-478b-9dc0-6ad88786c19f" providerId="ADAL" clId="{93D479E5-F67F-4B8A-A78F-A0B574A116B6}" dt="2026-01-22T19:33:55.456" v="450" actId="26606"/>
          <ac:cxnSpMkLst>
            <pc:docMk/>
            <pc:sldMk cId="850630602" sldId="257"/>
            <ac:cxnSpMk id="25" creationId="{F7C8EA93-3210-4C62-99E9-153C275E3A87}"/>
          </ac:cxnSpMkLst>
        </pc:cxnChg>
      </pc:sldChg>
      <pc:sldChg chg="addSp delSp modSp new mod setBg">
        <pc:chgData name="Margo Bonal" userId="18c9fa0f-b53d-478b-9dc0-6ad88786c19f" providerId="ADAL" clId="{93D479E5-F67F-4B8A-A78F-A0B574A116B6}" dt="2026-01-22T19:52:28.653" v="637" actId="1076"/>
        <pc:sldMkLst>
          <pc:docMk/>
          <pc:sldMk cId="2065992260" sldId="258"/>
        </pc:sldMkLst>
        <pc:spChg chg="mod">
          <ac:chgData name="Margo Bonal" userId="18c9fa0f-b53d-478b-9dc0-6ad88786c19f" providerId="ADAL" clId="{93D479E5-F67F-4B8A-A78F-A0B574A116B6}" dt="2026-01-22T19:52:28.653" v="637" actId="1076"/>
          <ac:spMkLst>
            <pc:docMk/>
            <pc:sldMk cId="2065992260" sldId="258"/>
            <ac:spMk id="2" creationId="{B52B4F14-C2F3-2702-E62F-43E26432FC8F}"/>
          </ac:spMkLst>
        </pc:spChg>
        <pc:spChg chg="mod">
          <ac:chgData name="Margo Bonal" userId="18c9fa0f-b53d-478b-9dc0-6ad88786c19f" providerId="ADAL" clId="{93D479E5-F67F-4B8A-A78F-A0B574A116B6}" dt="2026-01-22T19:50:16.936" v="618" actId="1076"/>
          <ac:spMkLst>
            <pc:docMk/>
            <pc:sldMk cId="2065992260" sldId="258"/>
            <ac:spMk id="3" creationId="{46DAFCA3-7D8B-DC32-596B-47BF8F22822B}"/>
          </ac:spMkLst>
        </pc:spChg>
        <pc:spChg chg="add mod">
          <ac:chgData name="Margo Bonal" userId="18c9fa0f-b53d-478b-9dc0-6ad88786c19f" providerId="ADAL" clId="{93D479E5-F67F-4B8A-A78F-A0B574A116B6}" dt="2026-01-22T19:52:20.053" v="635" actId="1076"/>
          <ac:spMkLst>
            <pc:docMk/>
            <pc:sldMk cId="2065992260" sldId="258"/>
            <ac:spMk id="4" creationId="{D4FC81F2-19C5-6921-39F4-55F392F4EF54}"/>
          </ac:spMkLst>
        </pc:spChg>
        <pc:spChg chg="add">
          <ac:chgData name="Margo Bonal" userId="18c9fa0f-b53d-478b-9dc0-6ad88786c19f" providerId="ADAL" clId="{93D479E5-F67F-4B8A-A78F-A0B574A116B6}" dt="2026-01-22T19:34:58.880" v="453" actId="26606"/>
          <ac:spMkLst>
            <pc:docMk/>
            <pc:sldMk cId="2065992260" sldId="258"/>
            <ac:spMk id="5" creationId="{D5B339F4-93B9-4E04-9721-143AD6782EA9}"/>
          </ac:spMkLst>
        </pc:spChg>
        <pc:spChg chg="add mod">
          <ac:chgData name="Margo Bonal" userId="18c9fa0f-b53d-478b-9dc0-6ad88786c19f" providerId="ADAL" clId="{93D479E5-F67F-4B8A-A78F-A0B574A116B6}" dt="2026-01-22T19:52:24.417" v="636" actId="1076"/>
          <ac:spMkLst>
            <pc:docMk/>
            <pc:sldMk cId="2065992260" sldId="258"/>
            <ac:spMk id="7" creationId="{8D32A414-77D0-9D8A-9871-A36DB5D41908}"/>
          </ac:spMkLst>
        </pc:spChg>
        <pc:spChg chg="add del">
          <ac:chgData name="Margo Bonal" userId="18c9fa0f-b53d-478b-9dc0-6ad88786c19f" providerId="ADAL" clId="{93D479E5-F67F-4B8A-A78F-A0B574A116B6}" dt="2026-01-22T19:32:57.526" v="437" actId="26606"/>
          <ac:spMkLst>
            <pc:docMk/>
            <pc:sldMk cId="2065992260" sldId="258"/>
            <ac:spMk id="8" creationId="{8E2CC403-21CD-41DF-BAC4-329D7FF03C5C}"/>
          </ac:spMkLst>
        </pc:spChg>
        <pc:spChg chg="add">
          <ac:chgData name="Margo Bonal" userId="18c9fa0f-b53d-478b-9dc0-6ad88786c19f" providerId="ADAL" clId="{93D479E5-F67F-4B8A-A78F-A0B574A116B6}" dt="2026-01-22T19:34:58.880" v="453" actId="26606"/>
          <ac:spMkLst>
            <pc:docMk/>
            <pc:sldMk cId="2065992260" sldId="258"/>
            <ac:spMk id="14" creationId="{871AEA07-1E14-44B4-8E55-64EF049CD66F}"/>
          </ac:spMkLst>
        </pc:spChg>
        <pc:spChg chg="add del">
          <ac:chgData name="Margo Bonal" userId="18c9fa0f-b53d-478b-9dc0-6ad88786c19f" providerId="ADAL" clId="{93D479E5-F67F-4B8A-A78F-A0B574A116B6}" dt="2026-01-22T19:32:57.526" v="437" actId="26606"/>
          <ac:spMkLst>
            <pc:docMk/>
            <pc:sldMk cId="2065992260" sldId="258"/>
            <ac:spMk id="15" creationId="{7653717E-6F8C-43E0-9893-C03AE87D18D6}"/>
          </ac:spMkLst>
        </pc:spChg>
        <pc:spChg chg="add del">
          <ac:chgData name="Margo Bonal" userId="18c9fa0f-b53d-478b-9dc0-6ad88786c19f" providerId="ADAL" clId="{93D479E5-F67F-4B8A-A78F-A0B574A116B6}" dt="2026-01-22T19:32:57.526" v="437" actId="26606"/>
          <ac:spMkLst>
            <pc:docMk/>
            <pc:sldMk cId="2065992260" sldId="258"/>
            <ac:spMk id="17" creationId="{35BB14B4-EC3F-47C7-9AF3-B0E017B75C42}"/>
          </ac:spMkLst>
        </pc:spChg>
        <pc:spChg chg="add del">
          <ac:chgData name="Margo Bonal" userId="18c9fa0f-b53d-478b-9dc0-6ad88786c19f" providerId="ADAL" clId="{93D479E5-F67F-4B8A-A78F-A0B574A116B6}" dt="2026-01-22T19:32:54.187" v="432" actId="26606"/>
          <ac:spMkLst>
            <pc:docMk/>
            <pc:sldMk cId="2065992260" sldId="258"/>
            <ac:spMk id="22" creationId="{C7D023E4-8DE1-436E-9847-ED6A4B4B04FD}"/>
          </ac:spMkLst>
        </pc:spChg>
        <pc:spChg chg="add del">
          <ac:chgData name="Margo Bonal" userId="18c9fa0f-b53d-478b-9dc0-6ad88786c19f" providerId="ADAL" clId="{93D479E5-F67F-4B8A-A78F-A0B574A116B6}" dt="2026-01-22T19:32:54.187" v="432" actId="26606"/>
          <ac:spMkLst>
            <pc:docMk/>
            <pc:sldMk cId="2065992260" sldId="258"/>
            <ac:spMk id="24" creationId="{63C1F321-BB96-4700-B3CE-1A6156067F44}"/>
          </ac:spMkLst>
        </pc:spChg>
        <pc:spChg chg="add del">
          <ac:chgData name="Margo Bonal" userId="18c9fa0f-b53d-478b-9dc0-6ad88786c19f" providerId="ADAL" clId="{93D479E5-F67F-4B8A-A78F-A0B574A116B6}" dt="2026-01-22T19:32:53.608" v="431" actId="26606"/>
          <ac:spMkLst>
            <pc:docMk/>
            <pc:sldMk cId="2065992260" sldId="258"/>
            <ac:spMk id="42" creationId="{8E2CC403-21CD-41DF-BAC4-329D7FF03C5C}"/>
          </ac:spMkLst>
        </pc:spChg>
        <pc:spChg chg="add del">
          <ac:chgData name="Margo Bonal" userId="18c9fa0f-b53d-478b-9dc0-6ad88786c19f" providerId="ADAL" clId="{93D479E5-F67F-4B8A-A78F-A0B574A116B6}" dt="2026-01-22T19:32:53.608" v="431" actId="26606"/>
          <ac:spMkLst>
            <pc:docMk/>
            <pc:sldMk cId="2065992260" sldId="258"/>
            <ac:spMk id="49" creationId="{7653717E-6F8C-43E0-9893-C03AE87D18D6}"/>
          </ac:spMkLst>
        </pc:spChg>
        <pc:spChg chg="add del">
          <ac:chgData name="Margo Bonal" userId="18c9fa0f-b53d-478b-9dc0-6ad88786c19f" providerId="ADAL" clId="{93D479E5-F67F-4B8A-A78F-A0B574A116B6}" dt="2026-01-22T19:32:53.608" v="431" actId="26606"/>
          <ac:spMkLst>
            <pc:docMk/>
            <pc:sldMk cId="2065992260" sldId="258"/>
            <ac:spMk id="51" creationId="{35BB14B4-EC3F-47C7-9AF3-B0E017B75C42}"/>
          </ac:spMkLst>
        </pc:spChg>
        <pc:grpChg chg="add">
          <ac:chgData name="Margo Bonal" userId="18c9fa0f-b53d-478b-9dc0-6ad88786c19f" providerId="ADAL" clId="{93D479E5-F67F-4B8A-A78F-A0B574A116B6}" dt="2026-01-22T19:34:58.880" v="453" actId="26606"/>
          <ac:grpSpMkLst>
            <pc:docMk/>
            <pc:sldMk cId="2065992260" sldId="258"/>
            <ac:grpSpMk id="6" creationId="{8734DDD3-F723-4DD3-8ABE-EC0B2AC87D74}"/>
          </ac:grpSpMkLst>
        </pc:grpChg>
        <pc:grpChg chg="add del">
          <ac:chgData name="Margo Bonal" userId="18c9fa0f-b53d-478b-9dc0-6ad88786c19f" providerId="ADAL" clId="{93D479E5-F67F-4B8A-A78F-A0B574A116B6}" dt="2026-01-22T19:32:57.526" v="437" actId="26606"/>
          <ac:grpSpMkLst>
            <pc:docMk/>
            <pc:sldMk cId="2065992260" sldId="258"/>
            <ac:grpSpMk id="10" creationId="{B13AA5FE-3FFC-4725-9ADD-E428544EC61B}"/>
          </ac:grpSpMkLst>
        </pc:grpChg>
        <pc:grpChg chg="add del">
          <ac:chgData name="Margo Bonal" userId="18c9fa0f-b53d-478b-9dc0-6ad88786c19f" providerId="ADAL" clId="{93D479E5-F67F-4B8A-A78F-A0B574A116B6}" dt="2026-01-22T19:32:54.187" v="432" actId="26606"/>
          <ac:grpSpMkLst>
            <pc:docMk/>
            <pc:sldMk cId="2065992260" sldId="258"/>
            <ac:grpSpMk id="26" creationId="{3FA1AD64-F15F-417D-956C-B2C211FC905E}"/>
          </ac:grpSpMkLst>
        </pc:grpChg>
        <pc:grpChg chg="add del">
          <ac:chgData name="Margo Bonal" userId="18c9fa0f-b53d-478b-9dc0-6ad88786c19f" providerId="ADAL" clId="{93D479E5-F67F-4B8A-A78F-A0B574A116B6}" dt="2026-01-22T19:32:54.187" v="432" actId="26606"/>
          <ac:grpSpMkLst>
            <pc:docMk/>
            <pc:sldMk cId="2065992260" sldId="258"/>
            <ac:grpSpMk id="30" creationId="{43F5E015-E085-4624-B431-B42414448684}"/>
          </ac:grpSpMkLst>
        </pc:grpChg>
        <pc:grpChg chg="add del">
          <ac:chgData name="Margo Bonal" userId="18c9fa0f-b53d-478b-9dc0-6ad88786c19f" providerId="ADAL" clId="{93D479E5-F67F-4B8A-A78F-A0B574A116B6}" dt="2026-01-22T19:32:53.608" v="431" actId="26606"/>
          <ac:grpSpMkLst>
            <pc:docMk/>
            <pc:sldMk cId="2065992260" sldId="258"/>
            <ac:grpSpMk id="44" creationId="{B13AA5FE-3FFC-4725-9ADD-E428544EC61B}"/>
          </ac:grpSpMkLst>
        </pc:grpChg>
      </pc:sldChg>
      <pc:sldChg chg="addSp modSp new mod setBg">
        <pc:chgData name="Margo Bonal" userId="18c9fa0f-b53d-478b-9dc0-6ad88786c19f" providerId="ADAL" clId="{93D479E5-F67F-4B8A-A78F-A0B574A116B6}" dt="2026-01-22T19:55:18.123" v="644" actId="1076"/>
        <pc:sldMkLst>
          <pc:docMk/>
          <pc:sldMk cId="3713997872" sldId="259"/>
        </pc:sldMkLst>
        <pc:spChg chg="mod">
          <ac:chgData name="Margo Bonal" userId="18c9fa0f-b53d-478b-9dc0-6ad88786c19f" providerId="ADAL" clId="{93D479E5-F67F-4B8A-A78F-A0B574A116B6}" dt="2026-01-22T19:55:14.906" v="643" actId="14100"/>
          <ac:spMkLst>
            <pc:docMk/>
            <pc:sldMk cId="3713997872" sldId="259"/>
            <ac:spMk id="2" creationId="{7523CF74-09B7-84B3-F859-D7073DC1C80F}"/>
          </ac:spMkLst>
        </pc:spChg>
        <pc:spChg chg="mod">
          <ac:chgData name="Margo Bonal" userId="18c9fa0f-b53d-478b-9dc0-6ad88786c19f" providerId="ADAL" clId="{93D479E5-F67F-4B8A-A78F-A0B574A116B6}" dt="2026-01-22T19:55:18.123" v="644" actId="1076"/>
          <ac:spMkLst>
            <pc:docMk/>
            <pc:sldMk cId="3713997872" sldId="259"/>
            <ac:spMk id="3" creationId="{C605E30C-3490-D1E3-740D-40AD5E393958}"/>
          </ac:spMkLst>
        </pc:spChg>
        <pc:spChg chg="add">
          <ac:chgData name="Margo Bonal" userId="18c9fa0f-b53d-478b-9dc0-6ad88786c19f" providerId="ADAL" clId="{93D479E5-F67F-4B8A-A78F-A0B574A116B6}" dt="2026-01-22T19:54:57.743" v="638" actId="26606"/>
          <ac:spMkLst>
            <pc:docMk/>
            <pc:sldMk cId="3713997872" sldId="259"/>
            <ac:spMk id="8" creationId="{A7895A40-19A4-42D6-9D30-DBC1E8002635}"/>
          </ac:spMkLst>
        </pc:spChg>
        <pc:spChg chg="add">
          <ac:chgData name="Margo Bonal" userId="18c9fa0f-b53d-478b-9dc0-6ad88786c19f" providerId="ADAL" clId="{93D479E5-F67F-4B8A-A78F-A0B574A116B6}" dt="2026-01-22T19:54:57.743" v="638" actId="26606"/>
          <ac:spMkLst>
            <pc:docMk/>
            <pc:sldMk cId="3713997872" sldId="259"/>
            <ac:spMk id="10" creationId="{02F429C4-ABC9-46FC-818A-B5429CDE4A96}"/>
          </ac:spMkLst>
        </pc:spChg>
        <pc:spChg chg="add">
          <ac:chgData name="Margo Bonal" userId="18c9fa0f-b53d-478b-9dc0-6ad88786c19f" providerId="ADAL" clId="{93D479E5-F67F-4B8A-A78F-A0B574A116B6}" dt="2026-01-22T19:54:57.743" v="638" actId="26606"/>
          <ac:spMkLst>
            <pc:docMk/>
            <pc:sldMk cId="3713997872" sldId="259"/>
            <ac:spMk id="12" creationId="{2CEF98E4-3709-4952-8F42-2305CCE34FA3}"/>
          </ac:spMkLst>
        </pc:spChg>
        <pc:spChg chg="add">
          <ac:chgData name="Margo Bonal" userId="18c9fa0f-b53d-478b-9dc0-6ad88786c19f" providerId="ADAL" clId="{93D479E5-F67F-4B8A-A78F-A0B574A116B6}" dt="2026-01-22T19:54:57.743" v="638" actId="26606"/>
          <ac:spMkLst>
            <pc:docMk/>
            <pc:sldMk cId="3713997872" sldId="259"/>
            <ac:spMk id="14" creationId="{F10BCCF5-D685-47FF-B675-647EAEB72C8E}"/>
          </ac:spMkLst>
        </pc:spChg>
        <pc:spChg chg="add">
          <ac:chgData name="Margo Bonal" userId="18c9fa0f-b53d-478b-9dc0-6ad88786c19f" providerId="ADAL" clId="{93D479E5-F67F-4B8A-A78F-A0B574A116B6}" dt="2026-01-22T19:54:57.743" v="638" actId="26606"/>
          <ac:spMkLst>
            <pc:docMk/>
            <pc:sldMk cId="3713997872" sldId="259"/>
            <ac:spMk id="16" creationId="{B0EE8A42-107A-4D4C-8D56-BBAE95C7FC0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2E6FB-EB88-4936-BED9-9E37159958CA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47601-A3D5-5EAD-C1BB-4EBE5505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1006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21AA-AA04-E3EB-5027-44FA0EFD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2610007"/>
            <a:ext cx="9144000" cy="312909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	The Vulcan Activity Tracker is an athletic app that allows for the logging/tracking of all campus athletics activities. In one combined platform, the Vulcan Activity Tracker aspires to meet student organization needs, social interaction, and exercise goal planning in a free accessible way.</a:t>
            </a:r>
          </a:p>
          <a:p>
            <a:r>
              <a:rPr lang="en-US" dirty="0"/>
              <a:t>               </a:t>
            </a: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B4F14-C2F3-2702-E62F-43E26432F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582" y="1080191"/>
            <a:ext cx="3829235" cy="10673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Progress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DAFCA3-7D8B-DC32-596B-47BF8F2282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706" y="2361465"/>
            <a:ext cx="4947821" cy="289052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Goal 1- welcome Page </a:t>
            </a:r>
          </a:p>
          <a:p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Goal 2- creation of docker container and MSSQL database</a:t>
            </a:r>
          </a:p>
          <a:p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Goal 3- User login portal/ create </a:t>
            </a:r>
          </a:p>
          <a:p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- 2 step hashing algorithm : SHA-256 &amp; Argon2</a:t>
            </a:r>
          </a:p>
          <a:p>
            <a:r>
              <a:rPr lang="en-US" sz="1900" dirty="0">
                <a:solidFill>
                  <a:schemeClr val="tx1"/>
                </a:solidFill>
              </a:rPr>
              <a:t>- Include pics here</a:t>
            </a:r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/>
            <a:endParaRPr lang="en-US" sz="19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4FC81F2-19C5-6921-39F4-55F392F4EF54}"/>
              </a:ext>
            </a:extLst>
          </p:cNvPr>
          <p:cNvSpPr txBox="1">
            <a:spLocks/>
          </p:cNvSpPr>
          <p:nvPr/>
        </p:nvSpPr>
        <p:spPr>
          <a:xfrm>
            <a:off x="6342681" y="2361465"/>
            <a:ext cx="4947821" cy="2890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Challenges:</a:t>
            </a:r>
          </a:p>
          <a:p>
            <a:r>
              <a:rPr lang="en-US" sz="2000" dirty="0"/>
              <a:t>Team device chip configuration not considered when choosing a database driver </a:t>
            </a:r>
          </a:p>
          <a:p>
            <a:r>
              <a:rPr lang="en-US" sz="2000" dirty="0"/>
              <a:t>The MSSQL 2022 server version 17 not compatible with ARM 64 chips, Intel Specific.</a:t>
            </a:r>
          </a:p>
          <a:p>
            <a:pPr algn="ctr"/>
            <a:endParaRPr lang="en-US" sz="1900" dirty="0">
              <a:solidFill>
                <a:schemeClr val="tx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D32A414-77D0-9D8A-9871-A36DB5D41908}"/>
              </a:ext>
            </a:extLst>
          </p:cNvPr>
          <p:cNvSpPr txBox="1">
            <a:spLocks/>
          </p:cNvSpPr>
          <p:nvPr/>
        </p:nvSpPr>
        <p:spPr>
          <a:xfrm>
            <a:off x="6351559" y="1048420"/>
            <a:ext cx="3829235" cy="10673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Challenges </a:t>
            </a:r>
          </a:p>
        </p:txBody>
      </p:sp>
    </p:spTree>
    <p:extLst>
      <p:ext uri="{BB962C8B-B14F-4D97-AF65-F5344CB8AC3E}">
        <p14:creationId xmlns:p14="http://schemas.microsoft.com/office/powerpoint/2010/main" val="206599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895A40-19A4-42D6-9D30-DBC1E8002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F429C4-ABC9-46FC-818A-B5429CDE4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270325" y="3369273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EF98E4-3709-4952-8F42-2305CCE34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374475" y="1040470"/>
            <a:ext cx="6858003" cy="477704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BCCF5-D685-47FF-B675-647EAEB72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7914" y="857786"/>
            <a:ext cx="11067024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CF74-09B7-84B3-F859-D7073DC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278" y="1189117"/>
            <a:ext cx="3730009" cy="1136833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E30C-3490-D1E3-740D-40AD5E393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000" y="2821385"/>
            <a:ext cx="9910295" cy="12817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Gant chart</a:t>
            </a:r>
          </a:p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Website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EE8A42-107A-4D4C-8D56-BBAE95C7F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524009" y="3366125"/>
            <a:ext cx="32004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997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B2D1F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139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Vulcan Activity Tracker</vt:lpstr>
      <vt:lpstr>Project Description</vt:lpstr>
      <vt:lpstr>Progress </vt:lpstr>
      <vt:lpstr>Planning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Margo Bonal</cp:lastModifiedBy>
  <cp:revision>1</cp:revision>
  <dcterms:created xsi:type="dcterms:W3CDTF">2026-01-22T18:57:02Z</dcterms:created>
  <dcterms:modified xsi:type="dcterms:W3CDTF">2026-01-22T19:55:25Z</dcterms:modified>
</cp:coreProperties>
</file>