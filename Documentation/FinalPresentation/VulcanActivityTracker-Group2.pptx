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80" r:id="rId4"/>
    <p:sldId id="264" r:id="rId5"/>
    <p:sldId id="281" r:id="rId6"/>
    <p:sldId id="259" r:id="rId7"/>
    <p:sldId id="275" r:id="rId8"/>
    <p:sldId id="279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8BD0A3-E72A-4148-9985-93B00B834DD1}" v="1" dt="2026-04-16T14:00:22.7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4-14T17:16:21.241" v="2683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modSp mod">
        <pc:chgData name="John Gerega" userId="bd3e1e46fb6a714b" providerId="LiveId" clId="{45F0C402-C550-4C82-B31D-5B32217A5E94}" dt="2026-04-14T17:16:21.241" v="2683" actId="20577"/>
        <pc:sldMkLst>
          <pc:docMk/>
          <pc:sldMk cId="606434410" sldId="275"/>
        </pc:sldMkLst>
        <pc:graphicFrameChg chg="modGraphic">
          <ac:chgData name="John Gerega" userId="bd3e1e46fb6a714b" providerId="LiveId" clId="{45F0C402-C550-4C82-B31D-5B32217A5E94}" dt="2026-04-14T17:16:21.241" v="2683" actId="2057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</pc:docChg>
  </pc:docChgLst>
  <pc:docChgLst>
    <pc:chgData name="Margo Bonal" userId="18c9fa0f-b53d-478b-9dc0-6ad88786c19f" providerId="ADAL" clId="{93D479E5-F67F-4B8A-A78F-A0B574A116B6}"/>
    <pc:docChg chg="undo redo custSel addSld delSld modSld sldOrd addSection delSection">
      <pc:chgData name="Margo Bonal" userId="18c9fa0f-b53d-478b-9dc0-6ad88786c19f" providerId="ADAL" clId="{93D479E5-F67F-4B8A-A78F-A0B574A116B6}" dt="2026-04-16T14:00:34.226" v="3829" actId="1076"/>
      <pc:docMkLst>
        <pc:docMk/>
      </pc:docMkLst>
      <pc:sldChg chg="addSp delSp modSp mod">
        <pc:chgData name="Margo Bonal" userId="18c9fa0f-b53d-478b-9dc0-6ad88786c19f" providerId="ADAL" clId="{93D479E5-F67F-4B8A-A78F-A0B574A116B6}" dt="2026-03-30T22:08:59.921" v="2533" actId="403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3-30T22:08:59.921" v="2533" actId="403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36.677" v="3814" actId="122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4-09T13:35:36.677" v="3814" actId="122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delSp modSp mod ord">
        <pc:chgData name="Margo Bonal" userId="18c9fa0f-b53d-478b-9dc0-6ad88786c19f" providerId="ADAL" clId="{93D479E5-F67F-4B8A-A78F-A0B574A116B6}" dt="2026-04-09T13:35:17.931" v="3813" actId="115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4-09T13:21:30.865" v="3432" actId="1076"/>
          <ac:spMkLst>
            <pc:docMk/>
            <pc:sldMk cId="2561402868" sldId="264"/>
            <ac:spMk id="2" creationId="{02FE80CD-EADA-FCE8-C9C2-A97024CA7E4E}"/>
          </ac:spMkLst>
        </pc:spChg>
        <pc:spChg chg="add mod">
          <ac:chgData name="Margo Bonal" userId="18c9fa0f-b53d-478b-9dc0-6ad88786c19f" providerId="ADAL" clId="{93D479E5-F67F-4B8A-A78F-A0B574A116B6}" dt="2026-04-09T13:22:07.812" v="3437" actId="1076"/>
          <ac:spMkLst>
            <pc:docMk/>
            <pc:sldMk cId="2561402868" sldId="264"/>
            <ac:spMk id="3" creationId="{EE3A7013-427A-D329-7065-099CB2E8DF32}"/>
          </ac:spMkLst>
        </pc:spChg>
        <pc:spChg chg="add mod">
          <ac:chgData name="Margo Bonal" userId="18c9fa0f-b53d-478b-9dc0-6ad88786c19f" providerId="ADAL" clId="{93D479E5-F67F-4B8A-A78F-A0B574A116B6}" dt="2026-04-09T13:35:17.931" v="3813" actId="115"/>
          <ac:spMkLst>
            <pc:docMk/>
            <pc:sldMk cId="2561402868" sldId="264"/>
            <ac:spMk id="4" creationId="{1C887DFC-839F-0DF5-2BFF-4D0D0149ACB2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  <pc:picChg chg="add mod">
          <ac:chgData name="Margo Bonal" userId="18c9fa0f-b53d-478b-9dc0-6ad88786c19f" providerId="ADAL" clId="{93D479E5-F67F-4B8A-A78F-A0B574A116B6}" dt="2026-04-09T13:34:43.494" v="3807" actId="1076"/>
          <ac:picMkLst>
            <pc:docMk/>
            <pc:sldMk cId="2561402868" sldId="264"/>
            <ac:picMk id="2050" creationId="{E2914869-979F-F160-748E-9C42739E978D}"/>
          </ac:picMkLst>
        </pc:picChg>
        <pc:picChg chg="add mod">
          <ac:chgData name="Margo Bonal" userId="18c9fa0f-b53d-478b-9dc0-6ad88786c19f" providerId="ADAL" clId="{93D479E5-F67F-4B8A-A78F-A0B574A116B6}" dt="2026-04-09T13:35:04.328" v="3811" actId="1076"/>
          <ac:picMkLst>
            <pc:docMk/>
            <pc:sldMk cId="2561402868" sldId="264"/>
            <ac:picMk id="2052" creationId="{5A01E59D-1B37-A98E-7F31-80DAC36672FA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36:42.127" v="3827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 mod">
          <ac:chgData name="Margo Bonal" userId="18c9fa0f-b53d-478b-9dc0-6ad88786c19f" providerId="ADAL" clId="{93D479E5-F67F-4B8A-A78F-A0B574A116B6}" dt="2026-04-09T13:35:53.927" v="3822" actId="1076"/>
          <ac:spMkLst>
            <pc:docMk/>
            <pc:sldMk cId="606434410" sldId="275"/>
            <ac:spMk id="3" creationId="{5BA1FDAB-BF64-1FC7-8CE6-75537E5CD8D5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4-09T13:36:42.127" v="3827"/>
          <ac:graphicFrameMkLst>
            <pc:docMk/>
            <pc:sldMk cId="606434410" sldId="275"/>
            <ac:graphicFrameMk id="6" creationId="{27EACA2E-750E-36F7-A7AE-14DB1D64E678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09T13:34:23.453" v="3806" actId="2763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2" creationId="{153C799C-4835-C8CB-B090-70E82B558CED}"/>
          </ac:spMkLst>
        </pc:spChg>
        <pc:spChg chg="add mod">
          <ac:chgData name="Margo Bonal" userId="18c9fa0f-b53d-478b-9dc0-6ad88786c19f" providerId="ADAL" clId="{93D479E5-F67F-4B8A-A78F-A0B574A116B6}" dt="2026-04-09T13:34:23.453" v="3806" actId="27636"/>
          <ac:spMkLst>
            <pc:docMk/>
            <pc:sldMk cId="3773506301" sldId="278"/>
            <ac:spMk id="4" creationId="{B7AD252D-6AEF-5D34-92C0-C2F37203AEB8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07:04.833" v="3109" actId="1076"/>
        <pc:sldMkLst>
          <pc:docMk/>
          <pc:sldMk cId="532806018" sldId="279"/>
        </pc:sldMkLst>
        <pc:spChg chg="mod">
          <ac:chgData name="Margo Bonal" userId="18c9fa0f-b53d-478b-9dc0-6ad88786c19f" providerId="ADAL" clId="{93D479E5-F67F-4B8A-A78F-A0B574A116B6}" dt="2026-04-09T13:07:04.833" v="3109" actId="1076"/>
          <ac:spMkLst>
            <pc:docMk/>
            <pc:sldMk cId="532806018" sldId="279"/>
            <ac:spMk id="2" creationId="{255BA779-BC14-3414-2543-22E141EF061A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39" creationId="{1A3C89F8-0D2F-47FF-B903-151248265F47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0" creationId="{C5CB530E-515E-412C-9DF1-5F8FFBD6F383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1" creationId="{712D4376-A578-4FF1-94FC-245E7A6A48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2" creationId="{AEA7509D-F04F-40CB-A0B3-EEF16499CC9F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4" creationId="{508BEF50-7B1E-49A4-BC19-5F4F1D755E64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5" creationId="{3FBAD350-5664-4811-A208-657FB882D350}"/>
          </ac:spMkLst>
        </pc:spChg>
        <pc:spChg chg="add">
          <ac:chgData name="Margo Bonal" userId="18c9fa0f-b53d-478b-9dc0-6ad88786c19f" providerId="ADAL" clId="{93D479E5-F67F-4B8A-A78F-A0B574A116B6}" dt="2026-04-09T13:06:45.235" v="3104" actId="26606"/>
          <ac:spMkLst>
            <pc:docMk/>
            <pc:sldMk cId="532806018" sldId="279"/>
            <ac:spMk id="46" creationId="{C39ADB8F-D187-49D7-BDCF-C1B6DC727068}"/>
          </ac:spMkLst>
        </pc:spChg>
        <pc:cxnChg chg="add">
          <ac:chgData name="Margo Bonal" userId="18c9fa0f-b53d-478b-9dc0-6ad88786c19f" providerId="ADAL" clId="{93D479E5-F67F-4B8A-A78F-A0B574A116B6}" dt="2026-04-09T13:06:45.235" v="3104" actId="26606"/>
          <ac:cxnSpMkLst>
            <pc:docMk/>
            <pc:sldMk cId="532806018" sldId="279"/>
            <ac:cxnSpMk id="43" creationId="{56020367-4FD5-4596-8E10-C5F095CD8DBF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4-16T14:00:34.226" v="3829" actId="1076"/>
        <pc:sldMkLst>
          <pc:docMk/>
          <pc:sldMk cId="2474028920" sldId="280"/>
        </pc:sldMkLst>
        <pc:spChg chg="mo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2" creationId="{B666C79B-15BD-0F1D-9881-740DA4CFFA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1" creationId="{4E130362-2F35-4AB7-9EA5-DBC0F771A58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2" creationId="{56BE988C-7A5B-41EC-A46C-AEA93D8D32FD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3" creationId="{E3CB1EC0-40A9-4D5E-B7E2-6E3423CE28B2}"/>
          </ac:spMkLst>
        </pc:spChg>
        <pc:spChg chg="add">
          <ac:chgData name="Margo Bonal" userId="18c9fa0f-b53d-478b-9dc0-6ad88786c19f" providerId="ADAL" clId="{93D479E5-F67F-4B8A-A78F-A0B574A116B6}" dt="2026-04-09T13:18:12.670" v="3266" actId="26606"/>
          <ac:spMkLst>
            <pc:docMk/>
            <pc:sldMk cId="2474028920" sldId="280"/>
            <ac:spMk id="44" creationId="{DCBE52EF-2889-423F-947C-0E44A760D696}"/>
          </ac:spMkLst>
        </pc:spChg>
        <pc:picChg chg="add mod">
          <ac:chgData name="Margo Bonal" userId="18c9fa0f-b53d-478b-9dc0-6ad88786c19f" providerId="ADAL" clId="{93D479E5-F67F-4B8A-A78F-A0B574A116B6}" dt="2026-04-16T14:00:34.226" v="3829" actId="1076"/>
          <ac:picMkLst>
            <pc:docMk/>
            <pc:sldMk cId="2474028920" sldId="280"/>
            <ac:picMk id="3" creationId="{0F1D920F-0BAE-D0DE-A928-BA4537274DDF}"/>
          </ac:picMkLst>
        </pc:picChg>
        <pc:picChg chg="add mod or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4" creationId="{EDFBADEB-616D-34B9-5432-DC7881488B99}"/>
          </ac:picMkLst>
        </pc:picChg>
        <pc:picChg chg="add mo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5" creationId="{6FFB3FA8-3C5A-C5BD-77A6-08D932D39EC5}"/>
          </ac:picMkLst>
        </pc:picChg>
        <pc:picChg chg="add mod">
          <ac:chgData name="Margo Bonal" userId="18c9fa0f-b53d-478b-9dc0-6ad88786c19f" providerId="ADAL" clId="{93D479E5-F67F-4B8A-A78F-A0B574A116B6}" dt="2026-04-09T13:18:00.843" v="3261" actId="26606"/>
          <ac:picMkLst>
            <pc:docMk/>
            <pc:sldMk cId="2474028920" sldId="280"/>
            <ac:picMk id="6" creationId="{B8F60341-51FB-4BA3-3CDA-6A5D89CF768D}"/>
          </ac:picMkLst>
        </pc:picChg>
        <pc:picChg chg="add mod ord">
          <ac:chgData name="Margo Bonal" userId="18c9fa0f-b53d-478b-9dc0-6ad88786c19f" providerId="ADAL" clId="{93D479E5-F67F-4B8A-A78F-A0B574A116B6}" dt="2026-04-09T13:17:22.110" v="3258" actId="26606"/>
          <ac:picMkLst>
            <pc:docMk/>
            <pc:sldMk cId="2474028920" sldId="280"/>
            <ac:picMk id="7" creationId="{9E248987-0EF8-5FE1-35CE-14FB215C9B88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4-09T13:29:27.355" v="3697" actId="20577"/>
        <pc:sldMkLst>
          <pc:docMk/>
          <pc:sldMk cId="2582527457" sldId="281"/>
        </pc:sldMkLst>
        <pc:spChg chg="mod">
          <ac:chgData name="Margo Bonal" userId="18c9fa0f-b53d-478b-9dc0-6ad88786c19f" providerId="ADAL" clId="{93D479E5-F67F-4B8A-A78F-A0B574A116B6}" dt="2026-04-09T13:28:58.515" v="3689" actId="1076"/>
          <ac:spMkLst>
            <pc:docMk/>
            <pc:sldMk cId="2582527457" sldId="281"/>
            <ac:spMk id="2" creationId="{E518CE02-C586-54B8-3A67-74E2C0971911}"/>
          </ac:spMkLst>
        </pc:spChg>
        <pc:spChg chg="add del mod">
          <ac:chgData name="Margo Bonal" userId="18c9fa0f-b53d-478b-9dc0-6ad88786c19f" providerId="ADAL" clId="{93D479E5-F67F-4B8A-A78F-A0B574A116B6}" dt="2026-04-09T13:29:27.355" v="3697" actId="20577"/>
          <ac:spMkLst>
            <pc:docMk/>
            <pc:sldMk cId="2582527457" sldId="281"/>
            <ac:spMk id="3" creationId="{88E87286-C813-E53C-8EAF-C70AA9478D5A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5" creationId="{9C7E0A2C-7C0A-4AAC-B3B0-6C12B2EBAE05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7" creationId="{5EB7D2A2-F448-44D4-938C-DC84CBCB3B1E}"/>
          </ac:spMkLst>
        </pc:spChg>
        <pc:spChg chg="add">
          <ac:chgData name="Margo Bonal" userId="18c9fa0f-b53d-478b-9dc0-6ad88786c19f" providerId="ADAL" clId="{93D479E5-F67F-4B8A-A78F-A0B574A116B6}" dt="2026-04-09T13:28:52.291" v="3687" actId="26606"/>
          <ac:spMkLst>
            <pc:docMk/>
            <pc:sldMk cId="2582527457" sldId="281"/>
            <ac:spMk id="49" creationId="{871AEA07-1E14-44B4-8E55-64EF049CD66F}"/>
          </ac:spMkLst>
        </pc:spChg>
        <pc:cxnChg chg="add">
          <ac:chgData name="Margo Bonal" userId="18c9fa0f-b53d-478b-9dc0-6ad88786c19f" providerId="ADAL" clId="{93D479E5-F67F-4B8A-A78F-A0B574A116B6}" dt="2026-04-09T13:28:52.291" v="3687" actId="26606"/>
          <ac:cxnSpMkLst>
            <pc:docMk/>
            <pc:sldMk cId="2582527457" sldId="281"/>
            <ac:cxnSpMk id="51" creationId="{F7C8EA93-3210-4C62-99E9-153C275E3A87}"/>
          </ac:cxnSpMkLst>
        </pc:cxn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1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	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Vulcan Activity Tracker is an athletic app that allows for the tracking of all campus athletics activities. </a:t>
            </a:r>
          </a:p>
          <a:p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endParaRPr lang="en-US" sz="11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D898B8EB-E53C-4E72-9817-B4BFCAD73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41" name="Freeform: Shape 40">
            <a:extLst>
              <a:ext uri="{FF2B5EF4-FFF2-40B4-BE49-F238E27FC236}">
                <a16:creationId xmlns:a16="http://schemas.microsoft.com/office/drawing/2014/main" id="{4E130362-2F35-4AB7-9EA5-DBC0F771A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59047" cy="6858000"/>
          </a:xfrm>
          <a:custGeom>
            <a:avLst/>
            <a:gdLst>
              <a:gd name="connsiteX0" fmla="*/ 0 w 4959047"/>
              <a:gd name="connsiteY0" fmla="*/ 0 h 6858000"/>
              <a:gd name="connsiteX1" fmla="*/ 4110127 w 4959047"/>
              <a:gd name="connsiteY1" fmla="*/ 0 h 6858000"/>
              <a:gd name="connsiteX2" fmla="*/ 4179024 w 4959047"/>
              <a:gd name="connsiteY2" fmla="*/ 123368 h 6858000"/>
              <a:gd name="connsiteX3" fmla="*/ 4959047 w 4959047"/>
              <a:gd name="connsiteY3" fmla="*/ 3429000 h 6858000"/>
              <a:gd name="connsiteX4" fmla="*/ 4179024 w 4959047"/>
              <a:gd name="connsiteY4" fmla="*/ 6734633 h 6858000"/>
              <a:gd name="connsiteX5" fmla="*/ 4110127 w 4959047"/>
              <a:gd name="connsiteY5" fmla="*/ 6858000 h 6858000"/>
              <a:gd name="connsiteX6" fmla="*/ 0 w 495904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59047" h="6858000">
                <a:moveTo>
                  <a:pt x="0" y="0"/>
                </a:moveTo>
                <a:lnTo>
                  <a:pt x="4110127" y="0"/>
                </a:lnTo>
                <a:lnTo>
                  <a:pt x="4179024" y="123368"/>
                </a:lnTo>
                <a:cubicBezTo>
                  <a:pt x="4668929" y="1045156"/>
                  <a:pt x="4959047" y="2189404"/>
                  <a:pt x="4959047" y="3429000"/>
                </a:cubicBezTo>
                <a:cubicBezTo>
                  <a:pt x="4959047" y="4668597"/>
                  <a:pt x="4668929" y="5812845"/>
                  <a:pt x="4179024" y="6734633"/>
                </a:cubicBezTo>
                <a:lnTo>
                  <a:pt x="411012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42" name="Freeform: Shape 41">
            <a:extLst>
              <a:ext uri="{FF2B5EF4-FFF2-40B4-BE49-F238E27FC236}">
                <a16:creationId xmlns:a16="http://schemas.microsoft.com/office/drawing/2014/main" id="{56BE988C-7A5B-41EC-A46C-AEA93D8D3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948887" cy="6858000"/>
          </a:xfrm>
          <a:custGeom>
            <a:avLst/>
            <a:gdLst>
              <a:gd name="connsiteX0" fmla="*/ 0 w 4948887"/>
              <a:gd name="connsiteY0" fmla="*/ 0 h 6858000"/>
              <a:gd name="connsiteX1" fmla="*/ 4099967 w 4948887"/>
              <a:gd name="connsiteY1" fmla="*/ 0 h 6858000"/>
              <a:gd name="connsiteX2" fmla="*/ 4168864 w 4948887"/>
              <a:gd name="connsiteY2" fmla="*/ 123368 h 6858000"/>
              <a:gd name="connsiteX3" fmla="*/ 4948887 w 4948887"/>
              <a:gd name="connsiteY3" fmla="*/ 3429000 h 6858000"/>
              <a:gd name="connsiteX4" fmla="*/ 4168864 w 4948887"/>
              <a:gd name="connsiteY4" fmla="*/ 6734633 h 6858000"/>
              <a:gd name="connsiteX5" fmla="*/ 4099967 w 4948887"/>
              <a:gd name="connsiteY5" fmla="*/ 6858000 h 6858000"/>
              <a:gd name="connsiteX6" fmla="*/ 0 w 494888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48887" h="6858000">
                <a:moveTo>
                  <a:pt x="0" y="0"/>
                </a:moveTo>
                <a:lnTo>
                  <a:pt x="4099967" y="0"/>
                </a:lnTo>
                <a:lnTo>
                  <a:pt x="4168864" y="123368"/>
                </a:lnTo>
                <a:cubicBezTo>
                  <a:pt x="4658769" y="1045156"/>
                  <a:pt x="4948887" y="2189404"/>
                  <a:pt x="4948887" y="3429000"/>
                </a:cubicBezTo>
                <a:cubicBezTo>
                  <a:pt x="4948887" y="4668597"/>
                  <a:pt x="4658769" y="5812845"/>
                  <a:pt x="4168864" y="6734633"/>
                </a:cubicBezTo>
                <a:lnTo>
                  <a:pt x="4099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66C79B-15BD-0F1D-9881-740DA4CFF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1124712"/>
            <a:ext cx="4023360" cy="32004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/>
              <a:t>Development Stack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CB1EC0-40A9-4D5E-B7E2-6E3423CE2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8" descr="Docker Logo PNG Transparent &amp; SVG Vector - Freebie Supply">
            <a:extLst>
              <a:ext uri="{FF2B5EF4-FFF2-40B4-BE49-F238E27FC236}">
                <a16:creationId xmlns:a16="http://schemas.microsoft.com/office/drawing/2014/main" id="{9E248987-0EF8-5FE1-35CE-14FB215C9B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746840"/>
            <a:ext cx="3236976" cy="24277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Understanding Flask and Building Web API using Python and Flask. | by  Nikhil pentapalli | Analytics Vidhya | Medium">
            <a:extLst>
              <a:ext uri="{FF2B5EF4-FFF2-40B4-BE49-F238E27FC236}">
                <a16:creationId xmlns:a16="http://schemas.microsoft.com/office/drawing/2014/main" id="{6FFB3FA8-3C5A-C5BD-77A6-08D932D39E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15" r="18964" b="11215"/>
          <a:stretch>
            <a:fillRect/>
          </a:stretch>
        </p:blipFill>
        <p:spPr bwMode="auto">
          <a:xfrm>
            <a:off x="8764077" y="625682"/>
            <a:ext cx="3118998" cy="2670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DCBE52EF-2889-423F-947C-0E44A760D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402336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10" descr="Icon Request: fa-javascript OR fa-js · Issue #11419 ·  FortAwesome/Font-Awesome">
            <a:extLst>
              <a:ext uri="{FF2B5EF4-FFF2-40B4-BE49-F238E27FC236}">
                <a16:creationId xmlns:a16="http://schemas.microsoft.com/office/drawing/2014/main" id="{EDFBADEB-616D-34B9-5432-DC7881488B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73624" y="3776268"/>
            <a:ext cx="3236976" cy="1893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SQL in Azure Pricing - Azure SQL Server Database - Royal Discount - Royal  Discount">
            <a:extLst>
              <a:ext uri="{FF2B5EF4-FFF2-40B4-BE49-F238E27FC236}">
                <a16:creationId xmlns:a16="http://schemas.microsoft.com/office/drawing/2014/main" id="{B8F60341-51FB-4BA3-3CDA-6A5D89CF7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06042" y="3870601"/>
            <a:ext cx="3236976" cy="171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1D920F-0BAE-D0DE-A928-BA4537274DD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5218" b="34796"/>
          <a:stretch>
            <a:fillRect/>
          </a:stretch>
        </p:blipFill>
        <p:spPr>
          <a:xfrm>
            <a:off x="6746111" y="5673235"/>
            <a:ext cx="3728977" cy="1118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028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292407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u="sng" dirty="0"/>
              <a:t>Collaboration Method</a:t>
            </a:r>
          </a:p>
        </p:txBody>
      </p:sp>
      <p:pic>
        <p:nvPicPr>
          <p:cNvPr id="2050" name="Picture 2" descr="Logo - Brand Toolkit">
            <a:extLst>
              <a:ext uri="{FF2B5EF4-FFF2-40B4-BE49-F238E27FC236}">
                <a16:creationId xmlns:a16="http://schemas.microsoft.com/office/drawing/2014/main" id="{E2914869-979F-F160-748E-9C42739E97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4" t="26243" r="15350" b="23699"/>
          <a:stretch>
            <a:fillRect/>
          </a:stretch>
        </p:blipFill>
        <p:spPr bwMode="auto">
          <a:xfrm>
            <a:off x="842766" y="2388061"/>
            <a:ext cx="4654820" cy="1492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hat is Agile Software Development?">
            <a:extLst>
              <a:ext uri="{FF2B5EF4-FFF2-40B4-BE49-F238E27FC236}">
                <a16:creationId xmlns:a16="http://schemas.microsoft.com/office/drawing/2014/main" id="{5A01E59D-1B37-A98E-7F31-80DAC36672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8861" y="2388061"/>
            <a:ext cx="3264621" cy="1536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2FE80CD-EADA-FCE8-C9C2-A97024CA7E4E}"/>
              </a:ext>
            </a:extLst>
          </p:cNvPr>
          <p:cNvSpPr txBox="1"/>
          <p:nvPr/>
        </p:nvSpPr>
        <p:spPr>
          <a:xfrm>
            <a:off x="859520" y="3980651"/>
            <a:ext cx="44154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Shared Team Repository, Implemented Branching policies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3A7013-427A-D329-7065-099CB2E8DF32}"/>
              </a:ext>
            </a:extLst>
          </p:cNvPr>
          <p:cNvSpPr txBox="1"/>
          <p:nvPr/>
        </p:nvSpPr>
        <p:spPr>
          <a:xfrm>
            <a:off x="6545703" y="3988098"/>
            <a:ext cx="5144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SDL: Agile, assigned tasks merged upon completion </a:t>
            </a:r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18CE02-C586-54B8-3A67-74E2C097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868" y="817934"/>
            <a:ext cx="9144000" cy="10285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E87286-C813-E53C-8EAF-C70AA9478D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2112471"/>
            <a:ext cx="9144000" cy="3271553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Modern UI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Aid Students overall organization by reducing app paywall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Data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SHA-256 &amp; Argon2 paired with salt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Prevents GPU, ASIC, rainbow, and Parallel attacks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Users stored as unique 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 information never sent as raw data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2527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FDAB-BF64-1FC7-8CE6-75537E5CD8D5}"/>
              </a:ext>
            </a:extLst>
          </p:cNvPr>
          <p:cNvSpPr txBox="1"/>
          <p:nvPr/>
        </p:nvSpPr>
        <p:spPr>
          <a:xfrm>
            <a:off x="3955284" y="1929650"/>
            <a:ext cx="4752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Estimated Production for 100 users/month:</a:t>
            </a:r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7EACA2E-750E-36F7-A7AE-14DB1D64E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126350"/>
              </p:ext>
            </p:extLst>
          </p:nvPr>
        </p:nvGraphicFramePr>
        <p:xfrm>
          <a:off x="2195502" y="3044990"/>
          <a:ext cx="8128000" cy="295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541740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440602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191493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Microsoft Azure SQL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$7 – $15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913341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Azure Database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$7 – $20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5547114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Render Hosting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$7 – $15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904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Domain: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~$1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183009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Monthly Maintenance: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$5 – $10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63185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MailerSend</a:t>
                      </a:r>
                      <a:r>
                        <a:rPr lang="en-US" dirty="0"/>
                        <a:t> Starter Subscription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$28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062421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Total: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$55 – $89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31928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5BA779-BC14-3414-2543-22E141EF0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9403" y="2504911"/>
            <a:ext cx="9328558" cy="17261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Live Demonstration</a:t>
            </a:r>
          </a:p>
        </p:txBody>
      </p:sp>
      <p:sp>
        <p:nvSpPr>
          <p:cNvPr id="4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46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2806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3" y="5480501"/>
            <a:ext cx="11476057" cy="119644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/>
              <a:t>Documentation: </a:t>
            </a:r>
            <a:r>
              <a:rPr lang="en-US" sz="3500" dirty="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  <a:p>
            <a:endParaRPr lang="en-US" sz="3500" dirty="0">
              <a:solidFill>
                <a:srgbClr val="0070C0"/>
              </a:solidFill>
            </a:endParaRPr>
          </a:p>
          <a:p>
            <a:r>
              <a:rPr lang="en-US" sz="3500" dirty="0"/>
              <a:t>Live: </a:t>
            </a:r>
            <a:r>
              <a:rPr lang="en-US" sz="3500" dirty="0">
                <a:solidFill>
                  <a:srgbClr val="0070C0"/>
                </a:solidFill>
              </a:rPr>
              <a:t>https://vulcanactivitytracker.onrender.com</a:t>
            </a: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840</TotalTime>
  <Words>214</Words>
  <Application>Microsoft Office PowerPoint</Application>
  <PresentationFormat>Widescreen</PresentationFormat>
  <Paragraphs>41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Development Stack</vt:lpstr>
      <vt:lpstr>PowerPoint Presentation</vt:lpstr>
      <vt:lpstr>Project Goals</vt:lpstr>
      <vt:lpstr>Gantt Chart</vt:lpstr>
      <vt:lpstr>Business Model </vt:lpstr>
      <vt:lpstr>Live Demonstration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2026-04-16T14:00:43Z</dcterms:modified>
</cp:coreProperties>
</file>