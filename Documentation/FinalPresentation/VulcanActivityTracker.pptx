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77" r:id="rId5"/>
    <p:sldId id="264" r:id="rId6"/>
    <p:sldId id="266" r:id="rId7"/>
    <p:sldId id="259" r:id="rId8"/>
    <p:sldId id="273" r:id="rId9"/>
    <p:sldId id="272" r:id="rId10"/>
    <p:sldId id="275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BD7675-78AE-4F8B-8964-D085977A50B0}" v="66" dt="2026-04-09T12:31:27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64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Gerega" userId="bd3e1e46fb6a714b" providerId="LiveId" clId="{45F0C402-C550-4C82-B31D-5B32217A5E94}"/>
    <pc:docChg chg="undo custSel addSld delSld modSld">
      <pc:chgData name="John Gerega" userId="bd3e1e46fb6a714b" providerId="LiveId" clId="{45F0C402-C550-4C82-B31D-5B32217A5E94}" dt="2026-03-29T13:00:56.525" v="2636" actId="20577"/>
      <pc:docMkLst>
        <pc:docMk/>
      </pc:docMkLst>
      <pc:sldChg chg="modSp mod">
        <pc:chgData name="John Gerega" userId="bd3e1e46fb6a714b" providerId="LiveId" clId="{45F0C402-C550-4C82-B31D-5B32217A5E94}" dt="2026-03-29T13:00:56.525" v="2636" actId="20577"/>
        <pc:sldMkLst>
          <pc:docMk/>
          <pc:sldMk cId="2561402868" sldId="264"/>
        </pc:sldMkLst>
      </pc:sldChg>
      <pc:sldChg chg="addSp modSp mod">
        <pc:chgData name="John Gerega" userId="bd3e1e46fb6a714b" providerId="LiveId" clId="{45F0C402-C550-4C82-B31D-5B32217A5E94}" dt="2026-03-29T13:00:43.047" v="2618" actId="20577"/>
        <pc:sldMkLst>
          <pc:docMk/>
          <pc:sldMk cId="3526335932" sldId="266"/>
        </pc:sldMkLst>
      </pc:sldChg>
    </pc:docChg>
  </pc:docChgLst>
  <pc:docChgLst>
    <pc:chgData name="Margo Bonal" userId="18c9fa0f-b53d-478b-9dc0-6ad88786c19f" providerId="ADAL" clId="{93D479E5-F67F-4B8A-A78F-A0B574A116B6}"/>
    <pc:docChg chg="undo custSel addSld delSld modSld sldOrd addSection delSection">
      <pc:chgData name="Margo Bonal" userId="18c9fa0f-b53d-478b-9dc0-6ad88786c19f" providerId="ADAL" clId="{93D479E5-F67F-4B8A-A78F-A0B574A116B6}" dt="2026-04-09T12:32:26.245" v="2837" actId="1076"/>
      <pc:docMkLst>
        <pc:docMk/>
      </pc:docMkLst>
      <pc:sldChg chg="addSp delSp modSp mod">
        <pc:chgData name="Margo Bonal" userId="18c9fa0f-b53d-478b-9dc0-6ad88786c19f" providerId="ADAL" clId="{93D479E5-F67F-4B8A-A78F-A0B574A116B6}" dt="2026-03-30T22:08:59.921" v="2533" actId="403"/>
        <pc:sldMkLst>
          <pc:docMk/>
          <pc:sldMk cId="850630602" sldId="257"/>
        </pc:sldMkLst>
        <pc:spChg chg="mod">
          <ac:chgData name="Margo Bonal" userId="18c9fa0f-b53d-478b-9dc0-6ad88786c19f" providerId="ADAL" clId="{93D479E5-F67F-4B8A-A78F-A0B574A116B6}" dt="2026-03-30T22:08:34.818" v="2527" actId="14100"/>
          <ac:spMkLst>
            <pc:docMk/>
            <pc:sldMk cId="850630602" sldId="257"/>
            <ac:spMk id="2" creationId="{F4D47601-A3D5-5EAD-C1BB-4EBE55051F15}"/>
          </ac:spMkLst>
        </pc:spChg>
        <pc:spChg chg="mod">
          <ac:chgData name="Margo Bonal" userId="18c9fa0f-b53d-478b-9dc0-6ad88786c19f" providerId="ADAL" clId="{93D479E5-F67F-4B8A-A78F-A0B574A116B6}" dt="2026-03-30T22:08:59.921" v="2533" actId="403"/>
          <ac:spMkLst>
            <pc:docMk/>
            <pc:sldMk cId="850630602" sldId="257"/>
            <ac:spMk id="3" creationId="{3AD821AA-AA04-E3EB-5027-44FA0EFD591D}"/>
          </ac:spMkLst>
        </pc:spChg>
        <pc:spChg chg="add">
          <ac:chgData name="Margo Bonal" userId="18c9fa0f-b53d-478b-9dc0-6ad88786c19f" providerId="ADAL" clId="{93D479E5-F67F-4B8A-A78F-A0B574A116B6}" dt="2026-03-30T22:08:24.843" v="2522" actId="26606"/>
          <ac:spMkLst>
            <pc:docMk/>
            <pc:sldMk cId="850630602" sldId="257"/>
            <ac:spMk id="46" creationId="{91DC6ABD-215C-4EA8-A483-CEF5B99AB385}"/>
          </ac:spMkLst>
        </pc:spChg>
        <pc:spChg chg="add">
          <ac:chgData name="Margo Bonal" userId="18c9fa0f-b53d-478b-9dc0-6ad88786c19f" providerId="ADAL" clId="{93D479E5-F67F-4B8A-A78F-A0B574A116B6}" dt="2026-03-30T22:08:24.843" v="2522" actId="26606"/>
          <ac:spMkLst>
            <pc:docMk/>
            <pc:sldMk cId="850630602" sldId="257"/>
            <ac:spMk id="48" creationId="{04357C93-F0CB-4A1C-8F77-4E9063789819}"/>
          </ac:spMkLst>
        </pc:spChg>
        <pc:grpChg chg="add">
          <ac:chgData name="Margo Bonal" userId="18c9fa0f-b53d-478b-9dc0-6ad88786c19f" providerId="ADAL" clId="{93D479E5-F67F-4B8A-A78F-A0B574A116B6}" dt="2026-03-30T22:08:24.843" v="2522" actId="26606"/>
          <ac:grpSpMkLst>
            <pc:docMk/>
            <pc:sldMk cId="850630602" sldId="257"/>
            <ac:grpSpMk id="47" creationId="{3AF6A671-C637-4547-85F4-51B6D1881399}"/>
          </ac:grpSpMkLst>
        </pc:grpChg>
        <pc:picChg chg="add mod ord">
          <ac:chgData name="Margo Bonal" userId="18c9fa0f-b53d-478b-9dc0-6ad88786c19f" providerId="ADAL" clId="{93D479E5-F67F-4B8A-A78F-A0B574A116B6}" dt="2026-03-30T22:08:24.843" v="2522" actId="26606"/>
          <ac:picMkLst>
            <pc:docMk/>
            <pc:sldMk cId="850630602" sldId="257"/>
            <ac:picMk id="4" creationId="{01D0E672-3D69-D0A4-00DD-6EEF061C1C1F}"/>
          </ac:picMkLst>
        </pc:picChg>
      </pc:sldChg>
      <pc:sldChg chg="addSp delSp modSp mod ord modClrScheme delDesignElem chgLayout">
        <pc:chgData name="Margo Bonal" userId="18c9fa0f-b53d-478b-9dc0-6ad88786c19f" providerId="ADAL" clId="{93D479E5-F67F-4B8A-A78F-A0B574A116B6}" dt="2026-03-30T22:02:45.184" v="2284" actId="20577"/>
        <pc:sldMkLst>
          <pc:docMk/>
          <pc:sldMk cId="2065992260" sldId="258"/>
        </pc:sldMkLst>
        <pc:spChg chg="add del">
          <ac:chgData name="Margo Bonal" userId="18c9fa0f-b53d-478b-9dc0-6ad88786c19f" providerId="ADAL" clId="{93D479E5-F67F-4B8A-A78F-A0B574A116B6}" dt="2026-03-30T21:57:58.124" v="2137" actId="700"/>
          <ac:spMkLst>
            <pc:docMk/>
            <pc:sldMk cId="2065992260" sldId="258"/>
            <ac:spMk id="5" creationId="{D5B339F4-93B9-4E04-9721-143AD6782EA9}"/>
          </ac:spMkLst>
        </pc:spChg>
        <pc:spChg chg="add del">
          <ac:chgData name="Margo Bonal" userId="18c9fa0f-b53d-478b-9dc0-6ad88786c19f" providerId="ADAL" clId="{93D479E5-F67F-4B8A-A78F-A0B574A116B6}" dt="2026-03-30T21:57:58.124" v="2137" actId="700"/>
          <ac:spMkLst>
            <pc:docMk/>
            <pc:sldMk cId="2065992260" sldId="258"/>
            <ac:spMk id="14" creationId="{871AEA07-1E14-44B4-8E55-64EF049CD66F}"/>
          </ac:spMkLst>
        </pc:spChg>
        <pc:spChg chg="add mod ord">
          <ac:chgData name="Margo Bonal" userId="18c9fa0f-b53d-478b-9dc0-6ad88786c19f" providerId="ADAL" clId="{93D479E5-F67F-4B8A-A78F-A0B574A116B6}" dt="2026-03-30T21:57:58.124" v="2137" actId="700"/>
          <ac:spMkLst>
            <pc:docMk/>
            <pc:sldMk cId="2065992260" sldId="258"/>
            <ac:spMk id="23" creationId="{904FF895-6F97-2117-7F55-47760225B38F}"/>
          </ac:spMkLst>
        </pc:spChg>
        <pc:grpChg chg="add del">
          <ac:chgData name="Margo Bonal" userId="18c9fa0f-b53d-478b-9dc0-6ad88786c19f" providerId="ADAL" clId="{93D479E5-F67F-4B8A-A78F-A0B574A116B6}" dt="2026-03-30T21:57:58.124" v="2137" actId="700"/>
          <ac:grpSpMkLst>
            <pc:docMk/>
            <pc:sldMk cId="2065992260" sldId="258"/>
            <ac:grpSpMk id="6" creationId="{8734DDD3-F723-4DD3-8ABE-EC0B2AC87D74}"/>
          </ac:grpSpMkLst>
        </pc:grpChg>
        <pc:graphicFrameChg chg="add mod modGraphic">
          <ac:chgData name="Margo Bonal" userId="18c9fa0f-b53d-478b-9dc0-6ad88786c19f" providerId="ADAL" clId="{93D479E5-F67F-4B8A-A78F-A0B574A116B6}" dt="2026-03-30T22:02:45.184" v="2284" actId="20577"/>
          <ac:graphicFrameMkLst>
            <pc:docMk/>
            <pc:sldMk cId="2065992260" sldId="258"/>
            <ac:graphicFrameMk id="27" creationId="{1A327FF0-F36A-0E5C-4B59-B693F93C6F81}"/>
          </ac:graphicFrameMkLst>
        </pc:graphicFrameChg>
      </pc:sldChg>
      <pc:sldChg chg="addSp delSp modSp mod ord">
        <pc:chgData name="Margo Bonal" userId="18c9fa0f-b53d-478b-9dc0-6ad88786c19f" providerId="ADAL" clId="{93D479E5-F67F-4B8A-A78F-A0B574A116B6}" dt="2026-03-30T21:56:07.063" v="2111" actId="14100"/>
        <pc:sldMkLst>
          <pc:docMk/>
          <pc:sldMk cId="3713997872" sldId="259"/>
        </pc:sldMkLst>
        <pc:spChg chg="add mod">
          <ac:chgData name="Margo Bonal" userId="18c9fa0f-b53d-478b-9dc0-6ad88786c19f" providerId="ADAL" clId="{93D479E5-F67F-4B8A-A78F-A0B574A116B6}" dt="2026-03-30T21:29:12.007" v="1365" actId="20577"/>
          <ac:spMkLst>
            <pc:docMk/>
            <pc:sldMk cId="3713997872" sldId="259"/>
            <ac:spMk id="5" creationId="{331CE70E-6CCB-81A3-9CE7-F5BEF0B6CA1C}"/>
          </ac:spMkLst>
        </pc:spChg>
        <pc:spChg chg="add mod">
          <ac:chgData name="Margo Bonal" userId="18c9fa0f-b53d-478b-9dc0-6ad88786c19f" providerId="ADAL" clId="{93D479E5-F67F-4B8A-A78F-A0B574A116B6}" dt="2026-03-30T21:23:47.482" v="987" actId="478"/>
          <ac:spMkLst>
            <pc:docMk/>
            <pc:sldMk cId="3713997872" sldId="259"/>
            <ac:spMk id="8" creationId="{243C43E9-308C-3F97-571D-4B2588459719}"/>
          </ac:spMkLst>
        </pc:spChg>
        <pc:picChg chg="add mod">
          <ac:chgData name="Margo Bonal" userId="18c9fa0f-b53d-478b-9dc0-6ad88786c19f" providerId="ADAL" clId="{93D479E5-F67F-4B8A-A78F-A0B574A116B6}" dt="2026-03-30T21:56:07.063" v="2111" actId="14100"/>
          <ac:picMkLst>
            <pc:docMk/>
            <pc:sldMk cId="3713997872" sldId="259"/>
            <ac:picMk id="9" creationId="{5C02B36E-6D51-126E-4A69-0F52E1A3FB24}"/>
          </ac:picMkLst>
        </pc:picChg>
      </pc:sldChg>
      <pc:sldChg chg="addSp modSp mod">
        <pc:chgData name="Margo Bonal" userId="18c9fa0f-b53d-478b-9dc0-6ad88786c19f" providerId="ADAL" clId="{93D479E5-F67F-4B8A-A78F-A0B574A116B6}" dt="2026-04-09T12:32:26.245" v="2837" actId="1076"/>
        <pc:sldMkLst>
          <pc:docMk/>
          <pc:sldMk cId="3921983173" sldId="260"/>
        </pc:sldMkLst>
        <pc:spChg chg="mod">
          <ac:chgData name="Margo Bonal" userId="18c9fa0f-b53d-478b-9dc0-6ad88786c19f" providerId="ADAL" clId="{93D479E5-F67F-4B8A-A78F-A0B574A116B6}" dt="2026-04-09T12:31:22.826" v="2809" actId="1076"/>
          <ac:spMkLst>
            <pc:docMk/>
            <pc:sldMk cId="3921983173" sldId="260"/>
            <ac:spMk id="2" creationId="{9C9AD6B9-1CEE-7976-0BB7-22F5E9535735}"/>
          </ac:spMkLst>
        </pc:spChg>
        <pc:spChg chg="add mod">
          <ac:chgData name="Margo Bonal" userId="18c9fa0f-b53d-478b-9dc0-6ad88786c19f" providerId="ADAL" clId="{93D479E5-F67F-4B8A-A78F-A0B574A116B6}" dt="2026-04-09T12:32:26.245" v="2837" actId="1076"/>
          <ac:spMkLst>
            <pc:docMk/>
            <pc:sldMk cId="3921983173" sldId="260"/>
            <ac:spMk id="3" creationId="{43E12FD0-F8AE-69F2-0588-3EDA6A286A22}"/>
          </ac:spMkLst>
        </pc:spChg>
      </pc:sldChg>
      <pc:sldChg chg="addSp delSp modSp mod ord">
        <pc:chgData name="Margo Bonal" userId="18c9fa0f-b53d-478b-9dc0-6ad88786c19f" providerId="ADAL" clId="{93D479E5-F67F-4B8A-A78F-A0B574A116B6}" dt="2026-03-30T22:18:26.065" v="2792" actId="1076"/>
        <pc:sldMkLst>
          <pc:docMk/>
          <pc:sldMk cId="2561402868" sldId="264"/>
        </pc:sldMkLst>
        <pc:spChg chg="add mod">
          <ac:chgData name="Margo Bonal" userId="18c9fa0f-b53d-478b-9dc0-6ad88786c19f" providerId="ADAL" clId="{93D479E5-F67F-4B8A-A78F-A0B574A116B6}" dt="2026-03-30T22:18:15.662" v="2789" actId="1076"/>
          <ac:spMkLst>
            <pc:docMk/>
            <pc:sldMk cId="2561402868" sldId="264"/>
            <ac:spMk id="4" creationId="{1C887DFC-839F-0DF5-2BFF-4D0D0149ACB2}"/>
          </ac:spMkLst>
        </pc:spChg>
        <pc:spChg chg="add mod">
          <ac:chgData name="Margo Bonal" userId="18c9fa0f-b53d-478b-9dc0-6ad88786c19f" providerId="ADAL" clId="{93D479E5-F67F-4B8A-A78F-A0B574A116B6}" dt="2026-03-30T22:18:26.065" v="2792" actId="1076"/>
          <ac:spMkLst>
            <pc:docMk/>
            <pc:sldMk cId="2561402868" sldId="264"/>
            <ac:spMk id="5" creationId="{FFF8B1EF-408A-3DC7-AC54-151B43CF7BE0}"/>
          </ac:spMkLst>
        </pc:spChg>
        <pc:spChg chg="add">
          <ac:chgData name="Margo Bonal" userId="18c9fa0f-b53d-478b-9dc0-6ad88786c19f" providerId="ADAL" clId="{93D479E5-F67F-4B8A-A78F-A0B574A116B6}" dt="2026-03-30T21:46:00.265" v="1817" actId="26606"/>
          <ac:spMkLst>
            <pc:docMk/>
            <pc:sldMk cId="2561402868" sldId="264"/>
            <ac:spMk id="30" creationId="{A7895A40-19A4-42D6-9D30-DBC1E8002635}"/>
          </ac:spMkLst>
        </pc:spChg>
        <pc:spChg chg="add">
          <ac:chgData name="Margo Bonal" userId="18c9fa0f-b53d-478b-9dc0-6ad88786c19f" providerId="ADAL" clId="{93D479E5-F67F-4B8A-A78F-A0B574A116B6}" dt="2026-03-30T21:46:00.265" v="1817" actId="26606"/>
          <ac:spMkLst>
            <pc:docMk/>
            <pc:sldMk cId="2561402868" sldId="264"/>
            <ac:spMk id="32" creationId="{02F429C4-ABC9-46FC-818A-B5429CDE4A96}"/>
          </ac:spMkLst>
        </pc:spChg>
        <pc:spChg chg="add">
          <ac:chgData name="Margo Bonal" userId="18c9fa0f-b53d-478b-9dc0-6ad88786c19f" providerId="ADAL" clId="{93D479E5-F67F-4B8A-A78F-A0B574A116B6}" dt="2026-03-30T21:46:00.265" v="1817" actId="26606"/>
          <ac:spMkLst>
            <pc:docMk/>
            <pc:sldMk cId="2561402868" sldId="264"/>
            <ac:spMk id="34" creationId="{2CEF98E4-3709-4952-8F42-2305CCE34FA3}"/>
          </ac:spMkLst>
        </pc:spChg>
        <pc:spChg chg="add">
          <ac:chgData name="Margo Bonal" userId="18c9fa0f-b53d-478b-9dc0-6ad88786c19f" providerId="ADAL" clId="{93D479E5-F67F-4B8A-A78F-A0B574A116B6}" dt="2026-03-30T21:46:00.265" v="1817" actId="26606"/>
          <ac:spMkLst>
            <pc:docMk/>
            <pc:sldMk cId="2561402868" sldId="264"/>
            <ac:spMk id="36" creationId="{F10BCCF5-D685-47FF-B675-647EAEB72C8E}"/>
          </ac:spMkLst>
        </pc:spChg>
        <pc:spChg chg="add">
          <ac:chgData name="Margo Bonal" userId="18c9fa0f-b53d-478b-9dc0-6ad88786c19f" providerId="ADAL" clId="{93D479E5-F67F-4B8A-A78F-A0B574A116B6}" dt="2026-03-30T21:46:00.265" v="1817" actId="26606"/>
          <ac:spMkLst>
            <pc:docMk/>
            <pc:sldMk cId="2561402868" sldId="264"/>
            <ac:spMk id="38" creationId="{B0EE8A42-107A-4D4C-8D56-BBAE95C7FC0D}"/>
          </ac:spMkLst>
        </pc:spChg>
      </pc:sldChg>
      <pc:sldChg chg="addSp delSp modSp mod">
        <pc:chgData name="Margo Bonal" userId="18c9fa0f-b53d-478b-9dc0-6ad88786c19f" providerId="ADAL" clId="{93D479E5-F67F-4B8A-A78F-A0B574A116B6}" dt="2026-03-30T22:03:21.558" v="2285" actId="1076"/>
        <pc:sldMkLst>
          <pc:docMk/>
          <pc:sldMk cId="3526335932" sldId="266"/>
        </pc:sldMkLst>
        <pc:spChg chg="add del mod">
          <ac:chgData name="Margo Bonal" userId="18c9fa0f-b53d-478b-9dc0-6ad88786c19f" providerId="ADAL" clId="{93D479E5-F67F-4B8A-A78F-A0B574A116B6}" dt="2026-03-30T21:56:27.646" v="2117" actId="1076"/>
          <ac:spMkLst>
            <pc:docMk/>
            <pc:sldMk cId="3526335932" sldId="266"/>
            <ac:spMk id="12" creationId="{C1592817-F778-6064-F584-CD08A00F548D}"/>
          </ac:spMkLst>
        </pc:spChg>
        <pc:spChg chg="add mod">
          <ac:chgData name="Margo Bonal" userId="18c9fa0f-b53d-478b-9dc0-6ad88786c19f" providerId="ADAL" clId="{93D479E5-F67F-4B8A-A78F-A0B574A116B6}" dt="2026-03-30T22:03:21.558" v="2285" actId="1076"/>
          <ac:spMkLst>
            <pc:docMk/>
            <pc:sldMk cId="3526335932" sldId="266"/>
            <ac:spMk id="13" creationId="{C2F260F2-FFDC-0B29-26B6-58584D3915BA}"/>
          </ac:spMkLst>
        </pc:spChg>
      </pc:sldChg>
      <pc:sldChg chg="add">
        <pc:chgData name="Margo Bonal" userId="18c9fa0f-b53d-478b-9dc0-6ad88786c19f" providerId="ADAL" clId="{93D479E5-F67F-4B8A-A78F-A0B574A116B6}" dt="2026-03-30T21:41:05.788" v="1738"/>
        <pc:sldMkLst>
          <pc:docMk/>
          <pc:sldMk cId="3784518536" sldId="272"/>
        </pc:sldMkLst>
      </pc:sldChg>
      <pc:sldChg chg="addSp modSp add mod ord">
        <pc:chgData name="Margo Bonal" userId="18c9fa0f-b53d-478b-9dc0-6ad88786c19f" providerId="ADAL" clId="{93D479E5-F67F-4B8A-A78F-A0B574A116B6}" dt="2026-03-30T21:55:28.900" v="2108" actId="20577"/>
        <pc:sldMkLst>
          <pc:docMk/>
          <pc:sldMk cId="1955700403" sldId="273"/>
        </pc:sldMkLst>
        <pc:spChg chg="mod">
          <ac:chgData name="Margo Bonal" userId="18c9fa0f-b53d-478b-9dc0-6ad88786c19f" providerId="ADAL" clId="{93D479E5-F67F-4B8A-A78F-A0B574A116B6}" dt="2026-03-30T21:55:09.343" v="2093" actId="20577"/>
          <ac:spMkLst>
            <pc:docMk/>
            <pc:sldMk cId="1955700403" sldId="273"/>
            <ac:spMk id="2" creationId="{4DFB74BC-04FE-EAE7-F04E-17679AD5F2C9}"/>
          </ac:spMkLst>
        </pc:spChg>
        <pc:spChg chg="mod">
          <ac:chgData name="Margo Bonal" userId="18c9fa0f-b53d-478b-9dc0-6ad88786c19f" providerId="ADAL" clId="{93D479E5-F67F-4B8A-A78F-A0B574A116B6}" dt="2026-03-30T21:55:28.900" v="2108" actId="20577"/>
          <ac:spMkLst>
            <pc:docMk/>
            <pc:sldMk cId="1955700403" sldId="273"/>
            <ac:spMk id="8" creationId="{29AA9117-0FCC-E73A-5236-EE17B81AEBF6}"/>
          </ac:spMkLst>
        </pc:spChg>
        <pc:picChg chg="add mod">
          <ac:chgData name="Margo Bonal" userId="18c9fa0f-b53d-478b-9dc0-6ad88786c19f" providerId="ADAL" clId="{93D479E5-F67F-4B8A-A78F-A0B574A116B6}" dt="2026-03-30T21:54:42.698" v="2071" actId="1076"/>
          <ac:picMkLst>
            <pc:docMk/>
            <pc:sldMk cId="1955700403" sldId="273"/>
            <ac:picMk id="3" creationId="{0BC62479-3F7E-83E0-6E59-763A46F6E616}"/>
          </ac:picMkLst>
        </pc:picChg>
        <pc:picChg chg="mod">
          <ac:chgData name="Margo Bonal" userId="18c9fa0f-b53d-478b-9dc0-6ad88786c19f" providerId="ADAL" clId="{93D479E5-F67F-4B8A-A78F-A0B574A116B6}" dt="2026-03-30T21:54:37.707" v="2069" actId="208"/>
          <ac:picMkLst>
            <pc:docMk/>
            <pc:sldMk cId="1955700403" sldId="273"/>
            <ac:picMk id="10" creationId="{F888035C-1805-3976-43D0-AC3C0A61DBB9}"/>
          </ac:picMkLst>
        </pc:picChg>
      </pc:sldChg>
      <pc:sldChg chg="addSp delSp modSp new mod setBg">
        <pc:chgData name="Margo Bonal" userId="18c9fa0f-b53d-478b-9dc0-6ad88786c19f" providerId="ADAL" clId="{93D479E5-F67F-4B8A-A78F-A0B574A116B6}" dt="2026-03-30T22:24:21.338" v="2806" actId="12100"/>
        <pc:sldMkLst>
          <pc:docMk/>
          <pc:sldMk cId="606434410" sldId="275"/>
        </pc:sldMkLst>
        <pc:spChg chg="mod">
          <ac:chgData name="Margo Bonal" userId="18c9fa0f-b53d-478b-9dc0-6ad88786c19f" providerId="ADAL" clId="{93D479E5-F67F-4B8A-A78F-A0B574A116B6}" dt="2026-03-30T22:19:34.831" v="2804" actId="1076"/>
          <ac:spMkLst>
            <pc:docMk/>
            <pc:sldMk cId="606434410" sldId="275"/>
            <ac:spMk id="2" creationId="{D6C076D5-0B0F-A0A5-DAB4-A94391E22A71}"/>
          </ac:spMkLst>
        </pc:spChg>
        <pc:spChg chg="add">
          <ac:chgData name="Margo Bonal" userId="18c9fa0f-b53d-478b-9dc0-6ad88786c19f" providerId="ADAL" clId="{93D479E5-F67F-4B8A-A78F-A0B574A116B6}" dt="2026-03-30T22:06:38.945" v="2506" actId="26606"/>
          <ac:spMkLst>
            <pc:docMk/>
            <pc:sldMk cId="606434410" sldId="275"/>
            <ac:spMk id="20" creationId="{AE2B703B-46F9-481A-A605-82E2A828C4FA}"/>
          </ac:spMkLst>
        </pc:spChg>
        <pc:spChg chg="add">
          <ac:chgData name="Margo Bonal" userId="18c9fa0f-b53d-478b-9dc0-6ad88786c19f" providerId="ADAL" clId="{93D479E5-F67F-4B8A-A78F-A0B574A116B6}" dt="2026-03-30T22:06:38.945" v="2506" actId="26606"/>
          <ac:spMkLst>
            <pc:docMk/>
            <pc:sldMk cId="606434410" sldId="275"/>
            <ac:spMk id="22" creationId="{F13BE4D7-0C3D-4906-B230-A1C5B4665CCF}"/>
          </ac:spMkLst>
        </pc:spChg>
        <pc:graphicFrameChg chg="add mod modGraphic">
          <ac:chgData name="Margo Bonal" userId="18c9fa0f-b53d-478b-9dc0-6ad88786c19f" providerId="ADAL" clId="{93D479E5-F67F-4B8A-A78F-A0B574A116B6}" dt="2026-03-30T22:24:21.338" v="2806" actId="12100"/>
          <ac:graphicFrameMkLst>
            <pc:docMk/>
            <pc:sldMk cId="606434410" sldId="275"/>
            <ac:graphicFrameMk id="5" creationId="{B637E48A-5144-C661-B92C-99B33A6272A7}"/>
          </ac:graphicFrameMkLst>
        </pc:graphicFrameChg>
      </pc:sldChg>
      <pc:sldChg chg="addSp delSp modSp add mod ord">
        <pc:chgData name="Margo Bonal" userId="18c9fa0f-b53d-478b-9dc0-6ad88786c19f" providerId="ADAL" clId="{93D479E5-F67F-4B8A-A78F-A0B574A116B6}" dt="2026-03-30T22:15:48.666" v="2640"/>
        <pc:sldMkLst>
          <pc:docMk/>
          <pc:sldMk cId="1826588013" sldId="277"/>
        </pc:sldMkLst>
        <pc:spChg chg="add mod">
          <ac:chgData name="Margo Bonal" userId="18c9fa0f-b53d-478b-9dc0-6ad88786c19f" providerId="ADAL" clId="{93D479E5-F67F-4B8A-A78F-A0B574A116B6}" dt="2026-03-30T22:15:06.030" v="2636" actId="1076"/>
          <ac:spMkLst>
            <pc:docMk/>
            <pc:sldMk cId="1826588013" sldId="277"/>
            <ac:spMk id="5" creationId="{F0507379-E14B-ECC4-A908-CD67A5D06E3B}"/>
          </ac:spMkLst>
        </pc:spChg>
        <pc:graphicFrameChg chg="add mod">
          <ac:chgData name="Margo Bonal" userId="18c9fa0f-b53d-478b-9dc0-6ad88786c19f" providerId="ADAL" clId="{93D479E5-F67F-4B8A-A78F-A0B574A116B6}" dt="2026-03-30T22:14:51.078" v="2633" actId="1076"/>
          <ac:graphicFrameMkLst>
            <pc:docMk/>
            <pc:sldMk cId="1826588013" sldId="277"/>
            <ac:graphicFrameMk id="4" creationId="{40CDF1D4-2B6D-00A5-1CAF-68193EE8F1B9}"/>
          </ac:graphicFrameMkLst>
        </pc:graphicFrameChg>
      </pc:sldChg>
    </pc:docChg>
  </pc:docChgLst>
  <pc:docChgLst>
    <pc:chgData name="Margo Bonal" userId="18c9fa0f-b53d-478b-9dc0-6ad88786c19f" providerId="ADAL" clId="{57E2D5E0-CA32-47BE-A2DC-7B0365E99328}"/>
    <pc:docChg chg="undo custSel addSld delSld modSld sldOrd">
      <pc:chgData name="Margo Bonal" userId="18c9fa0f-b53d-478b-9dc0-6ad88786c19f" providerId="ADAL" clId="{57E2D5E0-CA32-47BE-A2DC-7B0365E99328}" dt="2026-03-28T15:16:48.747" v="374" actId="9405"/>
      <pc:docMkLst>
        <pc:docMk/>
      </pc:docMkLst>
      <pc:sldChg chg="modSp mod">
        <pc:chgData name="Margo Bonal" userId="18c9fa0f-b53d-478b-9dc0-6ad88786c19f" providerId="ADAL" clId="{57E2D5E0-CA32-47BE-A2DC-7B0365E99328}" dt="2026-03-28T15:09:10.496" v="233" actId="20577"/>
        <pc:sldMkLst>
          <pc:docMk/>
          <pc:sldMk cId="2561402868" sldId="264"/>
        </pc:sldMkLst>
      </pc:sldChg>
      <pc:sldChg chg="modSp mod">
        <pc:chgData name="Margo Bonal" userId="18c9fa0f-b53d-478b-9dc0-6ad88786c19f" providerId="ADAL" clId="{57E2D5E0-CA32-47BE-A2DC-7B0365E99328}" dt="2026-03-28T13:35:12.850" v="154" actId="20577"/>
        <pc:sldMkLst>
          <pc:docMk/>
          <pc:sldMk cId="3526335932" sldId="266"/>
        </pc:sldMkLst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E0A915-882F-412A-8893-0A2192D573FF}" type="doc">
      <dgm:prSet loTypeId="urn:microsoft.com/office/officeart/2005/8/layout/defaul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D973421D-B0C8-428C-87D0-0CF11D704BC8}">
      <dgm:prSet/>
      <dgm:spPr/>
      <dgm:t>
        <a:bodyPr/>
        <a:lstStyle/>
        <a:p>
          <a:r>
            <a:rPr lang="en-US"/>
            <a:t>Secure Login</a:t>
          </a:r>
        </a:p>
      </dgm:t>
    </dgm:pt>
    <dgm:pt modelId="{AA9AF551-839F-4FF3-A6E7-6722C4468514}" type="parTrans" cxnId="{9A205BEF-0102-42B2-914E-C5DDCA7DB615}">
      <dgm:prSet/>
      <dgm:spPr/>
      <dgm:t>
        <a:bodyPr/>
        <a:lstStyle/>
        <a:p>
          <a:endParaRPr lang="en-US"/>
        </a:p>
      </dgm:t>
    </dgm:pt>
    <dgm:pt modelId="{2E3085BC-A538-4243-A26C-11298B397EB2}" type="sibTrans" cxnId="{9A205BEF-0102-42B2-914E-C5DDCA7DB615}">
      <dgm:prSet/>
      <dgm:spPr/>
      <dgm:t>
        <a:bodyPr/>
        <a:lstStyle/>
        <a:p>
          <a:endParaRPr lang="en-US"/>
        </a:p>
      </dgm:t>
    </dgm:pt>
    <dgm:pt modelId="{F4085B30-F03D-4873-8B92-0F272F1B9DB1}">
      <dgm:prSet/>
      <dgm:spPr/>
      <dgm:t>
        <a:bodyPr/>
        <a:lstStyle/>
        <a:p>
          <a:r>
            <a:rPr lang="en-US"/>
            <a:t>Dashboard</a:t>
          </a:r>
        </a:p>
      </dgm:t>
    </dgm:pt>
    <dgm:pt modelId="{0377602B-FAC7-45FF-9A26-688956D46C1F}" type="parTrans" cxnId="{1BB07E62-4203-436C-8231-A20F30D8A99B}">
      <dgm:prSet/>
      <dgm:spPr/>
      <dgm:t>
        <a:bodyPr/>
        <a:lstStyle/>
        <a:p>
          <a:endParaRPr lang="en-US"/>
        </a:p>
      </dgm:t>
    </dgm:pt>
    <dgm:pt modelId="{0C482BCA-DC47-4990-8B24-9E4CCB7B8ED1}" type="sibTrans" cxnId="{1BB07E62-4203-436C-8231-A20F30D8A99B}">
      <dgm:prSet/>
      <dgm:spPr/>
      <dgm:t>
        <a:bodyPr/>
        <a:lstStyle/>
        <a:p>
          <a:endParaRPr lang="en-US"/>
        </a:p>
      </dgm:t>
    </dgm:pt>
    <dgm:pt modelId="{80B325FE-25E5-4DBB-A931-D10D80F6C140}">
      <dgm:prSet/>
      <dgm:spPr/>
      <dgm:t>
        <a:bodyPr/>
        <a:lstStyle/>
        <a:p>
          <a:r>
            <a:rPr lang="en-US" dirty="0"/>
            <a:t>Activity </a:t>
          </a:r>
        </a:p>
      </dgm:t>
    </dgm:pt>
    <dgm:pt modelId="{80C1C7C6-74DB-4AF3-A179-1C3B062C9D80}" type="parTrans" cxnId="{3BEE1A49-987C-4DEB-AD06-A954018CBC66}">
      <dgm:prSet/>
      <dgm:spPr/>
      <dgm:t>
        <a:bodyPr/>
        <a:lstStyle/>
        <a:p>
          <a:endParaRPr lang="en-US"/>
        </a:p>
      </dgm:t>
    </dgm:pt>
    <dgm:pt modelId="{B0721435-A700-4911-840E-7D7973C49813}" type="sibTrans" cxnId="{3BEE1A49-987C-4DEB-AD06-A954018CBC66}">
      <dgm:prSet/>
      <dgm:spPr/>
      <dgm:t>
        <a:bodyPr/>
        <a:lstStyle/>
        <a:p>
          <a:endParaRPr lang="en-US"/>
        </a:p>
      </dgm:t>
    </dgm:pt>
    <dgm:pt modelId="{BFAF6FD5-4562-4231-9124-CF9662D5C9A1}">
      <dgm:prSet/>
      <dgm:spPr/>
      <dgm:t>
        <a:bodyPr/>
        <a:lstStyle/>
        <a:p>
          <a:r>
            <a:rPr lang="en-US"/>
            <a:t>Maps</a:t>
          </a:r>
        </a:p>
      </dgm:t>
    </dgm:pt>
    <dgm:pt modelId="{792E83D5-94B2-4D0D-9C6C-8E3A4AEC6138}" type="parTrans" cxnId="{D1501F34-84D3-47B9-B9D0-A1AD487B4B5E}">
      <dgm:prSet/>
      <dgm:spPr/>
      <dgm:t>
        <a:bodyPr/>
        <a:lstStyle/>
        <a:p>
          <a:endParaRPr lang="en-US"/>
        </a:p>
      </dgm:t>
    </dgm:pt>
    <dgm:pt modelId="{6E7AFDA3-B045-4C27-A494-7F739706C961}" type="sibTrans" cxnId="{D1501F34-84D3-47B9-B9D0-A1AD487B4B5E}">
      <dgm:prSet/>
      <dgm:spPr/>
      <dgm:t>
        <a:bodyPr/>
        <a:lstStyle/>
        <a:p>
          <a:endParaRPr lang="en-US"/>
        </a:p>
      </dgm:t>
    </dgm:pt>
    <dgm:pt modelId="{0F9DFA34-1F98-492D-8E84-EA6CA22BEB36}">
      <dgm:prSet/>
      <dgm:spPr/>
      <dgm:t>
        <a:bodyPr/>
        <a:lstStyle/>
        <a:p>
          <a:r>
            <a:rPr lang="en-US"/>
            <a:t>Challenges</a:t>
          </a:r>
        </a:p>
      </dgm:t>
    </dgm:pt>
    <dgm:pt modelId="{24F39984-7848-4E28-829F-576EF8388110}" type="parTrans" cxnId="{41229234-4CF0-4417-8C45-59B232CD4496}">
      <dgm:prSet/>
      <dgm:spPr/>
      <dgm:t>
        <a:bodyPr/>
        <a:lstStyle/>
        <a:p>
          <a:endParaRPr lang="en-US"/>
        </a:p>
      </dgm:t>
    </dgm:pt>
    <dgm:pt modelId="{DED03290-5D87-493F-B608-CAD726C754AA}" type="sibTrans" cxnId="{41229234-4CF0-4417-8C45-59B232CD4496}">
      <dgm:prSet/>
      <dgm:spPr/>
      <dgm:t>
        <a:bodyPr/>
        <a:lstStyle/>
        <a:p>
          <a:endParaRPr lang="en-US"/>
        </a:p>
      </dgm:t>
    </dgm:pt>
    <dgm:pt modelId="{22909EF5-8449-408A-94D1-3232AD8E4472}">
      <dgm:prSet/>
      <dgm:spPr/>
      <dgm:t>
        <a:bodyPr/>
        <a:lstStyle/>
        <a:p>
          <a:r>
            <a:rPr lang="en-US"/>
            <a:t>Clubs</a:t>
          </a:r>
        </a:p>
      </dgm:t>
    </dgm:pt>
    <dgm:pt modelId="{FD8EA1A0-1CBA-43F9-86A4-3A33929800B8}" type="parTrans" cxnId="{FCCBE94B-C175-4292-86E2-07AD8860E3A2}">
      <dgm:prSet/>
      <dgm:spPr/>
      <dgm:t>
        <a:bodyPr/>
        <a:lstStyle/>
        <a:p>
          <a:endParaRPr lang="en-US"/>
        </a:p>
      </dgm:t>
    </dgm:pt>
    <dgm:pt modelId="{F2AA8F7F-B18A-4BAE-AD7C-5CB945D4AB23}" type="sibTrans" cxnId="{FCCBE94B-C175-4292-86E2-07AD8860E3A2}">
      <dgm:prSet/>
      <dgm:spPr/>
      <dgm:t>
        <a:bodyPr/>
        <a:lstStyle/>
        <a:p>
          <a:endParaRPr lang="en-US"/>
        </a:p>
      </dgm:t>
    </dgm:pt>
    <dgm:pt modelId="{342FB430-CDB7-4F9E-865D-A1B17DA24A07}">
      <dgm:prSet/>
      <dgm:spPr/>
      <dgm:t>
        <a:bodyPr/>
        <a:lstStyle/>
        <a:p>
          <a:r>
            <a:rPr lang="en-US"/>
            <a:t>Official Teams </a:t>
          </a:r>
        </a:p>
      </dgm:t>
    </dgm:pt>
    <dgm:pt modelId="{B69E6AB4-35A4-42B8-A4EC-072C6B5322A7}" type="parTrans" cxnId="{C279B645-A9DC-4EB0-90B2-89D16EC52637}">
      <dgm:prSet/>
      <dgm:spPr/>
      <dgm:t>
        <a:bodyPr/>
        <a:lstStyle/>
        <a:p>
          <a:endParaRPr lang="en-US"/>
        </a:p>
      </dgm:t>
    </dgm:pt>
    <dgm:pt modelId="{92A9D8FA-06AE-4790-A380-ED21C96B4061}" type="sibTrans" cxnId="{C279B645-A9DC-4EB0-90B2-89D16EC52637}">
      <dgm:prSet/>
      <dgm:spPr/>
      <dgm:t>
        <a:bodyPr/>
        <a:lstStyle/>
        <a:p>
          <a:endParaRPr lang="en-US"/>
        </a:p>
      </dgm:t>
    </dgm:pt>
    <dgm:pt modelId="{379CBC3A-551F-469F-9F1D-EB983AE34D57}">
      <dgm:prSet/>
      <dgm:spPr/>
      <dgm:t>
        <a:bodyPr/>
        <a:lstStyle/>
        <a:p>
          <a:r>
            <a:rPr lang="en-US"/>
            <a:t>Leaderboard</a:t>
          </a:r>
        </a:p>
      </dgm:t>
    </dgm:pt>
    <dgm:pt modelId="{EAAF0FD0-1ED0-46F7-88ED-FD9C62EDC1CC}" type="parTrans" cxnId="{7A09C159-26D9-4D07-8EF5-BE161604CFE8}">
      <dgm:prSet/>
      <dgm:spPr/>
      <dgm:t>
        <a:bodyPr/>
        <a:lstStyle/>
        <a:p>
          <a:endParaRPr lang="en-US"/>
        </a:p>
      </dgm:t>
    </dgm:pt>
    <dgm:pt modelId="{12F3940B-F312-444C-ACB0-C4A047A40490}" type="sibTrans" cxnId="{7A09C159-26D9-4D07-8EF5-BE161604CFE8}">
      <dgm:prSet/>
      <dgm:spPr/>
      <dgm:t>
        <a:bodyPr/>
        <a:lstStyle/>
        <a:p>
          <a:endParaRPr lang="en-US"/>
        </a:p>
      </dgm:t>
    </dgm:pt>
    <dgm:pt modelId="{5D801292-C729-4E32-8525-A09D1602E616}">
      <dgm:prSet/>
      <dgm:spPr/>
      <dgm:t>
        <a:bodyPr/>
        <a:lstStyle/>
        <a:p>
          <a:r>
            <a:rPr lang="en-US"/>
            <a:t>Settings</a:t>
          </a:r>
        </a:p>
      </dgm:t>
    </dgm:pt>
    <dgm:pt modelId="{59FEE235-062D-49F8-9187-D3527494034B}" type="parTrans" cxnId="{CBEAEEFF-D2CC-4D9E-BAE9-4FC3F14593FC}">
      <dgm:prSet/>
      <dgm:spPr/>
      <dgm:t>
        <a:bodyPr/>
        <a:lstStyle/>
        <a:p>
          <a:endParaRPr lang="en-US"/>
        </a:p>
      </dgm:t>
    </dgm:pt>
    <dgm:pt modelId="{D6C74955-21E4-4BDB-95A1-2E36D02B4B96}" type="sibTrans" cxnId="{CBEAEEFF-D2CC-4D9E-BAE9-4FC3F14593FC}">
      <dgm:prSet/>
      <dgm:spPr/>
      <dgm:t>
        <a:bodyPr/>
        <a:lstStyle/>
        <a:p>
          <a:endParaRPr lang="en-US"/>
        </a:p>
      </dgm:t>
    </dgm:pt>
    <dgm:pt modelId="{B95AF69E-A387-4F8E-8271-EE4081415217}">
      <dgm:prSet/>
      <dgm:spPr/>
      <dgm:t>
        <a:bodyPr/>
        <a:lstStyle/>
        <a:p>
          <a:r>
            <a:rPr lang="en-US"/>
            <a:t>Friend View</a:t>
          </a:r>
        </a:p>
      </dgm:t>
    </dgm:pt>
    <dgm:pt modelId="{1B60B6DE-7247-4476-BB88-431D70B6C3AA}" type="parTrans" cxnId="{F3284CFA-52CB-46B7-AF94-50CFD61811CB}">
      <dgm:prSet/>
      <dgm:spPr/>
      <dgm:t>
        <a:bodyPr/>
        <a:lstStyle/>
        <a:p>
          <a:endParaRPr lang="en-US"/>
        </a:p>
      </dgm:t>
    </dgm:pt>
    <dgm:pt modelId="{2E1F2FAB-C4AF-4BE7-9E37-8ACA10354D8E}" type="sibTrans" cxnId="{F3284CFA-52CB-46B7-AF94-50CFD61811CB}">
      <dgm:prSet/>
      <dgm:spPr/>
      <dgm:t>
        <a:bodyPr/>
        <a:lstStyle/>
        <a:p>
          <a:endParaRPr lang="en-US"/>
        </a:p>
      </dgm:t>
    </dgm:pt>
    <dgm:pt modelId="{27413AB8-7EBF-46F5-92F3-B925DFF893EF}" type="pres">
      <dgm:prSet presAssocID="{C1E0A915-882F-412A-8893-0A2192D573FF}" presName="diagram" presStyleCnt="0">
        <dgm:presLayoutVars>
          <dgm:dir/>
          <dgm:resizeHandles val="exact"/>
        </dgm:presLayoutVars>
      </dgm:prSet>
      <dgm:spPr/>
    </dgm:pt>
    <dgm:pt modelId="{CBEDD29D-21F3-4D51-A904-2D17EB1C53DE}" type="pres">
      <dgm:prSet presAssocID="{D973421D-B0C8-428C-87D0-0CF11D704BC8}" presName="node" presStyleLbl="node1" presStyleIdx="0" presStyleCnt="10">
        <dgm:presLayoutVars>
          <dgm:bulletEnabled val="1"/>
        </dgm:presLayoutVars>
      </dgm:prSet>
      <dgm:spPr/>
    </dgm:pt>
    <dgm:pt modelId="{017C0F0F-CD65-4BA9-8182-DF9A9B8DFDF7}" type="pres">
      <dgm:prSet presAssocID="{2E3085BC-A538-4243-A26C-11298B397EB2}" presName="sibTrans" presStyleCnt="0"/>
      <dgm:spPr/>
    </dgm:pt>
    <dgm:pt modelId="{795E5D1D-6C65-4A07-89C7-25F683872FD4}" type="pres">
      <dgm:prSet presAssocID="{F4085B30-F03D-4873-8B92-0F272F1B9DB1}" presName="node" presStyleLbl="node1" presStyleIdx="1" presStyleCnt="10">
        <dgm:presLayoutVars>
          <dgm:bulletEnabled val="1"/>
        </dgm:presLayoutVars>
      </dgm:prSet>
      <dgm:spPr/>
    </dgm:pt>
    <dgm:pt modelId="{C0640C64-E698-44AE-BDD1-97F9D7DE8B6D}" type="pres">
      <dgm:prSet presAssocID="{0C482BCA-DC47-4990-8B24-9E4CCB7B8ED1}" presName="sibTrans" presStyleCnt="0"/>
      <dgm:spPr/>
    </dgm:pt>
    <dgm:pt modelId="{20E0E2A8-7F3F-4D48-9EB1-141CDF13615F}" type="pres">
      <dgm:prSet presAssocID="{80B325FE-25E5-4DBB-A931-D10D80F6C140}" presName="node" presStyleLbl="node1" presStyleIdx="2" presStyleCnt="10">
        <dgm:presLayoutVars>
          <dgm:bulletEnabled val="1"/>
        </dgm:presLayoutVars>
      </dgm:prSet>
      <dgm:spPr/>
    </dgm:pt>
    <dgm:pt modelId="{83320939-A490-42CE-84A5-26D733D0C214}" type="pres">
      <dgm:prSet presAssocID="{B0721435-A700-4911-840E-7D7973C49813}" presName="sibTrans" presStyleCnt="0"/>
      <dgm:spPr/>
    </dgm:pt>
    <dgm:pt modelId="{65B46EA8-104C-4A66-9BBE-E079DAB71C80}" type="pres">
      <dgm:prSet presAssocID="{BFAF6FD5-4562-4231-9124-CF9662D5C9A1}" presName="node" presStyleLbl="node1" presStyleIdx="3" presStyleCnt="10">
        <dgm:presLayoutVars>
          <dgm:bulletEnabled val="1"/>
        </dgm:presLayoutVars>
      </dgm:prSet>
      <dgm:spPr/>
    </dgm:pt>
    <dgm:pt modelId="{05DA304B-003E-4D84-A001-FC7DA1EBA872}" type="pres">
      <dgm:prSet presAssocID="{6E7AFDA3-B045-4C27-A494-7F739706C961}" presName="sibTrans" presStyleCnt="0"/>
      <dgm:spPr/>
    </dgm:pt>
    <dgm:pt modelId="{4C1ECF13-4229-47BC-B3DB-02F7A18CA829}" type="pres">
      <dgm:prSet presAssocID="{0F9DFA34-1F98-492D-8E84-EA6CA22BEB36}" presName="node" presStyleLbl="node1" presStyleIdx="4" presStyleCnt="10">
        <dgm:presLayoutVars>
          <dgm:bulletEnabled val="1"/>
        </dgm:presLayoutVars>
      </dgm:prSet>
      <dgm:spPr/>
    </dgm:pt>
    <dgm:pt modelId="{38AB5B82-C9DC-4D62-A2D5-AD92A61A9F0E}" type="pres">
      <dgm:prSet presAssocID="{DED03290-5D87-493F-B608-CAD726C754AA}" presName="sibTrans" presStyleCnt="0"/>
      <dgm:spPr/>
    </dgm:pt>
    <dgm:pt modelId="{6E9A4EFE-58BF-4377-BD91-73AECD6F3117}" type="pres">
      <dgm:prSet presAssocID="{22909EF5-8449-408A-94D1-3232AD8E4472}" presName="node" presStyleLbl="node1" presStyleIdx="5" presStyleCnt="10">
        <dgm:presLayoutVars>
          <dgm:bulletEnabled val="1"/>
        </dgm:presLayoutVars>
      </dgm:prSet>
      <dgm:spPr/>
    </dgm:pt>
    <dgm:pt modelId="{26909386-720C-4D74-BD9A-C901505901D0}" type="pres">
      <dgm:prSet presAssocID="{F2AA8F7F-B18A-4BAE-AD7C-5CB945D4AB23}" presName="sibTrans" presStyleCnt="0"/>
      <dgm:spPr/>
    </dgm:pt>
    <dgm:pt modelId="{3F26BE65-DF48-4973-A255-E1FFF994457B}" type="pres">
      <dgm:prSet presAssocID="{342FB430-CDB7-4F9E-865D-A1B17DA24A07}" presName="node" presStyleLbl="node1" presStyleIdx="6" presStyleCnt="10">
        <dgm:presLayoutVars>
          <dgm:bulletEnabled val="1"/>
        </dgm:presLayoutVars>
      </dgm:prSet>
      <dgm:spPr/>
    </dgm:pt>
    <dgm:pt modelId="{BFF0F738-1837-4E2D-995B-0EC22E791850}" type="pres">
      <dgm:prSet presAssocID="{92A9D8FA-06AE-4790-A380-ED21C96B4061}" presName="sibTrans" presStyleCnt="0"/>
      <dgm:spPr/>
    </dgm:pt>
    <dgm:pt modelId="{186B14BE-A9F5-4BB1-A83F-21C28BAAFB0E}" type="pres">
      <dgm:prSet presAssocID="{379CBC3A-551F-469F-9F1D-EB983AE34D57}" presName="node" presStyleLbl="node1" presStyleIdx="7" presStyleCnt="10">
        <dgm:presLayoutVars>
          <dgm:bulletEnabled val="1"/>
        </dgm:presLayoutVars>
      </dgm:prSet>
      <dgm:spPr/>
    </dgm:pt>
    <dgm:pt modelId="{A67C50C8-EBB4-41DB-9D97-3625BB04981D}" type="pres">
      <dgm:prSet presAssocID="{12F3940B-F312-444C-ACB0-C4A047A40490}" presName="sibTrans" presStyleCnt="0"/>
      <dgm:spPr/>
    </dgm:pt>
    <dgm:pt modelId="{64305856-F543-4B35-8D57-085CF43FE755}" type="pres">
      <dgm:prSet presAssocID="{5D801292-C729-4E32-8525-A09D1602E616}" presName="node" presStyleLbl="node1" presStyleIdx="8" presStyleCnt="10">
        <dgm:presLayoutVars>
          <dgm:bulletEnabled val="1"/>
        </dgm:presLayoutVars>
      </dgm:prSet>
      <dgm:spPr/>
    </dgm:pt>
    <dgm:pt modelId="{18A449C3-AA01-49AF-B305-58AEDFA4007E}" type="pres">
      <dgm:prSet presAssocID="{D6C74955-21E4-4BDB-95A1-2E36D02B4B96}" presName="sibTrans" presStyleCnt="0"/>
      <dgm:spPr/>
    </dgm:pt>
    <dgm:pt modelId="{8EED1191-FE01-4BE6-806E-D50416216958}" type="pres">
      <dgm:prSet presAssocID="{B95AF69E-A387-4F8E-8271-EE4081415217}" presName="node" presStyleLbl="node1" presStyleIdx="9" presStyleCnt="10">
        <dgm:presLayoutVars>
          <dgm:bulletEnabled val="1"/>
        </dgm:presLayoutVars>
      </dgm:prSet>
      <dgm:spPr/>
    </dgm:pt>
  </dgm:ptLst>
  <dgm:cxnLst>
    <dgm:cxn modelId="{9C9C3E0A-BAD7-4C04-82C9-2DA615027D00}" type="presOf" srcId="{22909EF5-8449-408A-94D1-3232AD8E4472}" destId="{6E9A4EFE-58BF-4377-BD91-73AECD6F3117}" srcOrd="0" destOrd="0" presId="urn:microsoft.com/office/officeart/2005/8/layout/default"/>
    <dgm:cxn modelId="{F3C9C926-5816-474E-A4EA-59A48C68563A}" type="presOf" srcId="{BFAF6FD5-4562-4231-9124-CF9662D5C9A1}" destId="{65B46EA8-104C-4A66-9BBE-E079DAB71C80}" srcOrd="0" destOrd="0" presId="urn:microsoft.com/office/officeart/2005/8/layout/default"/>
    <dgm:cxn modelId="{B3831D28-52E4-4E29-BB82-4AE79C5C0C09}" type="presOf" srcId="{80B325FE-25E5-4DBB-A931-D10D80F6C140}" destId="{20E0E2A8-7F3F-4D48-9EB1-141CDF13615F}" srcOrd="0" destOrd="0" presId="urn:microsoft.com/office/officeart/2005/8/layout/default"/>
    <dgm:cxn modelId="{D1501F34-84D3-47B9-B9D0-A1AD487B4B5E}" srcId="{C1E0A915-882F-412A-8893-0A2192D573FF}" destId="{BFAF6FD5-4562-4231-9124-CF9662D5C9A1}" srcOrd="3" destOrd="0" parTransId="{792E83D5-94B2-4D0D-9C6C-8E3A4AEC6138}" sibTransId="{6E7AFDA3-B045-4C27-A494-7F739706C961}"/>
    <dgm:cxn modelId="{41229234-4CF0-4417-8C45-59B232CD4496}" srcId="{C1E0A915-882F-412A-8893-0A2192D573FF}" destId="{0F9DFA34-1F98-492D-8E84-EA6CA22BEB36}" srcOrd="4" destOrd="0" parTransId="{24F39984-7848-4E28-829F-576EF8388110}" sibTransId="{DED03290-5D87-493F-B608-CAD726C754AA}"/>
    <dgm:cxn modelId="{1BB07E62-4203-436C-8231-A20F30D8A99B}" srcId="{C1E0A915-882F-412A-8893-0A2192D573FF}" destId="{F4085B30-F03D-4873-8B92-0F272F1B9DB1}" srcOrd="1" destOrd="0" parTransId="{0377602B-FAC7-45FF-9A26-688956D46C1F}" sibTransId="{0C482BCA-DC47-4990-8B24-9E4CCB7B8ED1}"/>
    <dgm:cxn modelId="{C279B645-A9DC-4EB0-90B2-89D16EC52637}" srcId="{C1E0A915-882F-412A-8893-0A2192D573FF}" destId="{342FB430-CDB7-4F9E-865D-A1B17DA24A07}" srcOrd="6" destOrd="0" parTransId="{B69E6AB4-35A4-42B8-A4EC-072C6B5322A7}" sibTransId="{92A9D8FA-06AE-4790-A380-ED21C96B4061}"/>
    <dgm:cxn modelId="{88F77C68-6279-4160-A08F-7474222A109E}" type="presOf" srcId="{379CBC3A-551F-469F-9F1D-EB983AE34D57}" destId="{186B14BE-A9F5-4BB1-A83F-21C28BAAFB0E}" srcOrd="0" destOrd="0" presId="urn:microsoft.com/office/officeart/2005/8/layout/default"/>
    <dgm:cxn modelId="{3BEE1A49-987C-4DEB-AD06-A954018CBC66}" srcId="{C1E0A915-882F-412A-8893-0A2192D573FF}" destId="{80B325FE-25E5-4DBB-A931-D10D80F6C140}" srcOrd="2" destOrd="0" parTransId="{80C1C7C6-74DB-4AF3-A179-1C3B062C9D80}" sibTransId="{B0721435-A700-4911-840E-7D7973C49813}"/>
    <dgm:cxn modelId="{FCCBE94B-C175-4292-86E2-07AD8860E3A2}" srcId="{C1E0A915-882F-412A-8893-0A2192D573FF}" destId="{22909EF5-8449-408A-94D1-3232AD8E4472}" srcOrd="5" destOrd="0" parTransId="{FD8EA1A0-1CBA-43F9-86A4-3A33929800B8}" sibTransId="{F2AA8F7F-B18A-4BAE-AD7C-5CB945D4AB23}"/>
    <dgm:cxn modelId="{EB9E004E-97EC-49A7-9533-146C711CF1D6}" type="presOf" srcId="{D973421D-B0C8-428C-87D0-0CF11D704BC8}" destId="{CBEDD29D-21F3-4D51-A904-2D17EB1C53DE}" srcOrd="0" destOrd="0" presId="urn:microsoft.com/office/officeart/2005/8/layout/default"/>
    <dgm:cxn modelId="{873D9375-572D-4115-A60F-AE8C82E63998}" type="presOf" srcId="{5D801292-C729-4E32-8525-A09D1602E616}" destId="{64305856-F543-4B35-8D57-085CF43FE755}" srcOrd="0" destOrd="0" presId="urn:microsoft.com/office/officeart/2005/8/layout/default"/>
    <dgm:cxn modelId="{7A09C159-26D9-4D07-8EF5-BE161604CFE8}" srcId="{C1E0A915-882F-412A-8893-0A2192D573FF}" destId="{379CBC3A-551F-469F-9F1D-EB983AE34D57}" srcOrd="7" destOrd="0" parTransId="{EAAF0FD0-1ED0-46F7-88ED-FD9C62EDC1CC}" sibTransId="{12F3940B-F312-444C-ACB0-C4A047A40490}"/>
    <dgm:cxn modelId="{0C03E47C-B9C1-40CC-AAE2-191E166D8EBA}" type="presOf" srcId="{F4085B30-F03D-4873-8B92-0F272F1B9DB1}" destId="{795E5D1D-6C65-4A07-89C7-25F683872FD4}" srcOrd="0" destOrd="0" presId="urn:microsoft.com/office/officeart/2005/8/layout/default"/>
    <dgm:cxn modelId="{E0FEDBAE-B4EB-4041-BAFA-27ECB77504B1}" type="presOf" srcId="{342FB430-CDB7-4F9E-865D-A1B17DA24A07}" destId="{3F26BE65-DF48-4973-A255-E1FFF994457B}" srcOrd="0" destOrd="0" presId="urn:microsoft.com/office/officeart/2005/8/layout/default"/>
    <dgm:cxn modelId="{2B474CBB-E1FF-49CC-A786-21FB84815533}" type="presOf" srcId="{B95AF69E-A387-4F8E-8271-EE4081415217}" destId="{8EED1191-FE01-4BE6-806E-D50416216958}" srcOrd="0" destOrd="0" presId="urn:microsoft.com/office/officeart/2005/8/layout/default"/>
    <dgm:cxn modelId="{E9C646E6-4FBC-4B80-85D8-C6BBA67F2180}" type="presOf" srcId="{0F9DFA34-1F98-492D-8E84-EA6CA22BEB36}" destId="{4C1ECF13-4229-47BC-B3DB-02F7A18CA829}" srcOrd="0" destOrd="0" presId="urn:microsoft.com/office/officeart/2005/8/layout/default"/>
    <dgm:cxn modelId="{9A205BEF-0102-42B2-914E-C5DDCA7DB615}" srcId="{C1E0A915-882F-412A-8893-0A2192D573FF}" destId="{D973421D-B0C8-428C-87D0-0CF11D704BC8}" srcOrd="0" destOrd="0" parTransId="{AA9AF551-839F-4FF3-A6E7-6722C4468514}" sibTransId="{2E3085BC-A538-4243-A26C-11298B397EB2}"/>
    <dgm:cxn modelId="{F3284CFA-52CB-46B7-AF94-50CFD61811CB}" srcId="{C1E0A915-882F-412A-8893-0A2192D573FF}" destId="{B95AF69E-A387-4F8E-8271-EE4081415217}" srcOrd="9" destOrd="0" parTransId="{1B60B6DE-7247-4476-BB88-431D70B6C3AA}" sibTransId="{2E1F2FAB-C4AF-4BE7-9E37-8ACA10354D8E}"/>
    <dgm:cxn modelId="{8F5D25FD-8D57-4453-9073-36D5874C6BFC}" type="presOf" srcId="{C1E0A915-882F-412A-8893-0A2192D573FF}" destId="{27413AB8-7EBF-46F5-92F3-B925DFF893EF}" srcOrd="0" destOrd="0" presId="urn:microsoft.com/office/officeart/2005/8/layout/default"/>
    <dgm:cxn modelId="{CBEAEEFF-D2CC-4D9E-BAE9-4FC3F14593FC}" srcId="{C1E0A915-882F-412A-8893-0A2192D573FF}" destId="{5D801292-C729-4E32-8525-A09D1602E616}" srcOrd="8" destOrd="0" parTransId="{59FEE235-062D-49F8-9187-D3527494034B}" sibTransId="{D6C74955-21E4-4BDB-95A1-2E36D02B4B96}"/>
    <dgm:cxn modelId="{8F737DBA-A99A-4669-994F-C48A2C767FC0}" type="presParOf" srcId="{27413AB8-7EBF-46F5-92F3-B925DFF893EF}" destId="{CBEDD29D-21F3-4D51-A904-2D17EB1C53DE}" srcOrd="0" destOrd="0" presId="urn:microsoft.com/office/officeart/2005/8/layout/default"/>
    <dgm:cxn modelId="{0DF87909-B1D7-4729-ADB7-6FD5704F465D}" type="presParOf" srcId="{27413AB8-7EBF-46F5-92F3-B925DFF893EF}" destId="{017C0F0F-CD65-4BA9-8182-DF9A9B8DFDF7}" srcOrd="1" destOrd="0" presId="urn:microsoft.com/office/officeart/2005/8/layout/default"/>
    <dgm:cxn modelId="{F8CDC8DA-4C19-4845-A71D-B690F22A8CD4}" type="presParOf" srcId="{27413AB8-7EBF-46F5-92F3-B925DFF893EF}" destId="{795E5D1D-6C65-4A07-89C7-25F683872FD4}" srcOrd="2" destOrd="0" presId="urn:microsoft.com/office/officeart/2005/8/layout/default"/>
    <dgm:cxn modelId="{6A07F0F8-04A2-42D2-94E1-A18B2DE3E599}" type="presParOf" srcId="{27413AB8-7EBF-46F5-92F3-B925DFF893EF}" destId="{C0640C64-E698-44AE-BDD1-97F9D7DE8B6D}" srcOrd="3" destOrd="0" presId="urn:microsoft.com/office/officeart/2005/8/layout/default"/>
    <dgm:cxn modelId="{B800AE86-B872-4618-976D-56E541C3134A}" type="presParOf" srcId="{27413AB8-7EBF-46F5-92F3-B925DFF893EF}" destId="{20E0E2A8-7F3F-4D48-9EB1-141CDF13615F}" srcOrd="4" destOrd="0" presId="urn:microsoft.com/office/officeart/2005/8/layout/default"/>
    <dgm:cxn modelId="{B96634BB-38F2-441D-A600-24AC6773A879}" type="presParOf" srcId="{27413AB8-7EBF-46F5-92F3-B925DFF893EF}" destId="{83320939-A490-42CE-84A5-26D733D0C214}" srcOrd="5" destOrd="0" presId="urn:microsoft.com/office/officeart/2005/8/layout/default"/>
    <dgm:cxn modelId="{B61A395C-28FA-48E7-A0CA-E35D07EA4998}" type="presParOf" srcId="{27413AB8-7EBF-46F5-92F3-B925DFF893EF}" destId="{65B46EA8-104C-4A66-9BBE-E079DAB71C80}" srcOrd="6" destOrd="0" presId="urn:microsoft.com/office/officeart/2005/8/layout/default"/>
    <dgm:cxn modelId="{43C1D6C8-B578-4BAB-93B8-DC2DAA07A238}" type="presParOf" srcId="{27413AB8-7EBF-46F5-92F3-B925DFF893EF}" destId="{05DA304B-003E-4D84-A001-FC7DA1EBA872}" srcOrd="7" destOrd="0" presId="urn:microsoft.com/office/officeart/2005/8/layout/default"/>
    <dgm:cxn modelId="{BB2C3BD9-AF14-413D-8CCC-B4040575190D}" type="presParOf" srcId="{27413AB8-7EBF-46F5-92F3-B925DFF893EF}" destId="{4C1ECF13-4229-47BC-B3DB-02F7A18CA829}" srcOrd="8" destOrd="0" presId="urn:microsoft.com/office/officeart/2005/8/layout/default"/>
    <dgm:cxn modelId="{FB42EA31-A39A-4196-AB28-16820221FFED}" type="presParOf" srcId="{27413AB8-7EBF-46F5-92F3-B925DFF893EF}" destId="{38AB5B82-C9DC-4D62-A2D5-AD92A61A9F0E}" srcOrd="9" destOrd="0" presId="urn:microsoft.com/office/officeart/2005/8/layout/default"/>
    <dgm:cxn modelId="{7B0ECF78-6E77-417E-9ECF-48FB89B90706}" type="presParOf" srcId="{27413AB8-7EBF-46F5-92F3-B925DFF893EF}" destId="{6E9A4EFE-58BF-4377-BD91-73AECD6F3117}" srcOrd="10" destOrd="0" presId="urn:microsoft.com/office/officeart/2005/8/layout/default"/>
    <dgm:cxn modelId="{A9AFD07C-EAA2-46AC-9F60-AC577407DF3B}" type="presParOf" srcId="{27413AB8-7EBF-46F5-92F3-B925DFF893EF}" destId="{26909386-720C-4D74-BD9A-C901505901D0}" srcOrd="11" destOrd="0" presId="urn:microsoft.com/office/officeart/2005/8/layout/default"/>
    <dgm:cxn modelId="{B9F2186E-E73D-4F04-AD80-A65E22CC361D}" type="presParOf" srcId="{27413AB8-7EBF-46F5-92F3-B925DFF893EF}" destId="{3F26BE65-DF48-4973-A255-E1FFF994457B}" srcOrd="12" destOrd="0" presId="urn:microsoft.com/office/officeart/2005/8/layout/default"/>
    <dgm:cxn modelId="{137E2FC1-1AC0-40B9-BC84-CACC4F95ABCB}" type="presParOf" srcId="{27413AB8-7EBF-46F5-92F3-B925DFF893EF}" destId="{BFF0F738-1837-4E2D-995B-0EC22E791850}" srcOrd="13" destOrd="0" presId="urn:microsoft.com/office/officeart/2005/8/layout/default"/>
    <dgm:cxn modelId="{8E645356-5380-44A0-A193-9FA4732C2B84}" type="presParOf" srcId="{27413AB8-7EBF-46F5-92F3-B925DFF893EF}" destId="{186B14BE-A9F5-4BB1-A83F-21C28BAAFB0E}" srcOrd="14" destOrd="0" presId="urn:microsoft.com/office/officeart/2005/8/layout/default"/>
    <dgm:cxn modelId="{BAD8BBC0-B1DA-45A6-9198-4236A9F60E66}" type="presParOf" srcId="{27413AB8-7EBF-46F5-92F3-B925DFF893EF}" destId="{A67C50C8-EBB4-41DB-9D97-3625BB04981D}" srcOrd="15" destOrd="0" presId="urn:microsoft.com/office/officeart/2005/8/layout/default"/>
    <dgm:cxn modelId="{072DD7A1-CC9B-4FCE-9CD1-F8CC5E50AE26}" type="presParOf" srcId="{27413AB8-7EBF-46F5-92F3-B925DFF893EF}" destId="{64305856-F543-4B35-8D57-085CF43FE755}" srcOrd="16" destOrd="0" presId="urn:microsoft.com/office/officeart/2005/8/layout/default"/>
    <dgm:cxn modelId="{EB085C57-4B5F-464A-AD9A-823B02821064}" type="presParOf" srcId="{27413AB8-7EBF-46F5-92F3-B925DFF893EF}" destId="{18A449C3-AA01-49AF-B305-58AEDFA4007E}" srcOrd="17" destOrd="0" presId="urn:microsoft.com/office/officeart/2005/8/layout/default"/>
    <dgm:cxn modelId="{016CAE0F-BD1E-46C8-9507-137FF7E071AD}" type="presParOf" srcId="{27413AB8-7EBF-46F5-92F3-B925DFF893EF}" destId="{8EED1191-FE01-4BE6-806E-D50416216958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0F2F09-AC01-4D79-9A6C-CE8A6B5BD3B2}" type="doc">
      <dgm:prSet loTypeId="urn:microsoft.com/office/officeart/2005/8/layout/h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4D0680E-AB47-40D0-8E6A-61B9A53F455D}">
      <dgm:prSet phldrT="[Text]" phldr="0"/>
      <dgm:spPr/>
      <dgm:t>
        <a:bodyPr/>
        <a:lstStyle/>
        <a:p>
          <a:r>
            <a:rPr lang="en-US" dirty="0"/>
            <a:t>Client </a:t>
          </a:r>
        </a:p>
      </dgm:t>
    </dgm:pt>
    <dgm:pt modelId="{5638419C-CE1F-4D83-A339-6D27E62E5C20}" type="parTrans" cxnId="{4EA68C4D-3684-47F3-978D-AAC6EF0CEA3F}">
      <dgm:prSet/>
      <dgm:spPr/>
      <dgm:t>
        <a:bodyPr/>
        <a:lstStyle/>
        <a:p>
          <a:endParaRPr lang="en-US"/>
        </a:p>
      </dgm:t>
    </dgm:pt>
    <dgm:pt modelId="{F93D0FAC-3CEC-4486-9717-7867D4C60808}" type="sibTrans" cxnId="{4EA68C4D-3684-47F3-978D-AAC6EF0CEA3F}">
      <dgm:prSet/>
      <dgm:spPr/>
      <dgm:t>
        <a:bodyPr/>
        <a:lstStyle/>
        <a:p>
          <a:endParaRPr lang="en-US"/>
        </a:p>
      </dgm:t>
    </dgm:pt>
    <dgm:pt modelId="{9069150A-D421-47A6-8083-6DA8A63A80D7}">
      <dgm:prSet phldrT="[Text]"/>
      <dgm:spPr/>
      <dgm:t>
        <a:bodyPr/>
        <a:lstStyle/>
        <a:p>
          <a:r>
            <a:rPr lang="en-US" dirty="0"/>
            <a:t>Html </a:t>
          </a:r>
        </a:p>
      </dgm:t>
    </dgm:pt>
    <dgm:pt modelId="{21615053-8DED-4969-9450-CBF79351AEB9}" type="parTrans" cxnId="{4733687C-220B-4417-BFFF-C7E309EF486E}">
      <dgm:prSet/>
      <dgm:spPr/>
      <dgm:t>
        <a:bodyPr/>
        <a:lstStyle/>
        <a:p>
          <a:endParaRPr lang="en-US"/>
        </a:p>
      </dgm:t>
    </dgm:pt>
    <dgm:pt modelId="{800A0DA6-1DCE-4FFF-A784-E16783094471}" type="sibTrans" cxnId="{4733687C-220B-4417-BFFF-C7E309EF486E}">
      <dgm:prSet/>
      <dgm:spPr/>
      <dgm:t>
        <a:bodyPr/>
        <a:lstStyle/>
        <a:p>
          <a:endParaRPr lang="en-US"/>
        </a:p>
      </dgm:t>
    </dgm:pt>
    <dgm:pt modelId="{9F26FA32-C089-4271-8A96-053AE7AA2532}">
      <dgm:prSet phldrT="[Text]" phldr="0"/>
      <dgm:spPr/>
      <dgm:t>
        <a:bodyPr/>
        <a:lstStyle/>
        <a:p>
          <a:r>
            <a:rPr lang="en-US" dirty="0"/>
            <a:t>Server</a:t>
          </a:r>
        </a:p>
      </dgm:t>
    </dgm:pt>
    <dgm:pt modelId="{5FA50068-19C9-42E4-AD7C-5ED93BB585A2}" type="parTrans" cxnId="{C59618CE-A8C4-4900-A7D2-F322B0898C70}">
      <dgm:prSet/>
      <dgm:spPr/>
      <dgm:t>
        <a:bodyPr/>
        <a:lstStyle/>
        <a:p>
          <a:endParaRPr lang="en-US"/>
        </a:p>
      </dgm:t>
    </dgm:pt>
    <dgm:pt modelId="{3F9BD77B-C32B-408E-9008-B5D55020A9EF}" type="sibTrans" cxnId="{C59618CE-A8C4-4900-A7D2-F322B0898C70}">
      <dgm:prSet/>
      <dgm:spPr/>
      <dgm:t>
        <a:bodyPr/>
        <a:lstStyle/>
        <a:p>
          <a:endParaRPr lang="en-US"/>
        </a:p>
      </dgm:t>
    </dgm:pt>
    <dgm:pt modelId="{9548ACA6-DD28-4A9D-80E7-18381ADFE482}">
      <dgm:prSet phldrT="[Text]"/>
      <dgm:spPr/>
      <dgm:t>
        <a:bodyPr/>
        <a:lstStyle/>
        <a:p>
          <a:r>
            <a:rPr lang="en-US" dirty="0"/>
            <a:t>Python Flask Framework</a:t>
          </a:r>
        </a:p>
      </dgm:t>
    </dgm:pt>
    <dgm:pt modelId="{33D0F4F9-424D-4141-8448-741979BD5AAB}" type="parTrans" cxnId="{29DA1D59-8C0D-4B33-A4A4-A89ED7F19CFD}">
      <dgm:prSet/>
      <dgm:spPr/>
      <dgm:t>
        <a:bodyPr/>
        <a:lstStyle/>
        <a:p>
          <a:endParaRPr lang="en-US"/>
        </a:p>
      </dgm:t>
    </dgm:pt>
    <dgm:pt modelId="{46E32273-49E2-4775-8A5D-A7F218FB103E}" type="sibTrans" cxnId="{29DA1D59-8C0D-4B33-A4A4-A89ED7F19CFD}">
      <dgm:prSet/>
      <dgm:spPr/>
      <dgm:t>
        <a:bodyPr/>
        <a:lstStyle/>
        <a:p>
          <a:endParaRPr lang="en-US"/>
        </a:p>
      </dgm:t>
    </dgm:pt>
    <dgm:pt modelId="{EB156875-3705-4CBB-B033-DB7E260FC955}">
      <dgm:prSet phldrT="[Text]" phldr="0"/>
      <dgm:spPr/>
      <dgm:t>
        <a:bodyPr/>
        <a:lstStyle/>
        <a:p>
          <a:r>
            <a:rPr lang="en-US" dirty="0"/>
            <a:t>Database</a:t>
          </a:r>
        </a:p>
      </dgm:t>
    </dgm:pt>
    <dgm:pt modelId="{63C5F1FE-8975-4A28-A305-CF3197F6B1D6}" type="parTrans" cxnId="{FE19EBCE-EF26-4425-BC3D-6D09A61B97AD}">
      <dgm:prSet/>
      <dgm:spPr/>
      <dgm:t>
        <a:bodyPr/>
        <a:lstStyle/>
        <a:p>
          <a:endParaRPr lang="en-US"/>
        </a:p>
      </dgm:t>
    </dgm:pt>
    <dgm:pt modelId="{78AF7BC5-F667-42C3-AAA8-7ADDC23CC1C9}" type="sibTrans" cxnId="{FE19EBCE-EF26-4425-BC3D-6D09A61B97AD}">
      <dgm:prSet/>
      <dgm:spPr/>
      <dgm:t>
        <a:bodyPr/>
        <a:lstStyle/>
        <a:p>
          <a:endParaRPr lang="en-US"/>
        </a:p>
      </dgm:t>
    </dgm:pt>
    <dgm:pt modelId="{409BEA50-B1EA-4732-A53F-35B743E8880A}">
      <dgm:prSet phldrT="[Text]"/>
      <dgm:spPr/>
      <dgm:t>
        <a:bodyPr/>
        <a:lstStyle/>
        <a:p>
          <a:r>
            <a:rPr lang="en-US" dirty="0"/>
            <a:t>MSSQL-Azure Edge v18</a:t>
          </a:r>
        </a:p>
      </dgm:t>
    </dgm:pt>
    <dgm:pt modelId="{CF553A33-C617-481C-B082-5FF8842B9E0A}" type="parTrans" cxnId="{E695127F-17DE-4D2E-8FFB-E953AB6B33CE}">
      <dgm:prSet/>
      <dgm:spPr/>
      <dgm:t>
        <a:bodyPr/>
        <a:lstStyle/>
        <a:p>
          <a:endParaRPr lang="en-US"/>
        </a:p>
      </dgm:t>
    </dgm:pt>
    <dgm:pt modelId="{1F93E089-5C0C-4372-96A1-D40131B436EC}" type="sibTrans" cxnId="{E695127F-17DE-4D2E-8FFB-E953AB6B33CE}">
      <dgm:prSet/>
      <dgm:spPr/>
      <dgm:t>
        <a:bodyPr/>
        <a:lstStyle/>
        <a:p>
          <a:endParaRPr lang="en-US"/>
        </a:p>
      </dgm:t>
    </dgm:pt>
    <dgm:pt modelId="{27897670-FC19-43B3-BF13-0A5868FD4392}">
      <dgm:prSet phldrT="[Text]"/>
      <dgm:spPr/>
      <dgm:t>
        <a:bodyPr/>
        <a:lstStyle/>
        <a:p>
          <a:r>
            <a:rPr lang="en-US" dirty="0"/>
            <a:t>JS</a:t>
          </a:r>
        </a:p>
      </dgm:t>
    </dgm:pt>
    <dgm:pt modelId="{370E4D9E-32C2-4212-A418-69A98ACC4AC0}" type="parTrans" cxnId="{A80FB0AC-3C2E-439C-A8BE-63572D7910E3}">
      <dgm:prSet/>
      <dgm:spPr/>
      <dgm:t>
        <a:bodyPr/>
        <a:lstStyle/>
        <a:p>
          <a:endParaRPr lang="en-US"/>
        </a:p>
      </dgm:t>
    </dgm:pt>
    <dgm:pt modelId="{6ADD3343-78BC-458C-8B54-9DFDE96045AB}" type="sibTrans" cxnId="{A80FB0AC-3C2E-439C-A8BE-63572D7910E3}">
      <dgm:prSet/>
      <dgm:spPr/>
      <dgm:t>
        <a:bodyPr/>
        <a:lstStyle/>
        <a:p>
          <a:endParaRPr lang="en-US"/>
        </a:p>
      </dgm:t>
    </dgm:pt>
    <dgm:pt modelId="{2F417322-1616-4407-9AF9-7C66365C53F4}">
      <dgm:prSet phldrT="[Text]"/>
      <dgm:spPr/>
      <dgm:t>
        <a:bodyPr/>
        <a:lstStyle/>
        <a:p>
          <a:r>
            <a:rPr lang="en-US" dirty="0"/>
            <a:t> CSS</a:t>
          </a:r>
        </a:p>
      </dgm:t>
    </dgm:pt>
    <dgm:pt modelId="{D669580A-C473-4B9B-875E-C794A82AD7B5}" type="parTrans" cxnId="{A7BB2D7C-58E0-4A8D-A758-ED53748F1032}">
      <dgm:prSet/>
      <dgm:spPr/>
      <dgm:t>
        <a:bodyPr/>
        <a:lstStyle/>
        <a:p>
          <a:endParaRPr lang="en-US"/>
        </a:p>
      </dgm:t>
    </dgm:pt>
    <dgm:pt modelId="{3B593DB8-53DF-4A19-B1B4-04373EDA7632}" type="sibTrans" cxnId="{A7BB2D7C-58E0-4A8D-A758-ED53748F1032}">
      <dgm:prSet/>
      <dgm:spPr/>
      <dgm:t>
        <a:bodyPr/>
        <a:lstStyle/>
        <a:p>
          <a:endParaRPr lang="en-US"/>
        </a:p>
      </dgm:t>
    </dgm:pt>
    <dgm:pt modelId="{A2AEDC9A-393F-4C4F-8234-BED12D78D732}">
      <dgm:prSet phldrT="[Text]"/>
      <dgm:spPr/>
      <dgm:t>
        <a:bodyPr/>
        <a:lstStyle/>
        <a:p>
          <a:r>
            <a:rPr lang="en-US" dirty="0"/>
            <a:t>Docker Containerized for local development</a:t>
          </a:r>
        </a:p>
      </dgm:t>
    </dgm:pt>
    <dgm:pt modelId="{C912BF33-B211-4C58-8496-FF88360210D1}" type="parTrans" cxnId="{438DB3E7-0BC3-4E0C-BA35-CF9A1F358073}">
      <dgm:prSet/>
      <dgm:spPr/>
      <dgm:t>
        <a:bodyPr/>
        <a:lstStyle/>
        <a:p>
          <a:endParaRPr lang="en-US"/>
        </a:p>
      </dgm:t>
    </dgm:pt>
    <dgm:pt modelId="{74A17032-4281-4306-9C67-193FC849DBE6}" type="sibTrans" cxnId="{438DB3E7-0BC3-4E0C-BA35-CF9A1F358073}">
      <dgm:prSet/>
      <dgm:spPr/>
      <dgm:t>
        <a:bodyPr/>
        <a:lstStyle/>
        <a:p>
          <a:endParaRPr lang="en-US"/>
        </a:p>
      </dgm:t>
    </dgm:pt>
    <dgm:pt modelId="{98DE6DE8-9EB6-43BB-99C3-AEC200D2CC4E}" type="pres">
      <dgm:prSet presAssocID="{5C0F2F09-AC01-4D79-9A6C-CE8A6B5BD3B2}" presName="Name0" presStyleCnt="0">
        <dgm:presLayoutVars>
          <dgm:dir/>
          <dgm:animLvl val="lvl"/>
          <dgm:resizeHandles val="exact"/>
        </dgm:presLayoutVars>
      </dgm:prSet>
      <dgm:spPr/>
    </dgm:pt>
    <dgm:pt modelId="{3D1890E7-D9A0-4F93-AA0B-6B403E5B2CB5}" type="pres">
      <dgm:prSet presAssocID="{84D0680E-AB47-40D0-8E6A-61B9A53F455D}" presName="composite" presStyleCnt="0"/>
      <dgm:spPr/>
    </dgm:pt>
    <dgm:pt modelId="{E6FC2F6E-66E6-4E61-B2ED-957CC7E9F626}" type="pres">
      <dgm:prSet presAssocID="{84D0680E-AB47-40D0-8E6A-61B9A53F455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45785D1-0D0F-440F-817A-43A9300C70E7}" type="pres">
      <dgm:prSet presAssocID="{84D0680E-AB47-40D0-8E6A-61B9A53F455D}" presName="desTx" presStyleLbl="alignAccFollowNode1" presStyleIdx="0" presStyleCnt="3">
        <dgm:presLayoutVars>
          <dgm:bulletEnabled val="1"/>
        </dgm:presLayoutVars>
      </dgm:prSet>
      <dgm:spPr/>
    </dgm:pt>
    <dgm:pt modelId="{73B50BA4-AFC4-4ABD-B2E6-6F0D45246328}" type="pres">
      <dgm:prSet presAssocID="{F93D0FAC-3CEC-4486-9717-7867D4C60808}" presName="space" presStyleCnt="0"/>
      <dgm:spPr/>
    </dgm:pt>
    <dgm:pt modelId="{B0A122C0-729B-465E-A1BD-3AEF466CE50D}" type="pres">
      <dgm:prSet presAssocID="{9F26FA32-C089-4271-8A96-053AE7AA2532}" presName="composite" presStyleCnt="0"/>
      <dgm:spPr/>
    </dgm:pt>
    <dgm:pt modelId="{66A69DCB-BA64-42AF-9137-499F187BCF6F}" type="pres">
      <dgm:prSet presAssocID="{9F26FA32-C089-4271-8A96-053AE7AA253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89F355B-F77C-4234-9991-F308DD862114}" type="pres">
      <dgm:prSet presAssocID="{9F26FA32-C089-4271-8A96-053AE7AA2532}" presName="desTx" presStyleLbl="alignAccFollowNode1" presStyleIdx="1" presStyleCnt="3">
        <dgm:presLayoutVars>
          <dgm:bulletEnabled val="1"/>
        </dgm:presLayoutVars>
      </dgm:prSet>
      <dgm:spPr/>
    </dgm:pt>
    <dgm:pt modelId="{A16082F9-682A-4169-B42D-0BB1DC5C052A}" type="pres">
      <dgm:prSet presAssocID="{3F9BD77B-C32B-408E-9008-B5D55020A9EF}" presName="space" presStyleCnt="0"/>
      <dgm:spPr/>
    </dgm:pt>
    <dgm:pt modelId="{E73DF5E4-3183-44DC-B1CB-B35D1335E7CD}" type="pres">
      <dgm:prSet presAssocID="{EB156875-3705-4CBB-B033-DB7E260FC955}" presName="composite" presStyleCnt="0"/>
      <dgm:spPr/>
    </dgm:pt>
    <dgm:pt modelId="{CFD6329E-BD68-4841-8413-505CF3A8460D}" type="pres">
      <dgm:prSet presAssocID="{EB156875-3705-4CBB-B033-DB7E260FC955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8908EECE-B74D-43CA-A999-747A069DDF82}" type="pres">
      <dgm:prSet presAssocID="{EB156875-3705-4CBB-B033-DB7E260FC955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9223F2E-5CFE-4312-861A-4EEF374F496F}" type="presOf" srcId="{409BEA50-B1EA-4732-A53F-35B743E8880A}" destId="{8908EECE-B74D-43CA-A999-747A069DDF82}" srcOrd="0" destOrd="0" presId="urn:microsoft.com/office/officeart/2005/8/layout/hList1"/>
    <dgm:cxn modelId="{DD205E31-6E0C-430B-AE65-410CCA411749}" type="presOf" srcId="{2F417322-1616-4407-9AF9-7C66365C53F4}" destId="{045785D1-0D0F-440F-817A-43A9300C70E7}" srcOrd="0" destOrd="2" presId="urn:microsoft.com/office/officeart/2005/8/layout/hList1"/>
    <dgm:cxn modelId="{50370C41-DA4E-451F-90E9-D66C74EA8DAC}" type="presOf" srcId="{27897670-FC19-43B3-BF13-0A5868FD4392}" destId="{045785D1-0D0F-440F-817A-43A9300C70E7}" srcOrd="0" destOrd="1" presId="urn:microsoft.com/office/officeart/2005/8/layout/hList1"/>
    <dgm:cxn modelId="{4EA68C4D-3684-47F3-978D-AAC6EF0CEA3F}" srcId="{5C0F2F09-AC01-4D79-9A6C-CE8A6B5BD3B2}" destId="{84D0680E-AB47-40D0-8E6A-61B9A53F455D}" srcOrd="0" destOrd="0" parTransId="{5638419C-CE1F-4D83-A339-6D27E62E5C20}" sibTransId="{F93D0FAC-3CEC-4486-9717-7867D4C60808}"/>
    <dgm:cxn modelId="{29DA1D59-8C0D-4B33-A4A4-A89ED7F19CFD}" srcId="{9F26FA32-C089-4271-8A96-053AE7AA2532}" destId="{9548ACA6-DD28-4A9D-80E7-18381ADFE482}" srcOrd="0" destOrd="0" parTransId="{33D0F4F9-424D-4141-8448-741979BD5AAB}" sibTransId="{46E32273-49E2-4775-8A5D-A7F218FB103E}"/>
    <dgm:cxn modelId="{A7BB2D7C-58E0-4A8D-A758-ED53748F1032}" srcId="{84D0680E-AB47-40D0-8E6A-61B9A53F455D}" destId="{2F417322-1616-4407-9AF9-7C66365C53F4}" srcOrd="2" destOrd="0" parTransId="{D669580A-C473-4B9B-875E-C794A82AD7B5}" sibTransId="{3B593DB8-53DF-4A19-B1B4-04373EDA7632}"/>
    <dgm:cxn modelId="{4733687C-220B-4417-BFFF-C7E309EF486E}" srcId="{84D0680E-AB47-40D0-8E6A-61B9A53F455D}" destId="{9069150A-D421-47A6-8083-6DA8A63A80D7}" srcOrd="0" destOrd="0" parTransId="{21615053-8DED-4969-9450-CBF79351AEB9}" sibTransId="{800A0DA6-1DCE-4FFF-A784-E16783094471}"/>
    <dgm:cxn modelId="{E695127F-17DE-4D2E-8FFB-E953AB6B33CE}" srcId="{EB156875-3705-4CBB-B033-DB7E260FC955}" destId="{409BEA50-B1EA-4732-A53F-35B743E8880A}" srcOrd="0" destOrd="0" parTransId="{CF553A33-C617-481C-B082-5FF8842B9E0A}" sibTransId="{1F93E089-5C0C-4372-96A1-D40131B436EC}"/>
    <dgm:cxn modelId="{A80FB0AC-3C2E-439C-A8BE-63572D7910E3}" srcId="{84D0680E-AB47-40D0-8E6A-61B9A53F455D}" destId="{27897670-FC19-43B3-BF13-0A5868FD4392}" srcOrd="1" destOrd="0" parTransId="{370E4D9E-32C2-4212-A418-69A98ACC4AC0}" sibTransId="{6ADD3343-78BC-458C-8B54-9DFDE96045AB}"/>
    <dgm:cxn modelId="{A327F9AC-DF79-4270-A861-7884BE2D31E3}" type="presOf" srcId="{9548ACA6-DD28-4A9D-80E7-18381ADFE482}" destId="{589F355B-F77C-4234-9991-F308DD862114}" srcOrd="0" destOrd="0" presId="urn:microsoft.com/office/officeart/2005/8/layout/hList1"/>
    <dgm:cxn modelId="{29774AB4-0C4E-4212-BBCF-E4292D6C852F}" type="presOf" srcId="{A2AEDC9A-393F-4C4F-8234-BED12D78D732}" destId="{589F355B-F77C-4234-9991-F308DD862114}" srcOrd="0" destOrd="1" presId="urn:microsoft.com/office/officeart/2005/8/layout/hList1"/>
    <dgm:cxn modelId="{924BD9B6-9EF0-4BC0-A62A-7B74F0856D3C}" type="presOf" srcId="{9069150A-D421-47A6-8083-6DA8A63A80D7}" destId="{045785D1-0D0F-440F-817A-43A9300C70E7}" srcOrd="0" destOrd="0" presId="urn:microsoft.com/office/officeart/2005/8/layout/hList1"/>
    <dgm:cxn modelId="{C59618CE-A8C4-4900-A7D2-F322B0898C70}" srcId="{5C0F2F09-AC01-4D79-9A6C-CE8A6B5BD3B2}" destId="{9F26FA32-C089-4271-8A96-053AE7AA2532}" srcOrd="1" destOrd="0" parTransId="{5FA50068-19C9-42E4-AD7C-5ED93BB585A2}" sibTransId="{3F9BD77B-C32B-408E-9008-B5D55020A9EF}"/>
    <dgm:cxn modelId="{FE19EBCE-EF26-4425-BC3D-6D09A61B97AD}" srcId="{5C0F2F09-AC01-4D79-9A6C-CE8A6B5BD3B2}" destId="{EB156875-3705-4CBB-B033-DB7E260FC955}" srcOrd="2" destOrd="0" parTransId="{63C5F1FE-8975-4A28-A305-CF3197F6B1D6}" sibTransId="{78AF7BC5-F667-42C3-AAA8-7ADDC23CC1C9}"/>
    <dgm:cxn modelId="{A562EFD7-E7A3-4D09-90AC-5B983E45401F}" type="presOf" srcId="{9F26FA32-C089-4271-8A96-053AE7AA2532}" destId="{66A69DCB-BA64-42AF-9137-499F187BCF6F}" srcOrd="0" destOrd="0" presId="urn:microsoft.com/office/officeart/2005/8/layout/hList1"/>
    <dgm:cxn modelId="{009100DB-2D75-48C2-B56D-5FEB77E3E43A}" type="presOf" srcId="{84D0680E-AB47-40D0-8E6A-61B9A53F455D}" destId="{E6FC2F6E-66E6-4E61-B2ED-957CC7E9F626}" srcOrd="0" destOrd="0" presId="urn:microsoft.com/office/officeart/2005/8/layout/hList1"/>
    <dgm:cxn modelId="{438DB3E7-0BC3-4E0C-BA35-CF9A1F358073}" srcId="{9F26FA32-C089-4271-8A96-053AE7AA2532}" destId="{A2AEDC9A-393F-4C4F-8234-BED12D78D732}" srcOrd="1" destOrd="0" parTransId="{C912BF33-B211-4C58-8496-FF88360210D1}" sibTransId="{74A17032-4281-4306-9C67-193FC849DBE6}"/>
    <dgm:cxn modelId="{30D7AFF6-7D06-4DD4-9E57-76308D0D538B}" type="presOf" srcId="{5C0F2F09-AC01-4D79-9A6C-CE8A6B5BD3B2}" destId="{98DE6DE8-9EB6-43BB-99C3-AEC200D2CC4E}" srcOrd="0" destOrd="0" presId="urn:microsoft.com/office/officeart/2005/8/layout/hList1"/>
    <dgm:cxn modelId="{B0FD91FD-CBEC-4D01-8FA6-986A155AFFFC}" type="presOf" srcId="{EB156875-3705-4CBB-B033-DB7E260FC955}" destId="{CFD6329E-BD68-4841-8413-505CF3A8460D}" srcOrd="0" destOrd="0" presId="urn:microsoft.com/office/officeart/2005/8/layout/hList1"/>
    <dgm:cxn modelId="{9CC1114E-3435-464A-AD86-2148F1DA7AD9}" type="presParOf" srcId="{98DE6DE8-9EB6-43BB-99C3-AEC200D2CC4E}" destId="{3D1890E7-D9A0-4F93-AA0B-6B403E5B2CB5}" srcOrd="0" destOrd="0" presId="urn:microsoft.com/office/officeart/2005/8/layout/hList1"/>
    <dgm:cxn modelId="{156CE3E2-C669-4845-A72E-30DC8CCA74F6}" type="presParOf" srcId="{3D1890E7-D9A0-4F93-AA0B-6B403E5B2CB5}" destId="{E6FC2F6E-66E6-4E61-B2ED-957CC7E9F626}" srcOrd="0" destOrd="0" presId="urn:microsoft.com/office/officeart/2005/8/layout/hList1"/>
    <dgm:cxn modelId="{76EEA9F8-CB3E-46CF-8F16-1ADDCF14B95A}" type="presParOf" srcId="{3D1890E7-D9A0-4F93-AA0B-6B403E5B2CB5}" destId="{045785D1-0D0F-440F-817A-43A9300C70E7}" srcOrd="1" destOrd="0" presId="urn:microsoft.com/office/officeart/2005/8/layout/hList1"/>
    <dgm:cxn modelId="{02993065-F509-4AC6-BF40-9CEBB337DC79}" type="presParOf" srcId="{98DE6DE8-9EB6-43BB-99C3-AEC200D2CC4E}" destId="{73B50BA4-AFC4-4ABD-B2E6-6F0D45246328}" srcOrd="1" destOrd="0" presId="urn:microsoft.com/office/officeart/2005/8/layout/hList1"/>
    <dgm:cxn modelId="{15D5976F-1BB6-4C8A-B35B-F43957D1361D}" type="presParOf" srcId="{98DE6DE8-9EB6-43BB-99C3-AEC200D2CC4E}" destId="{B0A122C0-729B-465E-A1BD-3AEF466CE50D}" srcOrd="2" destOrd="0" presId="urn:microsoft.com/office/officeart/2005/8/layout/hList1"/>
    <dgm:cxn modelId="{016761BE-0382-4F9C-8DB7-D64310189731}" type="presParOf" srcId="{B0A122C0-729B-465E-A1BD-3AEF466CE50D}" destId="{66A69DCB-BA64-42AF-9137-499F187BCF6F}" srcOrd="0" destOrd="0" presId="urn:microsoft.com/office/officeart/2005/8/layout/hList1"/>
    <dgm:cxn modelId="{6E49823C-A252-44CB-9766-C97E8A76700E}" type="presParOf" srcId="{B0A122C0-729B-465E-A1BD-3AEF466CE50D}" destId="{589F355B-F77C-4234-9991-F308DD862114}" srcOrd="1" destOrd="0" presId="urn:microsoft.com/office/officeart/2005/8/layout/hList1"/>
    <dgm:cxn modelId="{64685B61-13B8-4315-9F06-33C835531126}" type="presParOf" srcId="{98DE6DE8-9EB6-43BB-99C3-AEC200D2CC4E}" destId="{A16082F9-682A-4169-B42D-0BB1DC5C052A}" srcOrd="3" destOrd="0" presId="urn:microsoft.com/office/officeart/2005/8/layout/hList1"/>
    <dgm:cxn modelId="{3940F20F-A143-4B67-AC5D-7A166DA4043A}" type="presParOf" srcId="{98DE6DE8-9EB6-43BB-99C3-AEC200D2CC4E}" destId="{E73DF5E4-3183-44DC-B1CB-B35D1335E7CD}" srcOrd="4" destOrd="0" presId="urn:microsoft.com/office/officeart/2005/8/layout/hList1"/>
    <dgm:cxn modelId="{36B23E99-7401-431F-9314-DE3334231036}" type="presParOf" srcId="{E73DF5E4-3183-44DC-B1CB-B35D1335E7CD}" destId="{CFD6329E-BD68-4841-8413-505CF3A8460D}" srcOrd="0" destOrd="0" presId="urn:microsoft.com/office/officeart/2005/8/layout/hList1"/>
    <dgm:cxn modelId="{98EAF0F4-0CED-47F1-AB3C-20F5D1F676BB}" type="presParOf" srcId="{E73DF5E4-3183-44DC-B1CB-B35D1335E7CD}" destId="{8908EECE-B74D-43CA-A999-747A069DDF8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C1D970-B0E5-46F4-BC63-3158C29D3668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BD452CB-C7A8-468A-996A-1BA8F6B292F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Hosting:</a:t>
          </a:r>
        </a:p>
        <a:p>
          <a:pPr>
            <a:lnSpc>
              <a:spcPct val="100000"/>
            </a:lnSpc>
            <a:defRPr b="1"/>
          </a:pPr>
          <a:r>
            <a:rPr lang="en-US" dirty="0"/>
            <a:t> Microsoft Azure Hosting</a:t>
          </a:r>
        </a:p>
      </dgm:t>
    </dgm:pt>
    <dgm:pt modelId="{E6EB2FB3-B545-48EE-9701-63C267D3DDA8}" type="parTrans" cxnId="{F529FC83-B6FC-45E9-920C-1CC81BB53E89}">
      <dgm:prSet/>
      <dgm:spPr/>
      <dgm:t>
        <a:bodyPr/>
        <a:lstStyle/>
        <a:p>
          <a:endParaRPr lang="en-US"/>
        </a:p>
      </dgm:t>
    </dgm:pt>
    <dgm:pt modelId="{2CF91A44-77B8-4764-B3A4-02813E05BF05}" type="sibTrans" cxnId="{F529FC83-B6FC-45E9-920C-1CC81BB53E89}">
      <dgm:prSet/>
      <dgm:spPr/>
      <dgm:t>
        <a:bodyPr/>
        <a:lstStyle/>
        <a:p>
          <a:endParaRPr lang="en-US"/>
        </a:p>
      </dgm:t>
    </dgm:pt>
    <dgm:pt modelId="{C4B42E07-F265-4397-8F1F-5DCB50543CF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Monthly Cost :</a:t>
          </a:r>
        </a:p>
      </dgm:t>
    </dgm:pt>
    <dgm:pt modelId="{F4A8A4B7-E8C0-471B-AE7A-5EB6523B5FF0}" type="parTrans" cxnId="{53564342-6DD6-46E4-ABF2-19ACCA58AA6D}">
      <dgm:prSet/>
      <dgm:spPr/>
      <dgm:t>
        <a:bodyPr/>
        <a:lstStyle/>
        <a:p>
          <a:endParaRPr lang="en-US"/>
        </a:p>
      </dgm:t>
    </dgm:pt>
    <dgm:pt modelId="{06C5D799-D535-4EFC-9B9E-603740ECBA2E}" type="sibTrans" cxnId="{53564342-6DD6-46E4-ABF2-19ACCA58AA6D}">
      <dgm:prSet/>
      <dgm:spPr/>
      <dgm:t>
        <a:bodyPr/>
        <a:lstStyle/>
        <a:p>
          <a:endParaRPr lang="en-US"/>
        </a:p>
      </dgm:t>
    </dgm:pt>
    <dgm:pt modelId="{CE641BFD-77B5-4771-837D-E783B80C1A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Database:</a:t>
          </a:r>
        </a:p>
      </dgm:t>
    </dgm:pt>
    <dgm:pt modelId="{709FB040-6910-4C29-A901-750BE0876269}" type="parTrans" cxnId="{0018B5EC-0D8A-4EFA-8FDD-937F8E080E8E}">
      <dgm:prSet/>
      <dgm:spPr/>
      <dgm:t>
        <a:bodyPr/>
        <a:lstStyle/>
        <a:p>
          <a:endParaRPr lang="en-US"/>
        </a:p>
      </dgm:t>
    </dgm:pt>
    <dgm:pt modelId="{FD6E4861-881B-4980-8F6E-454ED8A4E968}" type="sibTrans" cxnId="{0018B5EC-0D8A-4EFA-8FDD-937F8E080E8E}">
      <dgm:prSet/>
      <dgm:spPr/>
      <dgm:t>
        <a:bodyPr/>
        <a:lstStyle/>
        <a:p>
          <a:endParaRPr lang="en-US"/>
        </a:p>
      </dgm:t>
    </dgm:pt>
    <dgm:pt modelId="{CB2D2554-0CDD-43C6-A05F-8BFF2560F8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Hosting platform:</a:t>
          </a:r>
        </a:p>
      </dgm:t>
    </dgm:pt>
    <dgm:pt modelId="{EDF09FDF-5B14-49DC-A3CF-B5AF293855F9}" type="parTrans" cxnId="{F6A9A606-575A-4586-A338-1B8E1B4DA407}">
      <dgm:prSet/>
      <dgm:spPr/>
      <dgm:t>
        <a:bodyPr/>
        <a:lstStyle/>
        <a:p>
          <a:endParaRPr lang="en-US"/>
        </a:p>
      </dgm:t>
    </dgm:pt>
    <dgm:pt modelId="{DE21F890-6B13-4D51-99B4-80D84756DBC8}" type="sibTrans" cxnId="{F6A9A606-575A-4586-A338-1B8E1B4DA407}">
      <dgm:prSet/>
      <dgm:spPr/>
      <dgm:t>
        <a:bodyPr/>
        <a:lstStyle/>
        <a:p>
          <a:endParaRPr lang="en-US"/>
        </a:p>
      </dgm:t>
    </dgm:pt>
    <dgm:pt modelId="{9A45D912-6D8F-4E6E-8A83-7B771A1E97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Domain:</a:t>
          </a:r>
        </a:p>
      </dgm:t>
    </dgm:pt>
    <dgm:pt modelId="{3313B321-D198-4C42-BE31-FC05B58D807A}" type="parTrans" cxnId="{CCDA280C-6130-40EB-A9C3-23B01A2EB2C8}">
      <dgm:prSet/>
      <dgm:spPr/>
      <dgm:t>
        <a:bodyPr/>
        <a:lstStyle/>
        <a:p>
          <a:endParaRPr lang="en-US"/>
        </a:p>
      </dgm:t>
    </dgm:pt>
    <dgm:pt modelId="{AB70212F-F2A0-4A89-AD79-EA1C953AE413}" type="sibTrans" cxnId="{CCDA280C-6130-40EB-A9C3-23B01A2EB2C8}">
      <dgm:prSet/>
      <dgm:spPr/>
      <dgm:t>
        <a:bodyPr/>
        <a:lstStyle/>
        <a:p>
          <a:endParaRPr lang="en-US"/>
        </a:p>
      </dgm:t>
    </dgm:pt>
    <dgm:pt modelId="{1F6E6D5F-C8B9-4FB6-8B4C-507EA109C7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Maintenance :</a:t>
          </a:r>
        </a:p>
      </dgm:t>
    </dgm:pt>
    <dgm:pt modelId="{6A2DB629-9E80-44C7-BDAC-3ADF83488F6C}" type="parTrans" cxnId="{72D4690A-64A4-44A2-B709-885D28071CF0}">
      <dgm:prSet/>
      <dgm:spPr/>
      <dgm:t>
        <a:bodyPr/>
        <a:lstStyle/>
        <a:p>
          <a:endParaRPr lang="en-US"/>
        </a:p>
      </dgm:t>
    </dgm:pt>
    <dgm:pt modelId="{85A336B6-94FC-4730-BA33-7EAA8E3B79E0}" type="sibTrans" cxnId="{72D4690A-64A4-44A2-B709-885D28071CF0}">
      <dgm:prSet/>
      <dgm:spPr/>
      <dgm:t>
        <a:bodyPr/>
        <a:lstStyle/>
        <a:p>
          <a:endParaRPr lang="en-US"/>
        </a:p>
      </dgm:t>
    </dgm:pt>
    <dgm:pt modelId="{70E73138-A561-46CB-9908-A4494924A9AC}" type="pres">
      <dgm:prSet presAssocID="{38C1D970-B0E5-46F4-BC63-3158C29D3668}" presName="root" presStyleCnt="0">
        <dgm:presLayoutVars>
          <dgm:dir/>
          <dgm:resizeHandles val="exact"/>
        </dgm:presLayoutVars>
      </dgm:prSet>
      <dgm:spPr/>
    </dgm:pt>
    <dgm:pt modelId="{F2934A47-0753-42DA-BA1F-321FBAA4E383}" type="pres">
      <dgm:prSet presAssocID="{6BD452CB-C7A8-468A-996A-1BA8F6B292F2}" presName="compNode" presStyleCnt="0"/>
      <dgm:spPr/>
    </dgm:pt>
    <dgm:pt modelId="{B0ECC253-361B-4A71-A8E2-34F2D23DAF4F}" type="pres">
      <dgm:prSet presAssocID="{6BD452CB-C7A8-468A-996A-1BA8F6B292F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D9C405B-D838-4D74-81A5-C61E09D2645A}" type="pres">
      <dgm:prSet presAssocID="{6BD452CB-C7A8-468A-996A-1BA8F6B292F2}" presName="iconSpace" presStyleCnt="0"/>
      <dgm:spPr/>
    </dgm:pt>
    <dgm:pt modelId="{12298244-447F-431D-B16A-0DEE01C17E26}" type="pres">
      <dgm:prSet presAssocID="{6BD452CB-C7A8-468A-996A-1BA8F6B292F2}" presName="parTx" presStyleLbl="revTx" presStyleIdx="0" presStyleCnt="4">
        <dgm:presLayoutVars>
          <dgm:chMax val="0"/>
          <dgm:chPref val="0"/>
        </dgm:presLayoutVars>
      </dgm:prSet>
      <dgm:spPr/>
    </dgm:pt>
    <dgm:pt modelId="{938ED84A-9C22-45FE-B054-B7F7333ABC89}" type="pres">
      <dgm:prSet presAssocID="{6BD452CB-C7A8-468A-996A-1BA8F6B292F2}" presName="txSpace" presStyleCnt="0"/>
      <dgm:spPr/>
    </dgm:pt>
    <dgm:pt modelId="{8F49D59F-B138-479F-A27B-A528E7901991}" type="pres">
      <dgm:prSet presAssocID="{6BD452CB-C7A8-468A-996A-1BA8F6B292F2}" presName="desTx" presStyleLbl="revTx" presStyleIdx="1" presStyleCnt="4">
        <dgm:presLayoutVars/>
      </dgm:prSet>
      <dgm:spPr/>
    </dgm:pt>
    <dgm:pt modelId="{40DCBE2A-960D-4125-B824-399C0C376EB2}" type="pres">
      <dgm:prSet presAssocID="{2CF91A44-77B8-4764-B3A4-02813E05BF05}" presName="sibTrans" presStyleCnt="0"/>
      <dgm:spPr/>
    </dgm:pt>
    <dgm:pt modelId="{F4009E74-EFC8-4E4A-962E-8EC9E73EB57A}" type="pres">
      <dgm:prSet presAssocID="{C4B42E07-F265-4397-8F1F-5DCB50543CFA}" presName="compNode" presStyleCnt="0"/>
      <dgm:spPr/>
    </dgm:pt>
    <dgm:pt modelId="{D39A6D81-3B0C-4C3B-AA69-115891FCB47D}" type="pres">
      <dgm:prSet presAssocID="{C4B42E07-F265-4397-8F1F-5DCB50543CF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0C81BAA-DAE4-472F-893C-93A8BE7E581F}" type="pres">
      <dgm:prSet presAssocID="{C4B42E07-F265-4397-8F1F-5DCB50543CFA}" presName="iconSpace" presStyleCnt="0"/>
      <dgm:spPr/>
    </dgm:pt>
    <dgm:pt modelId="{D10E699F-8684-4302-883F-8B74AFC9567B}" type="pres">
      <dgm:prSet presAssocID="{C4B42E07-F265-4397-8F1F-5DCB50543CFA}" presName="parTx" presStyleLbl="revTx" presStyleIdx="2" presStyleCnt="4">
        <dgm:presLayoutVars>
          <dgm:chMax val="0"/>
          <dgm:chPref val="0"/>
        </dgm:presLayoutVars>
      </dgm:prSet>
      <dgm:spPr/>
    </dgm:pt>
    <dgm:pt modelId="{3D37B819-A160-4AB8-89DD-520440493778}" type="pres">
      <dgm:prSet presAssocID="{C4B42E07-F265-4397-8F1F-5DCB50543CFA}" presName="txSpace" presStyleCnt="0"/>
      <dgm:spPr/>
    </dgm:pt>
    <dgm:pt modelId="{A767E0DE-C9E5-4C40-8F2C-16231208B9EF}" type="pres">
      <dgm:prSet presAssocID="{C4B42E07-F265-4397-8F1F-5DCB50543CFA}" presName="desTx" presStyleLbl="revTx" presStyleIdx="3" presStyleCnt="4">
        <dgm:presLayoutVars/>
      </dgm:prSet>
      <dgm:spPr/>
    </dgm:pt>
  </dgm:ptLst>
  <dgm:cxnLst>
    <dgm:cxn modelId="{F6A9A606-575A-4586-A338-1B8E1B4DA407}" srcId="{C4B42E07-F265-4397-8F1F-5DCB50543CFA}" destId="{CB2D2554-0CDD-43C6-A05F-8BFF2560F81A}" srcOrd="1" destOrd="0" parTransId="{EDF09FDF-5B14-49DC-A3CF-B5AF293855F9}" sibTransId="{DE21F890-6B13-4D51-99B4-80D84756DBC8}"/>
    <dgm:cxn modelId="{72D4690A-64A4-44A2-B709-885D28071CF0}" srcId="{C4B42E07-F265-4397-8F1F-5DCB50543CFA}" destId="{1F6E6D5F-C8B9-4FB6-8B4C-507EA109C75D}" srcOrd="3" destOrd="0" parTransId="{6A2DB629-9E80-44C7-BDAC-3ADF83488F6C}" sibTransId="{85A336B6-94FC-4730-BA33-7EAA8E3B79E0}"/>
    <dgm:cxn modelId="{CCDA280C-6130-40EB-A9C3-23B01A2EB2C8}" srcId="{C4B42E07-F265-4397-8F1F-5DCB50543CFA}" destId="{9A45D912-6D8F-4E6E-8A83-7B771A1E9768}" srcOrd="2" destOrd="0" parTransId="{3313B321-D198-4C42-BE31-FC05B58D807A}" sibTransId="{AB70212F-F2A0-4A89-AD79-EA1C953AE413}"/>
    <dgm:cxn modelId="{21894F27-4DAF-43FF-9F74-EBAEC3AE65D9}" type="presOf" srcId="{1F6E6D5F-C8B9-4FB6-8B4C-507EA109C75D}" destId="{A767E0DE-C9E5-4C40-8F2C-16231208B9EF}" srcOrd="0" destOrd="3" presId="urn:microsoft.com/office/officeart/2018/5/layout/CenteredIconLabelDescriptionList"/>
    <dgm:cxn modelId="{DDA38E31-BA85-48A0-A9FE-041939EB39AD}" type="presOf" srcId="{38C1D970-B0E5-46F4-BC63-3158C29D3668}" destId="{70E73138-A561-46CB-9908-A4494924A9AC}" srcOrd="0" destOrd="0" presId="urn:microsoft.com/office/officeart/2018/5/layout/CenteredIconLabelDescriptionList"/>
    <dgm:cxn modelId="{9E2CF833-FF0A-4FEC-8CDA-9BD6580F8214}" type="presOf" srcId="{CE641BFD-77B5-4771-837D-E783B80C1A39}" destId="{A767E0DE-C9E5-4C40-8F2C-16231208B9EF}" srcOrd="0" destOrd="0" presId="urn:microsoft.com/office/officeart/2018/5/layout/CenteredIconLabelDescriptionList"/>
    <dgm:cxn modelId="{39523C3B-5795-4F8B-B539-1E6C7D61E886}" type="presOf" srcId="{6BD452CB-C7A8-468A-996A-1BA8F6B292F2}" destId="{12298244-447F-431D-B16A-0DEE01C17E26}" srcOrd="0" destOrd="0" presId="urn:microsoft.com/office/officeart/2018/5/layout/CenteredIconLabelDescriptionList"/>
    <dgm:cxn modelId="{3644853C-4D79-4CBC-8B09-26E6273AC36F}" type="presOf" srcId="{C4B42E07-F265-4397-8F1F-5DCB50543CFA}" destId="{D10E699F-8684-4302-883F-8B74AFC9567B}" srcOrd="0" destOrd="0" presId="urn:microsoft.com/office/officeart/2018/5/layout/CenteredIconLabelDescriptionList"/>
    <dgm:cxn modelId="{53564342-6DD6-46E4-ABF2-19ACCA58AA6D}" srcId="{38C1D970-B0E5-46F4-BC63-3158C29D3668}" destId="{C4B42E07-F265-4397-8F1F-5DCB50543CFA}" srcOrd="1" destOrd="0" parTransId="{F4A8A4B7-E8C0-471B-AE7A-5EB6523B5FF0}" sibTransId="{06C5D799-D535-4EFC-9B9E-603740ECBA2E}"/>
    <dgm:cxn modelId="{F529FC83-B6FC-45E9-920C-1CC81BB53E89}" srcId="{38C1D970-B0E5-46F4-BC63-3158C29D3668}" destId="{6BD452CB-C7A8-468A-996A-1BA8F6B292F2}" srcOrd="0" destOrd="0" parTransId="{E6EB2FB3-B545-48EE-9701-63C267D3DDA8}" sibTransId="{2CF91A44-77B8-4764-B3A4-02813E05BF05}"/>
    <dgm:cxn modelId="{A5B3F1A5-3416-40D4-9495-397A55F09AC5}" type="presOf" srcId="{9A45D912-6D8F-4E6E-8A83-7B771A1E9768}" destId="{A767E0DE-C9E5-4C40-8F2C-16231208B9EF}" srcOrd="0" destOrd="2" presId="urn:microsoft.com/office/officeart/2018/5/layout/CenteredIconLabelDescriptionList"/>
    <dgm:cxn modelId="{902636A8-8572-49AB-817A-771BC7045A96}" type="presOf" srcId="{CB2D2554-0CDD-43C6-A05F-8BFF2560F81A}" destId="{A767E0DE-C9E5-4C40-8F2C-16231208B9EF}" srcOrd="0" destOrd="1" presId="urn:microsoft.com/office/officeart/2018/5/layout/CenteredIconLabelDescriptionList"/>
    <dgm:cxn modelId="{0018B5EC-0D8A-4EFA-8FDD-937F8E080E8E}" srcId="{C4B42E07-F265-4397-8F1F-5DCB50543CFA}" destId="{CE641BFD-77B5-4771-837D-E783B80C1A39}" srcOrd="0" destOrd="0" parTransId="{709FB040-6910-4C29-A901-750BE0876269}" sibTransId="{FD6E4861-881B-4980-8F6E-454ED8A4E968}"/>
    <dgm:cxn modelId="{04B3AC7E-E2D8-43FB-BEC0-A47A27CC8A51}" type="presParOf" srcId="{70E73138-A561-46CB-9908-A4494924A9AC}" destId="{F2934A47-0753-42DA-BA1F-321FBAA4E383}" srcOrd="0" destOrd="0" presId="urn:microsoft.com/office/officeart/2018/5/layout/CenteredIconLabelDescriptionList"/>
    <dgm:cxn modelId="{5754EB52-4EAF-41F6-AAF1-90A059434A03}" type="presParOf" srcId="{F2934A47-0753-42DA-BA1F-321FBAA4E383}" destId="{B0ECC253-361B-4A71-A8E2-34F2D23DAF4F}" srcOrd="0" destOrd="0" presId="urn:microsoft.com/office/officeart/2018/5/layout/CenteredIconLabelDescriptionList"/>
    <dgm:cxn modelId="{670A3216-430C-42B3-918B-17535FE66DBC}" type="presParOf" srcId="{F2934A47-0753-42DA-BA1F-321FBAA4E383}" destId="{1D9C405B-D838-4D74-81A5-C61E09D2645A}" srcOrd="1" destOrd="0" presId="urn:microsoft.com/office/officeart/2018/5/layout/CenteredIconLabelDescriptionList"/>
    <dgm:cxn modelId="{246B980A-E0DE-4015-8FD9-599ECEA3CBB1}" type="presParOf" srcId="{F2934A47-0753-42DA-BA1F-321FBAA4E383}" destId="{12298244-447F-431D-B16A-0DEE01C17E26}" srcOrd="2" destOrd="0" presId="urn:microsoft.com/office/officeart/2018/5/layout/CenteredIconLabelDescriptionList"/>
    <dgm:cxn modelId="{BFD66D81-D4DC-4FBC-AF48-8ACE425E3B05}" type="presParOf" srcId="{F2934A47-0753-42DA-BA1F-321FBAA4E383}" destId="{938ED84A-9C22-45FE-B054-B7F7333ABC89}" srcOrd="3" destOrd="0" presId="urn:microsoft.com/office/officeart/2018/5/layout/CenteredIconLabelDescriptionList"/>
    <dgm:cxn modelId="{49E4FA89-348A-4676-A671-1D1DA7A6A5AF}" type="presParOf" srcId="{F2934A47-0753-42DA-BA1F-321FBAA4E383}" destId="{8F49D59F-B138-479F-A27B-A528E7901991}" srcOrd="4" destOrd="0" presId="urn:microsoft.com/office/officeart/2018/5/layout/CenteredIconLabelDescriptionList"/>
    <dgm:cxn modelId="{F163C869-49C1-460A-8806-655076A7FAC5}" type="presParOf" srcId="{70E73138-A561-46CB-9908-A4494924A9AC}" destId="{40DCBE2A-960D-4125-B824-399C0C376EB2}" srcOrd="1" destOrd="0" presId="urn:microsoft.com/office/officeart/2018/5/layout/CenteredIconLabelDescriptionList"/>
    <dgm:cxn modelId="{0AB56E3F-8A6F-4D99-B746-EA742B8AF37E}" type="presParOf" srcId="{70E73138-A561-46CB-9908-A4494924A9AC}" destId="{F4009E74-EFC8-4E4A-962E-8EC9E73EB57A}" srcOrd="2" destOrd="0" presId="urn:microsoft.com/office/officeart/2018/5/layout/CenteredIconLabelDescriptionList"/>
    <dgm:cxn modelId="{FBEE0CEE-F943-4303-BCC7-A070F21B0AA0}" type="presParOf" srcId="{F4009E74-EFC8-4E4A-962E-8EC9E73EB57A}" destId="{D39A6D81-3B0C-4C3B-AA69-115891FCB47D}" srcOrd="0" destOrd="0" presId="urn:microsoft.com/office/officeart/2018/5/layout/CenteredIconLabelDescriptionList"/>
    <dgm:cxn modelId="{022F320D-41A0-43BF-B1D6-822DE0C2E1DB}" type="presParOf" srcId="{F4009E74-EFC8-4E4A-962E-8EC9E73EB57A}" destId="{40C81BAA-DAE4-472F-893C-93A8BE7E581F}" srcOrd="1" destOrd="0" presId="urn:microsoft.com/office/officeart/2018/5/layout/CenteredIconLabelDescriptionList"/>
    <dgm:cxn modelId="{85A89FA3-4495-490C-812B-6E6BE3004D3C}" type="presParOf" srcId="{F4009E74-EFC8-4E4A-962E-8EC9E73EB57A}" destId="{D10E699F-8684-4302-883F-8B74AFC9567B}" srcOrd="2" destOrd="0" presId="urn:microsoft.com/office/officeart/2018/5/layout/CenteredIconLabelDescriptionList"/>
    <dgm:cxn modelId="{4E9DB733-0464-453E-89A3-727C75565B88}" type="presParOf" srcId="{F4009E74-EFC8-4E4A-962E-8EC9E73EB57A}" destId="{3D37B819-A160-4AB8-89DD-520440493778}" srcOrd="3" destOrd="0" presId="urn:microsoft.com/office/officeart/2018/5/layout/CenteredIconLabelDescriptionList"/>
    <dgm:cxn modelId="{1CA5C11D-6E06-443A-BAED-067B90886D91}" type="presParOf" srcId="{F4009E74-EFC8-4E4A-962E-8EC9E73EB57A}" destId="{A767E0DE-C9E5-4C40-8F2C-16231208B9E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EDD29D-21F3-4D51-A904-2D17EB1C53DE}">
      <dsp:nvSpPr>
        <dsp:cNvPr id="0" name=""/>
        <dsp:cNvSpPr/>
      </dsp:nvSpPr>
      <dsp:spPr>
        <a:xfrm>
          <a:off x="3504" y="197945"/>
          <a:ext cx="1897254" cy="11383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Secure Login</a:t>
          </a:r>
        </a:p>
      </dsp:txBody>
      <dsp:txXfrm>
        <a:off x="3504" y="197945"/>
        <a:ext cx="1897254" cy="1138352"/>
      </dsp:txXfrm>
    </dsp:sp>
    <dsp:sp modelId="{795E5D1D-6C65-4A07-89C7-25F683872FD4}">
      <dsp:nvSpPr>
        <dsp:cNvPr id="0" name=""/>
        <dsp:cNvSpPr/>
      </dsp:nvSpPr>
      <dsp:spPr>
        <a:xfrm>
          <a:off x="2090483" y="197945"/>
          <a:ext cx="1897254" cy="11383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Dashboard</a:t>
          </a:r>
        </a:p>
      </dsp:txBody>
      <dsp:txXfrm>
        <a:off x="2090483" y="197945"/>
        <a:ext cx="1897254" cy="1138352"/>
      </dsp:txXfrm>
    </dsp:sp>
    <dsp:sp modelId="{20E0E2A8-7F3F-4D48-9EB1-141CDF13615F}">
      <dsp:nvSpPr>
        <dsp:cNvPr id="0" name=""/>
        <dsp:cNvSpPr/>
      </dsp:nvSpPr>
      <dsp:spPr>
        <a:xfrm>
          <a:off x="4177462" y="197945"/>
          <a:ext cx="1897254" cy="11383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Activity </a:t>
          </a:r>
        </a:p>
      </dsp:txBody>
      <dsp:txXfrm>
        <a:off x="4177462" y="197945"/>
        <a:ext cx="1897254" cy="1138352"/>
      </dsp:txXfrm>
    </dsp:sp>
    <dsp:sp modelId="{65B46EA8-104C-4A66-9BBE-E079DAB71C80}">
      <dsp:nvSpPr>
        <dsp:cNvPr id="0" name=""/>
        <dsp:cNvSpPr/>
      </dsp:nvSpPr>
      <dsp:spPr>
        <a:xfrm>
          <a:off x="6264442" y="197945"/>
          <a:ext cx="1897254" cy="11383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Maps</a:t>
          </a:r>
        </a:p>
      </dsp:txBody>
      <dsp:txXfrm>
        <a:off x="6264442" y="197945"/>
        <a:ext cx="1897254" cy="1138352"/>
      </dsp:txXfrm>
    </dsp:sp>
    <dsp:sp modelId="{4C1ECF13-4229-47BC-B3DB-02F7A18CA829}">
      <dsp:nvSpPr>
        <dsp:cNvPr id="0" name=""/>
        <dsp:cNvSpPr/>
      </dsp:nvSpPr>
      <dsp:spPr>
        <a:xfrm>
          <a:off x="8351421" y="197945"/>
          <a:ext cx="1897254" cy="11383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Challenges</a:t>
          </a:r>
        </a:p>
      </dsp:txBody>
      <dsp:txXfrm>
        <a:off x="8351421" y="197945"/>
        <a:ext cx="1897254" cy="1138352"/>
      </dsp:txXfrm>
    </dsp:sp>
    <dsp:sp modelId="{6E9A4EFE-58BF-4377-BD91-73AECD6F3117}">
      <dsp:nvSpPr>
        <dsp:cNvPr id="0" name=""/>
        <dsp:cNvSpPr/>
      </dsp:nvSpPr>
      <dsp:spPr>
        <a:xfrm>
          <a:off x="3504" y="1526023"/>
          <a:ext cx="1897254" cy="11383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Clubs</a:t>
          </a:r>
        </a:p>
      </dsp:txBody>
      <dsp:txXfrm>
        <a:off x="3504" y="1526023"/>
        <a:ext cx="1897254" cy="1138352"/>
      </dsp:txXfrm>
    </dsp:sp>
    <dsp:sp modelId="{3F26BE65-DF48-4973-A255-E1FFF994457B}">
      <dsp:nvSpPr>
        <dsp:cNvPr id="0" name=""/>
        <dsp:cNvSpPr/>
      </dsp:nvSpPr>
      <dsp:spPr>
        <a:xfrm>
          <a:off x="2090483" y="1526023"/>
          <a:ext cx="1897254" cy="11383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Official Teams </a:t>
          </a:r>
        </a:p>
      </dsp:txBody>
      <dsp:txXfrm>
        <a:off x="2090483" y="1526023"/>
        <a:ext cx="1897254" cy="1138352"/>
      </dsp:txXfrm>
    </dsp:sp>
    <dsp:sp modelId="{186B14BE-A9F5-4BB1-A83F-21C28BAAFB0E}">
      <dsp:nvSpPr>
        <dsp:cNvPr id="0" name=""/>
        <dsp:cNvSpPr/>
      </dsp:nvSpPr>
      <dsp:spPr>
        <a:xfrm>
          <a:off x="4177462" y="1526023"/>
          <a:ext cx="1897254" cy="11383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Leaderboard</a:t>
          </a:r>
        </a:p>
      </dsp:txBody>
      <dsp:txXfrm>
        <a:off x="4177462" y="1526023"/>
        <a:ext cx="1897254" cy="1138352"/>
      </dsp:txXfrm>
    </dsp:sp>
    <dsp:sp modelId="{64305856-F543-4B35-8D57-085CF43FE755}">
      <dsp:nvSpPr>
        <dsp:cNvPr id="0" name=""/>
        <dsp:cNvSpPr/>
      </dsp:nvSpPr>
      <dsp:spPr>
        <a:xfrm>
          <a:off x="6264442" y="1526023"/>
          <a:ext cx="1897254" cy="11383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Settings</a:t>
          </a:r>
        </a:p>
      </dsp:txBody>
      <dsp:txXfrm>
        <a:off x="6264442" y="1526023"/>
        <a:ext cx="1897254" cy="1138352"/>
      </dsp:txXfrm>
    </dsp:sp>
    <dsp:sp modelId="{8EED1191-FE01-4BE6-806E-D50416216958}">
      <dsp:nvSpPr>
        <dsp:cNvPr id="0" name=""/>
        <dsp:cNvSpPr/>
      </dsp:nvSpPr>
      <dsp:spPr>
        <a:xfrm>
          <a:off x="8351421" y="1526023"/>
          <a:ext cx="1897254" cy="11383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Friend View</a:t>
          </a:r>
        </a:p>
      </dsp:txBody>
      <dsp:txXfrm>
        <a:off x="8351421" y="1526023"/>
        <a:ext cx="1897254" cy="11383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FC2F6E-66E6-4E61-B2ED-957CC7E9F626}">
      <dsp:nvSpPr>
        <dsp:cNvPr id="0" name=""/>
        <dsp:cNvSpPr/>
      </dsp:nvSpPr>
      <dsp:spPr>
        <a:xfrm>
          <a:off x="3096" y="777019"/>
          <a:ext cx="3019543" cy="864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Client </a:t>
          </a:r>
        </a:p>
      </dsp:txBody>
      <dsp:txXfrm>
        <a:off x="3096" y="777019"/>
        <a:ext cx="3019543" cy="864000"/>
      </dsp:txXfrm>
    </dsp:sp>
    <dsp:sp modelId="{045785D1-0D0F-440F-817A-43A9300C70E7}">
      <dsp:nvSpPr>
        <dsp:cNvPr id="0" name=""/>
        <dsp:cNvSpPr/>
      </dsp:nvSpPr>
      <dsp:spPr>
        <a:xfrm>
          <a:off x="3096" y="1641019"/>
          <a:ext cx="3019543" cy="3000628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Html 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JS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 CSS</a:t>
          </a:r>
        </a:p>
      </dsp:txBody>
      <dsp:txXfrm>
        <a:off x="3096" y="1641019"/>
        <a:ext cx="3019543" cy="3000628"/>
      </dsp:txXfrm>
    </dsp:sp>
    <dsp:sp modelId="{66A69DCB-BA64-42AF-9137-499F187BCF6F}">
      <dsp:nvSpPr>
        <dsp:cNvPr id="0" name=""/>
        <dsp:cNvSpPr/>
      </dsp:nvSpPr>
      <dsp:spPr>
        <a:xfrm>
          <a:off x="3445376" y="777019"/>
          <a:ext cx="3019543" cy="864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Server</a:t>
          </a:r>
        </a:p>
      </dsp:txBody>
      <dsp:txXfrm>
        <a:off x="3445376" y="777019"/>
        <a:ext cx="3019543" cy="864000"/>
      </dsp:txXfrm>
    </dsp:sp>
    <dsp:sp modelId="{589F355B-F77C-4234-9991-F308DD862114}">
      <dsp:nvSpPr>
        <dsp:cNvPr id="0" name=""/>
        <dsp:cNvSpPr/>
      </dsp:nvSpPr>
      <dsp:spPr>
        <a:xfrm>
          <a:off x="3445376" y="1641019"/>
          <a:ext cx="3019543" cy="3000628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Python Flask Framework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Docker Containerized for local development</a:t>
          </a:r>
        </a:p>
      </dsp:txBody>
      <dsp:txXfrm>
        <a:off x="3445376" y="1641019"/>
        <a:ext cx="3019543" cy="3000628"/>
      </dsp:txXfrm>
    </dsp:sp>
    <dsp:sp modelId="{CFD6329E-BD68-4841-8413-505CF3A8460D}">
      <dsp:nvSpPr>
        <dsp:cNvPr id="0" name=""/>
        <dsp:cNvSpPr/>
      </dsp:nvSpPr>
      <dsp:spPr>
        <a:xfrm>
          <a:off x="6887655" y="777019"/>
          <a:ext cx="3019543" cy="864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Database</a:t>
          </a:r>
        </a:p>
      </dsp:txBody>
      <dsp:txXfrm>
        <a:off x="6887655" y="777019"/>
        <a:ext cx="3019543" cy="864000"/>
      </dsp:txXfrm>
    </dsp:sp>
    <dsp:sp modelId="{8908EECE-B74D-43CA-A999-747A069DDF82}">
      <dsp:nvSpPr>
        <dsp:cNvPr id="0" name=""/>
        <dsp:cNvSpPr/>
      </dsp:nvSpPr>
      <dsp:spPr>
        <a:xfrm>
          <a:off x="6887655" y="1641019"/>
          <a:ext cx="3019543" cy="3000628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MSSQL-Azure Edge v18</a:t>
          </a:r>
        </a:p>
      </dsp:txBody>
      <dsp:txXfrm>
        <a:off x="6887655" y="1641019"/>
        <a:ext cx="3019543" cy="30006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ECC253-361B-4A71-A8E2-34F2D23DAF4F}">
      <dsp:nvSpPr>
        <dsp:cNvPr id="0" name=""/>
        <dsp:cNvSpPr/>
      </dsp:nvSpPr>
      <dsp:spPr>
        <a:xfrm>
          <a:off x="1963800" y="477742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298244-447F-431D-B16A-0DEE01C17E26}">
      <dsp:nvSpPr>
        <dsp:cNvPr id="0" name=""/>
        <dsp:cNvSpPr/>
      </dsp:nvSpPr>
      <dsp:spPr>
        <a:xfrm>
          <a:off x="559800" y="213576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Hosting: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 Microsoft Azure Hosting</a:t>
          </a:r>
        </a:p>
      </dsp:txBody>
      <dsp:txXfrm>
        <a:off x="559800" y="2135763"/>
        <a:ext cx="4320000" cy="648000"/>
      </dsp:txXfrm>
    </dsp:sp>
    <dsp:sp modelId="{8F49D59F-B138-479F-A27B-A528E7901991}">
      <dsp:nvSpPr>
        <dsp:cNvPr id="0" name=""/>
        <dsp:cNvSpPr/>
      </dsp:nvSpPr>
      <dsp:spPr>
        <a:xfrm>
          <a:off x="559800" y="2851681"/>
          <a:ext cx="4320000" cy="1021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9A6D81-3B0C-4C3B-AA69-115891FCB47D}">
      <dsp:nvSpPr>
        <dsp:cNvPr id="0" name=""/>
        <dsp:cNvSpPr/>
      </dsp:nvSpPr>
      <dsp:spPr>
        <a:xfrm>
          <a:off x="7039800" y="477742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0E699F-8684-4302-883F-8B74AFC9567B}">
      <dsp:nvSpPr>
        <dsp:cNvPr id="0" name=""/>
        <dsp:cNvSpPr/>
      </dsp:nvSpPr>
      <dsp:spPr>
        <a:xfrm>
          <a:off x="5635800" y="213576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Monthly Cost :</a:t>
          </a:r>
        </a:p>
      </dsp:txBody>
      <dsp:txXfrm>
        <a:off x="5635800" y="2135763"/>
        <a:ext cx="4320000" cy="648000"/>
      </dsp:txXfrm>
    </dsp:sp>
    <dsp:sp modelId="{A767E0DE-C9E5-4C40-8F2C-16231208B9EF}">
      <dsp:nvSpPr>
        <dsp:cNvPr id="0" name=""/>
        <dsp:cNvSpPr/>
      </dsp:nvSpPr>
      <dsp:spPr>
        <a:xfrm>
          <a:off x="5635800" y="2851681"/>
          <a:ext cx="4320000" cy="1021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Database: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Hosting platform: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Domain: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Maintenance :</a:t>
          </a:r>
        </a:p>
      </dsp:txBody>
      <dsp:txXfrm>
        <a:off x="5635800" y="2851681"/>
        <a:ext cx="4320000" cy="10219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2A6E6-BB86-4722-837C-048EA240887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3B6B7-4283-4814-95B1-8D2476E93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83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E12B-A58D-FC54-F39A-393BD2B28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6E907-7597-2A5F-72A0-02C40D777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52684-C925-4C65-8BFF-2FFA3151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A67BD-934D-B5F0-4874-9C7150EE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DDD3A-A311-C37F-CBB9-9FEF9FE8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14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F267D-AFB9-963E-AC71-2652D010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851AC-2A98-4ECD-44AC-53FE4DBDA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27263-3562-70EF-78D8-A2578492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9DECA-025C-4602-CC1E-A8E278A5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4039F-F84C-2A03-0028-7A2AFE21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A78E3-4E8D-EE25-4C89-AB7C2677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E02C3-74B2-18A4-5991-B8481583D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99E6B-AA8F-4E79-FF15-AF0F1723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FE679-A6C9-B5C6-1541-2D251ADA5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B89D7-71C5-3B6A-05F5-74A9BAEBB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19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C736-90F3-DB5F-EC8B-4C23291B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6368-624E-871D-638E-DD2D82A3BA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28415-4584-0B18-C159-0B34506E0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0E51D-2F66-DE89-DFFD-7CEF0451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FFAEC-88FB-C4F0-9BFC-FF1FC03AC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F403-1D0D-D98E-8E03-FE4F6DC6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7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CB30-9EEF-7FCA-7B49-DE5CD89E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510AE-BDF7-87AC-C09A-0375833E4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3310B-0F94-CACC-4D8A-BDFA20E70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CA202-DF19-D1CC-704F-64CED4428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81B4A-6383-D29E-8931-005F93BFC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04B78D-5348-2371-A40E-5852C7FE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BE782-9A3E-7779-A928-C43CAC46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983A46-D6E9-D070-A41B-C9D0223D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2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A4EC-BC3D-3C09-87CC-67C40B633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0D994-0F15-453D-F08D-B9A52671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B9F08A-2C86-0993-68A4-8EF4EBE9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8F8AC-DA26-968C-56F4-4E7116DD0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5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E4B2E7-CB50-0648-9D0A-2081C0C91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48C16-74EF-2D4E-5F87-4B132E53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FD834-8BF1-2FC5-A08E-927515F4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74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43F8B-045F-E347-F726-2A880B0B8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8D435-19E4-13F5-EC37-934F941FB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59386-C957-9B5E-D360-572818B44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9017E-9DF8-458F-E68F-D169F173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5C721-D489-EAA4-0167-B091ECCB1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16886-AFFA-EB07-3910-E038620D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17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9A2C-24F8-48F9-B525-DAF155AC0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9493D-C0EB-BF0D-F338-734DE72DF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A4A32-36C1-76C7-311C-3904248CD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23CF8-7119-77BB-9160-0BAD616A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DA221-A642-58E7-CDBE-E43325D27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C34FE-57BF-5BE2-D2FA-EA5EC795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75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E0CB-E016-3910-C7F5-B579FEC7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E023D-C710-E4AC-6BB2-2FC2CA4DD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3C513-E9E1-BAF8-5868-D6EF16ECD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219BF-5F12-F564-11FB-9A97FB13F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9047E-3BD4-EFC4-2F6E-6F48B37D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52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38FA0D-69B7-F966-6A29-CF31863FF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815B7-5A8F-7145-B4CA-ADDAB3338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3572C-6E34-0721-FF7E-2FDC045F8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F8A8C-3448-5F84-A7B8-1EA2AFA0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BB38-1E1D-AFA8-D257-2601E286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33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AA142-49C0-51AB-6DF5-C621FF991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5B685-C305-678D-180D-8AF39B630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7B0CC-FB2F-DAC7-434D-64801EBEA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53671-B9D0-2705-7DF0-2AEAC97D7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1CFBF-6ABD-EF23-87F9-97A42F452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0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weathermap.org/api" TargetMode="External"/><Relationship Id="rId2" Type="http://schemas.openxmlformats.org/officeDocument/2006/relationships/hyperlink" Target="https://leafletjs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jjdeuce06.github.io/VulcanActivityTracker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F449D-2BD2-97B5-DCE5-EA7AA820B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 dirty="0"/>
              <a:t>Vulcan Activity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B11B0-F653-A213-DE0D-88B0308AF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sz="2200"/>
              <a:t>CMSC-4920-Senior Project 2</a:t>
            </a:r>
          </a:p>
          <a:p>
            <a:pPr algn="l"/>
            <a:r>
              <a:rPr lang="en-US" sz="2200"/>
              <a:t>Group2</a:t>
            </a:r>
          </a:p>
          <a:p>
            <a:pPr algn="l"/>
            <a:r>
              <a:rPr lang="en-US" sz="2200"/>
              <a:t>Team: Margo Bonal, John Gerega, Luke Ruffing</a:t>
            </a:r>
          </a:p>
        </p:txBody>
      </p:sp>
    </p:spTree>
    <p:extLst>
      <p:ext uri="{BB962C8B-B14F-4D97-AF65-F5344CB8AC3E}">
        <p14:creationId xmlns:p14="http://schemas.microsoft.com/office/powerpoint/2010/main" val="156219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D47601-A3D5-5EAD-C1BB-4EBE55051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11854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821AA-AA04-E3EB-5027-44FA0EFD5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407" y="2276918"/>
            <a:ext cx="5043190" cy="40209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Vulcan Activity Tracker is an athletic app that allows for the tracking of all campus athletics activities. </a:t>
            </a:r>
          </a:p>
          <a:p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In one combined platform, the Vulcan Activity Tracker aspires to meet student organization needs, social interaction, and exercise goal planning in a free accessible way!</a:t>
            </a:r>
          </a:p>
          <a:p>
            <a:endParaRPr lang="en-US"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erson lifting weights with icons around them&#10;&#10;AI-generated content may be incorrect.">
            <a:extLst>
              <a:ext uri="{FF2B5EF4-FFF2-40B4-BE49-F238E27FC236}">
                <a16:creationId xmlns:a16="http://schemas.microsoft.com/office/drawing/2014/main" id="{01D0E672-3D69-D0A4-00DD-6EEF061C1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572" y="569297"/>
            <a:ext cx="5608830" cy="5608830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</p:spTree>
    <p:extLst>
      <p:ext uri="{BB962C8B-B14F-4D97-AF65-F5344CB8AC3E}">
        <p14:creationId xmlns:p14="http://schemas.microsoft.com/office/powerpoint/2010/main" val="850630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904FF895-6F97-2117-7F55-47760225B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2840" y="566543"/>
            <a:ext cx="2952918" cy="1027295"/>
          </a:xfrm>
        </p:spPr>
        <p:txBody>
          <a:bodyPr/>
          <a:lstStyle/>
          <a:p>
            <a:r>
              <a:rPr lang="en-US" dirty="0"/>
              <a:t>Features</a:t>
            </a:r>
          </a:p>
        </p:txBody>
      </p:sp>
      <p:graphicFrame>
        <p:nvGraphicFramePr>
          <p:cNvPr id="27" name="TextBox 24">
            <a:extLst>
              <a:ext uri="{FF2B5EF4-FFF2-40B4-BE49-F238E27FC236}">
                <a16:creationId xmlns:a16="http://schemas.microsoft.com/office/drawing/2014/main" id="{1A327FF0-F36A-0E5C-4B59-B693F93C6F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3424237"/>
              </p:ext>
            </p:extLst>
          </p:nvPr>
        </p:nvGraphicFramePr>
        <p:xfrm>
          <a:off x="884122" y="1949913"/>
          <a:ext cx="10252180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5992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520845-6E6F-AC9F-FDDC-AA40499DB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C8B11AD-BC07-D5E2-EFFF-EB55ABDD3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31098F-E744-E54F-6FB8-B2879F6A3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D5CB31-6BDB-38A5-A481-0560AA535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8988844-E5F7-5478-8E17-05A0E42BA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0CDF1D4-2B6D-00A5-1CAF-68193EE8F1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2320399"/>
              </p:ext>
            </p:extLst>
          </p:nvPr>
        </p:nvGraphicFramePr>
        <p:xfrm>
          <a:off x="1140851" y="1627627"/>
          <a:ext cx="991029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2">
            <a:extLst>
              <a:ext uri="{FF2B5EF4-FFF2-40B4-BE49-F238E27FC236}">
                <a16:creationId xmlns:a16="http://schemas.microsoft.com/office/drawing/2014/main" id="{F0507379-E14B-ECC4-A908-CD67A5D06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257" y="551960"/>
            <a:ext cx="8586261" cy="12162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Development Stack</a:t>
            </a:r>
          </a:p>
        </p:txBody>
      </p:sp>
    </p:spTree>
    <p:extLst>
      <p:ext uri="{BB962C8B-B14F-4D97-AF65-F5344CB8AC3E}">
        <p14:creationId xmlns:p14="http://schemas.microsoft.com/office/powerpoint/2010/main" val="1826588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138CFD-A501-8AEC-C666-BED845111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C887DFC-839F-0DF5-2BFF-4D0D0149ACB2}"/>
              </a:ext>
            </a:extLst>
          </p:cNvPr>
          <p:cNvSpPr txBox="1">
            <a:spLocks/>
          </p:cNvSpPr>
          <p:nvPr/>
        </p:nvSpPr>
        <p:spPr>
          <a:xfrm>
            <a:off x="2292407" y="926821"/>
            <a:ext cx="7300860" cy="11000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Collaboration Method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FF8B1EF-408A-3DC7-AC54-151B43CF7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980" y="2884681"/>
            <a:ext cx="10515600" cy="292861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Software Development Life Cycle: Agile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GitHub Shared Repository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Practiced Branch Policies</a:t>
            </a:r>
          </a:p>
          <a:p>
            <a:r>
              <a:rPr lang="en-US" dirty="0">
                <a:solidFill>
                  <a:schemeClr val="tx1"/>
                </a:solidFill>
              </a:rPr>
              <a:t>Assigned Task Tickets</a:t>
            </a:r>
          </a:p>
          <a:p>
            <a:r>
              <a:rPr lang="en-US" dirty="0">
                <a:solidFill>
                  <a:schemeClr val="tx1"/>
                </a:solidFill>
              </a:rPr>
              <a:t>Merged branched upon completion</a:t>
            </a:r>
          </a:p>
        </p:txBody>
      </p:sp>
    </p:spTree>
    <p:extLst>
      <p:ext uri="{BB962C8B-B14F-4D97-AF65-F5344CB8AC3E}">
        <p14:creationId xmlns:p14="http://schemas.microsoft.com/office/powerpoint/2010/main" val="2561402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26584-AF93-5713-29E6-E38CD729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38C1FFB-2F68-F1DE-BE53-6D163C3DB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BECB51-FD65-F82B-00AA-12E8DE1F4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F6D357-569B-76AE-AA15-8449A41E0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45B4AA4-CE4A-E618-AD73-E165703D2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1592817-F778-6064-F584-CD08A00F5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2845" y="1834861"/>
            <a:ext cx="9864621" cy="405639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2 Step Data Encryption:</a:t>
            </a:r>
          </a:p>
          <a:p>
            <a:r>
              <a:rPr lang="en-US" dirty="0">
                <a:solidFill>
                  <a:schemeClr val="tx1"/>
                </a:solidFill>
              </a:rPr>
              <a:t>SHA-256 &amp; Argon2</a:t>
            </a:r>
          </a:p>
          <a:p>
            <a:r>
              <a:rPr lang="en-US" dirty="0">
                <a:solidFill>
                  <a:schemeClr val="tx1"/>
                </a:solidFill>
              </a:rPr>
              <a:t>SHA: fast pre-hash on client side, allows for platform reaction time</a:t>
            </a:r>
          </a:p>
          <a:p>
            <a:r>
              <a:rPr lang="en-US" dirty="0">
                <a:solidFill>
                  <a:schemeClr val="tx1"/>
                </a:solidFill>
              </a:rPr>
              <a:t>Argon2: slow hash server side</a:t>
            </a:r>
          </a:p>
          <a:p>
            <a:r>
              <a:rPr lang="en-US" dirty="0">
                <a:solidFill>
                  <a:schemeClr val="tx1"/>
                </a:solidFill>
              </a:rPr>
              <a:t>Prevents GPU, ASIC, rainbow, and Parallel attacks</a:t>
            </a:r>
          </a:p>
          <a:p>
            <a:r>
              <a:rPr lang="en-US" dirty="0">
                <a:solidFill>
                  <a:schemeClr val="tx1"/>
                </a:solidFill>
              </a:rPr>
              <a:t>Additional Salt, layered architecture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Account Creation and Login verification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Users stored as unique id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Usernames unique 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User information never sent as raw data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F260F2-FFDC-0B29-26B6-58584D3915BA}"/>
              </a:ext>
            </a:extLst>
          </p:cNvPr>
          <p:cNvSpPr txBox="1"/>
          <p:nvPr/>
        </p:nvSpPr>
        <p:spPr>
          <a:xfrm>
            <a:off x="4947450" y="692235"/>
            <a:ext cx="244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Data Encryption</a:t>
            </a:r>
          </a:p>
        </p:txBody>
      </p:sp>
    </p:spTree>
    <p:extLst>
      <p:ext uri="{BB962C8B-B14F-4D97-AF65-F5344CB8AC3E}">
        <p14:creationId xmlns:p14="http://schemas.microsoft.com/office/powerpoint/2010/main" val="3526335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1CE70E-6CCB-81A3-9CE7-F5BEF0B6C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2218" y="203921"/>
            <a:ext cx="4509215" cy="1128857"/>
          </a:xfrm>
        </p:spPr>
        <p:txBody>
          <a:bodyPr>
            <a:normAutofit/>
          </a:bodyPr>
          <a:lstStyle/>
          <a:p>
            <a:r>
              <a:rPr lang="en-US" dirty="0"/>
              <a:t>Gantt Chart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43C43E9-308C-3F97-571D-4B2588459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02B36E-6D51-126E-4A69-0F52E1A3F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1" y="2168842"/>
            <a:ext cx="12095110" cy="468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997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FB74BC-04FE-EAE7-F04E-17679AD5F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 dirty="0"/>
              <a:t>External Resources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9AA9117-0FCC-E73A-5236-EE17B81AE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Map API Leaflet (2025) </a:t>
            </a:r>
            <a:r>
              <a:rPr lang="en-US" sz="1800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https://leafletjs.com/</a:t>
            </a:r>
            <a:endParaRPr lang="en-US" sz="18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800" dirty="0" err="1"/>
              <a:t>OpenWeather</a:t>
            </a:r>
            <a:r>
              <a:rPr lang="en-US" sz="1800" dirty="0"/>
              <a:t> (2026) </a:t>
            </a:r>
            <a:r>
              <a:rPr lang="en-US" sz="18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https://openweathermap.org/api</a:t>
            </a:r>
            <a:endParaRPr lang="en-US" sz="1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  <a:p>
            <a:endParaRPr lang="en-US" sz="18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88035C-1805-3976-43D0-AC3C0A61D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525982"/>
            <a:ext cx="4673807" cy="1822783"/>
          </a:xfrm>
          <a:prstGeom prst="rect">
            <a:avLst/>
          </a:prstGeom>
          <a:ln>
            <a:solidFill>
              <a:schemeClr val="accent4"/>
            </a:solidFill>
          </a:ln>
        </p:spPr>
      </p:pic>
      <p:pic>
        <p:nvPicPr>
          <p:cNvPr id="3" name="Picture 2" descr="OpenWeather | Homey">
            <a:extLst>
              <a:ext uri="{FF2B5EF4-FFF2-40B4-BE49-F238E27FC236}">
                <a16:creationId xmlns:a16="http://schemas.microsoft.com/office/drawing/2014/main" id="{0BC62479-3F7E-83E0-6E59-763A46F6E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958" y="2626176"/>
            <a:ext cx="4762500" cy="3333750"/>
          </a:xfrm>
          <a:prstGeom prst="rect">
            <a:avLst/>
          </a:prstGeom>
          <a:noFill/>
          <a:ln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5700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E0B59B-E7FB-C865-D672-4E0F6EAB9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669" y="2523393"/>
            <a:ext cx="4521662" cy="294028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California Campus Routes</a:t>
            </a: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20F67F-7C7D-D449-9C17-7F77A3C246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958" t="3272" r="6331" b="11179"/>
          <a:stretch>
            <a:fillRect/>
          </a:stretch>
        </p:blipFill>
        <p:spPr>
          <a:xfrm>
            <a:off x="5978769" y="666728"/>
            <a:ext cx="5450422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518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C076D5-0B0F-A0A5-DAB4-A94391E22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702" y="291688"/>
            <a:ext cx="10515600" cy="1004594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Business Model 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37E48A-5144-C661-B92C-99B33A6272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4352408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6434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9AD6B9-1CEE-7976-0BB7-22F5E9535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718" y="4744419"/>
            <a:ext cx="9144000" cy="8854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500" kern="1200" dirty="0">
                <a:solidFill>
                  <a:srgbClr val="0070C0"/>
                </a:solidFill>
                <a:latin typeface="+mj-lt"/>
                <a:ea typeface="+mj-ea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https://jjdeuce06.github.io/VulcanActivityTracker/</a:t>
            </a:r>
            <a:endParaRPr lang="en-US" sz="3500" kern="120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3E12FD0-F8AE-69F2-0588-3EDA6A286A22}"/>
              </a:ext>
            </a:extLst>
          </p:cNvPr>
          <p:cNvSpPr txBox="1"/>
          <p:nvPr/>
        </p:nvSpPr>
        <p:spPr>
          <a:xfrm>
            <a:off x="2589789" y="1475640"/>
            <a:ext cx="7012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921983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4">
      <a:dk1>
        <a:sysClr val="windowText" lastClr="000000"/>
      </a:dk1>
      <a:lt1>
        <a:srgbClr val="F2F2F2"/>
      </a:lt1>
      <a:dk2>
        <a:srgbClr val="242852"/>
      </a:dk2>
      <a:lt2>
        <a:srgbClr val="242852"/>
      </a:lt2>
      <a:accent1>
        <a:srgbClr val="242852"/>
      </a:accent1>
      <a:accent2>
        <a:srgbClr val="242852"/>
      </a:accent2>
      <a:accent3>
        <a:srgbClr val="242852"/>
      </a:accent3>
      <a:accent4>
        <a:srgbClr val="242852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251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Vulcan Activity Tracker</vt:lpstr>
      <vt:lpstr>Description</vt:lpstr>
      <vt:lpstr>Features</vt:lpstr>
      <vt:lpstr>Development Stack</vt:lpstr>
      <vt:lpstr>PowerPoint Presentation</vt:lpstr>
      <vt:lpstr>PowerPoint Presentation</vt:lpstr>
      <vt:lpstr>Gantt Chart</vt:lpstr>
      <vt:lpstr>External Resources</vt:lpstr>
      <vt:lpstr>California Campus Routes </vt:lpstr>
      <vt:lpstr>Business Model </vt:lpstr>
      <vt:lpstr>https://jjdeuce06.github.io/VulcanActivityTracker/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Margo Bonal</dc:creator>
  <cp:lastModifiedBy>Margo Bonal</cp:lastModifiedBy>
  <cp:revision>10</cp:revision>
  <dcterms:created xsi:type="dcterms:W3CDTF">2026-01-22T18:57:02Z</dcterms:created>
  <dcterms:modified xsi:type="dcterms:W3CDTF">2026-04-09T12:32:30Z</dcterms:modified>
</cp:coreProperties>
</file>