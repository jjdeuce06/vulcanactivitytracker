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5" r:id="rId4"/>
    <p:sldId id="266" r:id="rId5"/>
    <p:sldId id="258" r:id="rId6"/>
    <p:sldId id="264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469995-2C85-4A2B-B8F3-46D2FC896B39}" v="1" dt="2026-04-05T12:44:26.2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go Bonal" userId="18c9fa0f-b53d-478b-9dc0-6ad88786c19f" providerId="ADAL" clId="{93D479E5-F67F-4B8A-A78F-A0B574A116B6}"/>
    <pc:docChg chg="undo custSel addSld delSld modSld">
      <pc:chgData name="Margo Bonal" userId="18c9fa0f-b53d-478b-9dc0-6ad88786c19f" providerId="ADAL" clId="{93D479E5-F67F-4B8A-A78F-A0B574A116B6}" dt="2026-04-05T23:08:31.942" v="1065" actId="20577"/>
      <pc:docMkLst>
        <pc:docMk/>
      </pc:docMkLst>
      <pc:sldChg chg="modSp mod">
        <pc:chgData name="Margo Bonal" userId="18c9fa0f-b53d-478b-9dc0-6ad88786c19f" providerId="ADAL" clId="{93D479E5-F67F-4B8A-A78F-A0B574A116B6}" dt="2026-04-05T23:08:31.942" v="1065" actId="20577"/>
        <pc:sldMkLst>
          <pc:docMk/>
          <pc:sldMk cId="2561402868" sldId="264"/>
        </pc:sldMkLst>
        <pc:spChg chg="mod">
          <ac:chgData name="Margo Bonal" userId="18c9fa0f-b53d-478b-9dc0-6ad88786c19f" providerId="ADAL" clId="{93D479E5-F67F-4B8A-A78F-A0B574A116B6}" dt="2026-03-21T14:21:56.751" v="935" actId="27636"/>
          <ac:spMkLst>
            <pc:docMk/>
            <pc:sldMk cId="2561402868" sldId="264"/>
            <ac:spMk id="9" creationId="{D6D36DC8-D9BF-8C26-69EA-ED89E34DB644}"/>
          </ac:spMkLst>
        </pc:spChg>
        <pc:graphicFrameChg chg="mod modGraphic">
          <ac:chgData name="Margo Bonal" userId="18c9fa0f-b53d-478b-9dc0-6ad88786c19f" providerId="ADAL" clId="{93D479E5-F67F-4B8A-A78F-A0B574A116B6}" dt="2026-04-05T23:08:31.942" v="1065" actId="20577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delSp modSp mod">
        <pc:chgData name="Margo Bonal" userId="18c9fa0f-b53d-478b-9dc0-6ad88786c19f" providerId="ADAL" clId="{93D479E5-F67F-4B8A-A78F-A0B574A116B6}" dt="2026-03-30T01:10:14.587" v="969" actId="14100"/>
        <pc:sldMkLst>
          <pc:docMk/>
          <pc:sldMk cId="2428741132" sldId="265"/>
        </pc:sldMkLst>
        <pc:spChg chg="mod">
          <ac:chgData name="Margo Bonal" userId="18c9fa0f-b53d-478b-9dc0-6ad88786c19f" providerId="ADAL" clId="{93D479E5-F67F-4B8A-A78F-A0B574A116B6}" dt="2026-03-30T01:10:14.587" v="969" actId="14100"/>
          <ac:spMkLst>
            <pc:docMk/>
            <pc:sldMk cId="2428741132" sldId="265"/>
            <ac:spMk id="8" creationId="{7A067979-B2B3-BD33-28AB-42AF2BBE1977}"/>
          </ac:spMkLst>
        </pc:spChg>
      </pc:sldChg>
      <pc:sldChg chg="modSp mod">
        <pc:chgData name="Margo Bonal" userId="18c9fa0f-b53d-478b-9dc0-6ad88786c19f" providerId="ADAL" clId="{93D479E5-F67F-4B8A-A78F-A0B574A116B6}" dt="2026-03-21T14:09:48.188" v="518" actId="20577"/>
        <pc:sldMkLst>
          <pc:docMk/>
          <pc:sldMk cId="3526335932" sldId="266"/>
        </pc:sldMkLst>
        <pc:spChg chg="mod">
          <ac:chgData name="Margo Bonal" userId="18c9fa0f-b53d-478b-9dc0-6ad88786c19f" providerId="ADAL" clId="{93D479E5-F67F-4B8A-A78F-A0B574A116B6}" dt="2026-03-21T14:09:48.188" v="518" actId="20577"/>
          <ac:spMkLst>
            <pc:docMk/>
            <pc:sldMk cId="3526335932" sldId="266"/>
            <ac:spMk id="3" creationId="{CCDEAB36-867D-95B6-8834-F42C5B9259D0}"/>
          </ac:spMkLst>
        </pc:spChg>
        <pc:spChg chg="mod">
          <ac:chgData name="Margo Bonal" userId="18c9fa0f-b53d-478b-9dc0-6ad88786c19f" providerId="ADAL" clId="{93D479E5-F67F-4B8A-A78F-A0B574A116B6}" dt="2026-03-21T14:09:45.490" v="517" actId="20577"/>
          <ac:spMkLst>
            <pc:docMk/>
            <pc:sldMk cId="3526335932" sldId="266"/>
            <ac:spMk id="4" creationId="{86ED9EE4-56A8-6AFD-BE9A-A35D2ABC59A0}"/>
          </ac:spMkLst>
        </pc:spChg>
      </pc:sldChg>
      <pc:sldChg chg="addSp modSp new mod setBg">
        <pc:chgData name="Margo Bonal" userId="18c9fa0f-b53d-478b-9dc0-6ad88786c19f" providerId="ADAL" clId="{93D479E5-F67F-4B8A-A78F-A0B574A116B6}" dt="2026-04-05T12:47:09.188" v="1035" actId="20577"/>
        <pc:sldMkLst>
          <pc:docMk/>
          <pc:sldMk cId="4265846240" sldId="273"/>
        </pc:sldMkLst>
        <pc:spChg chg="mod">
          <ac:chgData name="Margo Bonal" userId="18c9fa0f-b53d-478b-9dc0-6ad88786c19f" providerId="ADAL" clId="{93D479E5-F67F-4B8A-A78F-A0B574A116B6}" dt="2026-04-05T12:46:30.580" v="1021" actId="1076"/>
          <ac:spMkLst>
            <pc:docMk/>
            <pc:sldMk cId="4265846240" sldId="273"/>
            <ac:spMk id="2" creationId="{DF831928-2BB9-C45B-9B78-9B9C5E78C657}"/>
          </ac:spMkLst>
        </pc:spChg>
        <pc:spChg chg="mod">
          <ac:chgData name="Margo Bonal" userId="18c9fa0f-b53d-478b-9dc0-6ad88786c19f" providerId="ADAL" clId="{93D479E5-F67F-4B8A-A78F-A0B574A116B6}" dt="2026-04-05T12:47:09.188" v="1035" actId="20577"/>
          <ac:spMkLst>
            <pc:docMk/>
            <pc:sldMk cId="4265846240" sldId="273"/>
            <ac:spMk id="3" creationId="{A2C8BFE2-FC98-104F-F2E2-CE52A9F6721A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8" creationId="{46F1F2C8-798B-4CCE-A851-94AFAF350BED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10" creationId="{755E9CD0-04B0-4A3C-B291-AD913379C713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12" creationId="{1DD8BF3B-6066-418C-8D1A-75C5E396FC04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14" creationId="{80BC66F9-7A74-4286-AD22-1174052CC22C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16" creationId="{D8142CC3-2B5C-48E6-9DF0-6C8ACBAF23EF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20" creationId="{46A89C79-8EF3-4AF9-B3D9-59A883F41C83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22" creationId="{EFE5CE34-4543-42E5-B82C-1F3D12422CDD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24" creationId="{72AF41FE-63D7-4695-81D2-66D2510E4486}"/>
          </ac:spMkLst>
        </pc:spChg>
      </pc:sldChg>
      <pc:sldChg chg="addSp delSp modSp new mod setBg">
        <pc:chgData name="Margo Bonal" userId="18c9fa0f-b53d-478b-9dc0-6ad88786c19f" providerId="ADAL" clId="{93D479E5-F67F-4B8A-A78F-A0B574A116B6}" dt="2026-04-05T12:47:40.738" v="1057" actId="26606"/>
        <pc:sldMkLst>
          <pc:docMk/>
          <pc:sldMk cId="1221735276" sldId="274"/>
        </pc:sldMkLst>
        <pc:spChg chg="mo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2" creationId="{093A71C4-DFA5-A2AF-DF66-B2209A4E3DCD}"/>
          </ac:spMkLst>
        </pc:spChg>
        <pc:spChg chg="del">
          <ac:chgData name="Margo Bonal" userId="18c9fa0f-b53d-478b-9dc0-6ad88786c19f" providerId="ADAL" clId="{93D479E5-F67F-4B8A-A78F-A0B574A116B6}" dt="2026-04-05T12:47:31.645" v="1054" actId="478"/>
          <ac:spMkLst>
            <pc:docMk/>
            <pc:sldMk cId="1221735276" sldId="274"/>
            <ac:spMk id="3" creationId="{DA278A54-5E95-6089-F3D9-1FFDB3D98524}"/>
          </ac:spMkLst>
        </pc:spChg>
        <pc:spChg chg="add del">
          <ac:chgData name="Margo Bonal" userId="18c9fa0f-b53d-478b-9dc0-6ad88786c19f" providerId="ADAL" clId="{93D479E5-F67F-4B8A-A78F-A0B574A116B6}" dt="2026-04-05T12:47:40.714" v="1056" actId="26606"/>
          <ac:spMkLst>
            <pc:docMk/>
            <pc:sldMk cId="1221735276" sldId="274"/>
            <ac:spMk id="7" creationId="{289ED1AA-8684-4D37-B208-8777E1A7780D}"/>
          </ac:spMkLst>
        </pc:spChg>
        <pc:spChg chg="add del">
          <ac:chgData name="Margo Bonal" userId="18c9fa0f-b53d-478b-9dc0-6ad88786c19f" providerId="ADAL" clId="{93D479E5-F67F-4B8A-A78F-A0B574A116B6}" dt="2026-04-05T12:47:40.714" v="1056" actId="26606"/>
          <ac:spMkLst>
            <pc:docMk/>
            <pc:sldMk cId="1221735276" sldId="274"/>
            <ac:spMk id="9" creationId="{4180E01B-B1F4-437C-807D-1C930718EE64}"/>
          </ac:spMkLst>
        </pc:spChg>
        <pc:spChg chg="add del">
          <ac:chgData name="Margo Bonal" userId="18c9fa0f-b53d-478b-9dc0-6ad88786c19f" providerId="ADAL" clId="{93D479E5-F67F-4B8A-A78F-A0B574A116B6}" dt="2026-04-05T12:47:40.714" v="1056" actId="26606"/>
          <ac:spMkLst>
            <pc:docMk/>
            <pc:sldMk cId="1221735276" sldId="274"/>
            <ac:spMk id="11" creationId="{41F77738-2AF0-4750-A0C7-F97C2C17590E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3" creationId="{48E405C9-94BE-41DA-928C-DEC9A8550E9F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4" creationId="{D278ADA9-6383-4BDD-80D2-8899A402687B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5" creationId="{D2091A72-D5BB-42AC-8FD3-F7747D90861E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6" creationId="{484B7147-B0F6-40ED-B5A2-FF72BC8198B6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7" creationId="{6ED12BFC-A737-46AF-8411-481112D54B0C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8" creationId="{B36D2DE0-0628-4A9A-A59D-7BA8B5EB3022}"/>
          </ac:spMkLst>
        </pc:spChg>
      </pc:sldChg>
    </pc:docChg>
  </pc:docChgLst>
  <pc:docChgLst>
    <pc:chgData name="John Gerega" userId="bd3e1e46fb6a714b" providerId="LiveId" clId="{45F0C402-C550-4C82-B31D-5B32217A5E94}"/>
    <pc:docChg chg="undo custSel addSld delSld modSld">
      <pc:chgData name="John Gerega" userId="bd3e1e46fb6a714b" providerId="LiveId" clId="{45F0C402-C550-4C82-B31D-5B32217A5E94}" dt="2026-04-04T21:43:59.122" v="3258" actId="20577"/>
      <pc:docMkLst>
        <pc:docMk/>
      </pc:docMkLst>
      <pc:sldChg chg="modSp mod">
        <pc:chgData name="John Gerega" userId="bd3e1e46fb6a714b" providerId="LiveId" clId="{45F0C402-C550-4C82-B31D-5B32217A5E94}" dt="2026-03-29T13:00:56.525" v="2636" actId="20577"/>
        <pc:sldMkLst>
          <pc:docMk/>
          <pc:sldMk cId="2561402868" sldId="264"/>
        </pc:sldMkLst>
        <pc:spChg chg="mod">
          <ac:chgData name="John Gerega" userId="bd3e1e46fb6a714b" providerId="LiveId" clId="{45F0C402-C550-4C82-B31D-5B32217A5E94}" dt="2026-03-09T00:42:55.862" v="1001" actId="20577"/>
          <ac:spMkLst>
            <pc:docMk/>
            <pc:sldMk cId="2561402868" sldId="264"/>
            <ac:spMk id="9" creationId="{D6D36DC8-D9BF-8C26-69EA-ED89E34DB644}"/>
          </ac:spMkLst>
        </pc:spChg>
        <pc:graphicFrameChg chg="mod modGraphic">
          <ac:chgData name="John Gerega" userId="bd3e1e46fb6a714b" providerId="LiveId" clId="{45F0C402-C550-4C82-B31D-5B32217A5E94}" dt="2026-03-29T13:00:56.525" v="2636" actId="20577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addSp delSp modSp mod">
        <pc:chgData name="John Gerega" userId="bd3e1e46fb6a714b" providerId="LiveId" clId="{45F0C402-C550-4C82-B31D-5B32217A5E94}" dt="2026-04-04T21:42:06.712" v="2692" actId="20577"/>
        <pc:sldMkLst>
          <pc:docMk/>
          <pc:sldMk cId="2428741132" sldId="265"/>
        </pc:sldMkLst>
        <pc:spChg chg="mod">
          <ac:chgData name="John Gerega" userId="bd3e1e46fb6a714b" providerId="LiveId" clId="{45F0C402-C550-4C82-B31D-5B32217A5E94}" dt="2026-04-04T21:42:06.712" v="2692" actId="20577"/>
          <ac:spMkLst>
            <pc:docMk/>
            <pc:sldMk cId="2428741132" sldId="265"/>
            <ac:spMk id="8" creationId="{7A067979-B2B3-BD33-28AB-42AF2BBE1977}"/>
          </ac:spMkLst>
        </pc:spChg>
      </pc:sldChg>
      <pc:sldChg chg="addSp modSp mod">
        <pc:chgData name="John Gerega" userId="bd3e1e46fb6a714b" providerId="LiveId" clId="{45F0C402-C550-4C82-B31D-5B32217A5E94}" dt="2026-04-04T21:43:59.122" v="3258" actId="20577"/>
        <pc:sldMkLst>
          <pc:docMk/>
          <pc:sldMk cId="3526335932" sldId="266"/>
        </pc:sldMkLst>
        <pc:spChg chg="add mod">
          <ac:chgData name="John Gerega" userId="bd3e1e46fb6a714b" providerId="LiveId" clId="{45F0C402-C550-4C82-B31D-5B32217A5E94}" dt="2026-03-22T16:14:00.248" v="2133" actId="20577"/>
          <ac:spMkLst>
            <pc:docMk/>
            <pc:sldMk cId="3526335932" sldId="266"/>
            <ac:spMk id="2" creationId="{B95521BC-C5E6-AB41-0BC9-A706E6412C75}"/>
          </ac:spMkLst>
        </pc:spChg>
        <pc:spChg chg="mod">
          <ac:chgData name="John Gerega" userId="bd3e1e46fb6a714b" providerId="LiveId" clId="{45F0C402-C550-4C82-B31D-5B32217A5E94}" dt="2026-03-09T00:42:40.261" v="1000" actId="20577"/>
          <ac:spMkLst>
            <pc:docMk/>
            <pc:sldMk cId="3526335932" sldId="266"/>
            <ac:spMk id="3" creationId="{CCDEAB36-867D-95B6-8834-F42C5B9259D0}"/>
          </ac:spMkLst>
        </pc:spChg>
        <pc:spChg chg="mod">
          <ac:chgData name="John Gerega" userId="bd3e1e46fb6a714b" providerId="LiveId" clId="{45F0C402-C550-4C82-B31D-5B32217A5E94}" dt="2026-04-04T21:43:44.510" v="3160" actId="20577"/>
          <ac:spMkLst>
            <pc:docMk/>
            <pc:sldMk cId="3526335932" sldId="266"/>
            <ac:spMk id="4" creationId="{86ED9EE4-56A8-6AFD-BE9A-A35D2ABC59A0}"/>
          </ac:spMkLst>
        </pc:spChg>
        <pc:spChg chg="add mod">
          <ac:chgData name="John Gerega" userId="bd3e1e46fb6a714b" providerId="LiveId" clId="{45F0C402-C550-4C82-B31D-5B32217A5E94}" dt="2026-04-04T21:43:59.122" v="3258" actId="20577"/>
          <ac:spMkLst>
            <pc:docMk/>
            <pc:sldMk cId="3526335932" sldId="266"/>
            <ac:spMk id="6" creationId="{3B13CF04-9C06-053E-69E2-58CD31C3D276}"/>
          </ac:spMkLst>
        </pc:spChg>
      </pc:sldChg>
      <pc:sldChg chg="new del">
        <pc:chgData name="John Gerega" userId="bd3e1e46fb6a714b" providerId="LiveId" clId="{45F0C402-C550-4C82-B31D-5B32217A5E94}" dt="2026-04-04T21:41:51.178" v="2647" actId="47"/>
        <pc:sldMkLst>
          <pc:docMk/>
          <pc:sldMk cId="4231616159" sldId="267"/>
        </pc:sldMkLst>
      </pc:sldChg>
      <pc:sldChg chg="new del">
        <pc:chgData name="John Gerega" userId="bd3e1e46fb6a714b" providerId="LiveId" clId="{45F0C402-C550-4C82-B31D-5B32217A5E94}" dt="2026-04-04T21:40:29.924" v="2639" actId="2696"/>
        <pc:sldMkLst>
          <pc:docMk/>
          <pc:sldMk cId="2457171460" sldId="268"/>
        </pc:sldMkLst>
      </pc:sldChg>
      <pc:sldChg chg="addSp delSp modSp add mod delAnim modAnim">
        <pc:chgData name="John Gerega" userId="bd3e1e46fb6a714b" providerId="LiveId" clId="{45F0C402-C550-4C82-B31D-5B32217A5E94}" dt="2026-04-04T21:41:40.956" v="2646" actId="14100"/>
        <pc:sldMkLst>
          <pc:docMk/>
          <pc:sldMk cId="2282075488" sldId="272"/>
        </pc:sldMkLst>
        <pc:picChg chg="add mod">
          <ac:chgData name="John Gerega" userId="bd3e1e46fb6a714b" providerId="LiveId" clId="{45F0C402-C550-4C82-B31D-5B32217A5E94}" dt="2026-04-04T21:41:40.956" v="2646" actId="14100"/>
          <ac:picMkLst>
            <pc:docMk/>
            <pc:sldMk cId="2282075488" sldId="272"/>
            <ac:picMk id="3" creationId="{E59A6658-36B8-AE97-C67F-8DC16AF87712}"/>
          </ac:picMkLst>
        </pc:picChg>
        <pc:picChg chg="del">
          <ac:chgData name="John Gerega" userId="bd3e1e46fb6a714b" providerId="LiveId" clId="{45F0C402-C550-4C82-B31D-5B32217A5E94}" dt="2026-04-04T21:41:17.826" v="2641" actId="478"/>
          <ac:picMkLst>
            <pc:docMk/>
            <pc:sldMk cId="2282075488" sldId="272"/>
            <ac:picMk id="5" creationId="{AD0A49AD-572F-1BD3-B96A-4F6CEBD54DC1}"/>
          </ac:picMkLst>
        </pc:picChg>
      </pc:sldChg>
    </pc:docChg>
  </pc:docChgLst>
  <pc:docChgLst>
    <pc:chgData name="Margo Bonal" userId="18c9fa0f-b53d-478b-9dc0-6ad88786c19f" providerId="ADAL" clId="{57E2D5E0-CA32-47BE-A2DC-7B0365E99328}"/>
    <pc:docChg chg="undo custSel addSld delSld modSld sldOrd">
      <pc:chgData name="Margo Bonal" userId="18c9fa0f-b53d-478b-9dc0-6ad88786c19f" providerId="ADAL" clId="{57E2D5E0-CA32-47BE-A2DC-7B0365E99328}" dt="2026-03-28T15:16:48.747" v="374" actId="9405"/>
      <pc:docMkLst>
        <pc:docMk/>
      </pc:docMkLst>
      <pc:sldChg chg="modSp mod">
        <pc:chgData name="Margo Bonal" userId="18c9fa0f-b53d-478b-9dc0-6ad88786c19f" providerId="ADAL" clId="{57E2D5E0-CA32-47BE-A2DC-7B0365E99328}" dt="2026-03-28T15:09:10.496" v="233" actId="20577"/>
        <pc:sldMkLst>
          <pc:docMk/>
          <pc:sldMk cId="2561402868" sldId="264"/>
        </pc:sldMkLst>
        <pc:spChg chg="mod">
          <ac:chgData name="Margo Bonal" userId="18c9fa0f-b53d-478b-9dc0-6ad88786c19f" providerId="ADAL" clId="{57E2D5E0-CA32-47BE-A2DC-7B0365E99328}" dt="2026-03-28T13:35:29.157" v="163" actId="27636"/>
          <ac:spMkLst>
            <pc:docMk/>
            <pc:sldMk cId="2561402868" sldId="264"/>
            <ac:spMk id="9" creationId="{D6D36DC8-D9BF-8C26-69EA-ED89E34DB644}"/>
          </ac:spMkLst>
        </pc:spChg>
        <pc:graphicFrameChg chg="mod modGraphic">
          <ac:chgData name="Margo Bonal" userId="18c9fa0f-b53d-478b-9dc0-6ad88786c19f" providerId="ADAL" clId="{57E2D5E0-CA32-47BE-A2DC-7B0365E99328}" dt="2026-03-28T15:09:10.496" v="233" actId="20577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delSp modSp mod">
        <pc:chgData name="Margo Bonal" userId="18c9fa0f-b53d-478b-9dc0-6ad88786c19f" providerId="ADAL" clId="{57E2D5E0-CA32-47BE-A2DC-7B0365E99328}" dt="2026-03-28T15:12:52.323" v="352" actId="20577"/>
        <pc:sldMkLst>
          <pc:docMk/>
          <pc:sldMk cId="2428741132" sldId="265"/>
        </pc:sldMkLst>
        <pc:spChg chg="mod">
          <ac:chgData name="Margo Bonal" userId="18c9fa0f-b53d-478b-9dc0-6ad88786c19f" providerId="ADAL" clId="{57E2D5E0-CA32-47BE-A2DC-7B0365E99328}" dt="2026-03-28T15:12:52.323" v="352" actId="20577"/>
          <ac:spMkLst>
            <pc:docMk/>
            <pc:sldMk cId="2428741132" sldId="265"/>
            <ac:spMk id="8" creationId="{7A067979-B2B3-BD33-28AB-42AF2BBE1977}"/>
          </ac:spMkLst>
        </pc:spChg>
      </pc:sldChg>
      <pc:sldChg chg="modSp mod">
        <pc:chgData name="Margo Bonal" userId="18c9fa0f-b53d-478b-9dc0-6ad88786c19f" providerId="ADAL" clId="{57E2D5E0-CA32-47BE-A2DC-7B0365E99328}" dt="2026-03-28T13:35:12.850" v="154" actId="20577"/>
        <pc:sldMkLst>
          <pc:docMk/>
          <pc:sldMk cId="3526335932" sldId="266"/>
        </pc:sldMkLst>
        <pc:spChg chg="mod">
          <ac:chgData name="Margo Bonal" userId="18c9fa0f-b53d-478b-9dc0-6ad88786c19f" providerId="ADAL" clId="{57E2D5E0-CA32-47BE-A2DC-7B0365E99328}" dt="2026-03-28T13:35:12.850" v="154" actId="20577"/>
          <ac:spMkLst>
            <pc:docMk/>
            <pc:sldMk cId="3526335932" sldId="266"/>
            <ac:spMk id="2" creationId="{B95521BC-C5E6-AB41-0BC9-A706E6412C75}"/>
          </ac:spMkLst>
        </pc:spChg>
        <pc:spChg chg="mod">
          <ac:chgData name="Margo Bonal" userId="18c9fa0f-b53d-478b-9dc0-6ad88786c19f" providerId="ADAL" clId="{57E2D5E0-CA32-47BE-A2DC-7B0365E99328}" dt="2026-03-28T13:35:11.248" v="153" actId="20577"/>
          <ac:spMkLst>
            <pc:docMk/>
            <pc:sldMk cId="3526335932" sldId="266"/>
            <ac:spMk id="4" creationId="{86ED9EE4-56A8-6AFD-BE9A-A35D2ABC59A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AED39-6EA4-4C8F-8F93-0109BCE29F73}" type="doc">
      <dgm:prSet loTypeId="urn:microsoft.com/office/officeart/2018/5/layout/IconCircleLabelList" loCatId="icon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A943B02-5C04-46D6-A68D-B6CA786424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Vulcan Platform</a:t>
          </a:r>
        </a:p>
      </dgm:t>
    </dgm:pt>
    <dgm:pt modelId="{DCE7D11E-72ED-4379-92AB-B4DD3163FFDD}" type="parTrans" cxnId="{0607399A-5388-4DF6-AF8F-B30347370EA9}">
      <dgm:prSet/>
      <dgm:spPr/>
      <dgm:t>
        <a:bodyPr/>
        <a:lstStyle/>
        <a:p>
          <a:endParaRPr lang="en-US"/>
        </a:p>
      </dgm:t>
    </dgm:pt>
    <dgm:pt modelId="{40F66F96-190F-4E10-A10D-B436D4D705FE}" type="sibTrans" cxnId="{0607399A-5388-4DF6-AF8F-B30347370EA9}">
      <dgm:prSet/>
      <dgm:spPr/>
      <dgm:t>
        <a:bodyPr/>
        <a:lstStyle/>
        <a:p>
          <a:endParaRPr lang="en-US"/>
        </a:p>
      </dgm:t>
    </dgm:pt>
    <dgm:pt modelId="{B95C487C-5DFF-4263-92CB-5743412139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Database</a:t>
          </a:r>
        </a:p>
      </dgm:t>
    </dgm:pt>
    <dgm:pt modelId="{D039C51C-121D-4A59-95DB-0DFFAA9D1793}" type="parTrans" cxnId="{FD2FD9E5-C328-47DA-8160-3C42737E9923}">
      <dgm:prSet/>
      <dgm:spPr/>
      <dgm:t>
        <a:bodyPr/>
        <a:lstStyle/>
        <a:p>
          <a:endParaRPr lang="en-US"/>
        </a:p>
      </dgm:t>
    </dgm:pt>
    <dgm:pt modelId="{37A95161-BDCF-49DB-9C9F-BC4185772BE6}" type="sibTrans" cxnId="{FD2FD9E5-C328-47DA-8160-3C42737E9923}">
      <dgm:prSet/>
      <dgm:spPr/>
      <dgm:t>
        <a:bodyPr/>
        <a:lstStyle/>
        <a:p>
          <a:endParaRPr lang="en-US"/>
        </a:p>
      </dgm:t>
    </dgm:pt>
    <dgm:pt modelId="{6ADC3160-FE5A-4FDC-9ACC-8081A1A0D12D}" type="pres">
      <dgm:prSet presAssocID="{BD9AED39-6EA4-4C8F-8F93-0109BCE29F73}" presName="root" presStyleCnt="0">
        <dgm:presLayoutVars>
          <dgm:dir/>
          <dgm:resizeHandles val="exact"/>
        </dgm:presLayoutVars>
      </dgm:prSet>
      <dgm:spPr/>
    </dgm:pt>
    <dgm:pt modelId="{CB887E09-0A00-423D-9B72-FD8DEBCB5097}" type="pres">
      <dgm:prSet presAssocID="{7A943B02-5C04-46D6-A68D-B6CA78642443}" presName="compNode" presStyleCnt="0"/>
      <dgm:spPr/>
    </dgm:pt>
    <dgm:pt modelId="{79E1EB82-49C8-4027-977A-55C555C6DB5E}" type="pres">
      <dgm:prSet presAssocID="{7A943B02-5C04-46D6-A68D-B6CA78642443}" presName="iconBgRect" presStyleLbl="bgShp" presStyleIdx="0" presStyleCnt="2"/>
      <dgm:spPr/>
    </dgm:pt>
    <dgm:pt modelId="{EE9957DB-4DBB-4C87-A7DF-CEBE683705E8}" type="pres">
      <dgm:prSet presAssocID="{7A943B02-5C04-46D6-A68D-B6CA786424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1524B0-6C4F-4FA3-BE59-A01E2F7E3514}" type="pres">
      <dgm:prSet presAssocID="{7A943B02-5C04-46D6-A68D-B6CA78642443}" presName="spaceRect" presStyleCnt="0"/>
      <dgm:spPr/>
    </dgm:pt>
    <dgm:pt modelId="{A2A5588E-9AB3-4A06-B57B-7CACF275F84C}" type="pres">
      <dgm:prSet presAssocID="{7A943B02-5C04-46D6-A68D-B6CA78642443}" presName="textRect" presStyleLbl="revTx" presStyleIdx="0" presStyleCnt="2">
        <dgm:presLayoutVars>
          <dgm:chMax val="1"/>
          <dgm:chPref val="1"/>
        </dgm:presLayoutVars>
      </dgm:prSet>
      <dgm:spPr/>
    </dgm:pt>
    <dgm:pt modelId="{8B84A864-80EF-42E6-8432-9BC8549F8B45}" type="pres">
      <dgm:prSet presAssocID="{40F66F96-190F-4E10-A10D-B436D4D705FE}" presName="sibTrans" presStyleCnt="0"/>
      <dgm:spPr/>
    </dgm:pt>
    <dgm:pt modelId="{F76718A8-D756-4C0B-A9B5-8301B101F5AD}" type="pres">
      <dgm:prSet presAssocID="{B95C487C-5DFF-4263-92CB-57434121393C}" presName="compNode" presStyleCnt="0"/>
      <dgm:spPr/>
    </dgm:pt>
    <dgm:pt modelId="{C43FB53B-5B3D-4EC6-A472-577624A94EC7}" type="pres">
      <dgm:prSet presAssocID="{B95C487C-5DFF-4263-92CB-57434121393C}" presName="iconBgRect" presStyleLbl="bgShp" presStyleIdx="1" presStyleCnt="2"/>
      <dgm:spPr/>
    </dgm:pt>
    <dgm:pt modelId="{21D22EAE-5269-42A0-B695-2F6CC60D6AD6}" type="pres">
      <dgm:prSet presAssocID="{B95C487C-5DFF-4263-92CB-57434121393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02225CF-79DE-4D57-8F67-920CCF5C2E06}" type="pres">
      <dgm:prSet presAssocID="{B95C487C-5DFF-4263-92CB-57434121393C}" presName="spaceRect" presStyleCnt="0"/>
      <dgm:spPr/>
    </dgm:pt>
    <dgm:pt modelId="{42D8A5A2-BFA7-4F94-9EE5-C3FE673BB678}" type="pres">
      <dgm:prSet presAssocID="{B95C487C-5DFF-4263-92CB-57434121393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4088726-4005-49CF-B1FB-ACBFC6C21C05}" type="presOf" srcId="{B95C487C-5DFF-4263-92CB-57434121393C}" destId="{42D8A5A2-BFA7-4F94-9EE5-C3FE673BB678}" srcOrd="0" destOrd="0" presId="urn:microsoft.com/office/officeart/2018/5/layout/IconCircleLabelList"/>
    <dgm:cxn modelId="{461EE388-E613-474A-B334-C6CBD8611525}" type="presOf" srcId="{7A943B02-5C04-46D6-A68D-B6CA78642443}" destId="{A2A5588E-9AB3-4A06-B57B-7CACF275F84C}" srcOrd="0" destOrd="0" presId="urn:microsoft.com/office/officeart/2018/5/layout/IconCircleLabelList"/>
    <dgm:cxn modelId="{DDE1F394-0A0A-4939-825A-48F1721D5ED0}" type="presOf" srcId="{BD9AED39-6EA4-4C8F-8F93-0109BCE29F73}" destId="{6ADC3160-FE5A-4FDC-9ACC-8081A1A0D12D}" srcOrd="0" destOrd="0" presId="urn:microsoft.com/office/officeart/2018/5/layout/IconCircleLabelList"/>
    <dgm:cxn modelId="{0607399A-5388-4DF6-AF8F-B30347370EA9}" srcId="{BD9AED39-6EA4-4C8F-8F93-0109BCE29F73}" destId="{7A943B02-5C04-46D6-A68D-B6CA78642443}" srcOrd="0" destOrd="0" parTransId="{DCE7D11E-72ED-4379-92AB-B4DD3163FFDD}" sibTransId="{40F66F96-190F-4E10-A10D-B436D4D705FE}"/>
    <dgm:cxn modelId="{FD2FD9E5-C328-47DA-8160-3C42737E9923}" srcId="{BD9AED39-6EA4-4C8F-8F93-0109BCE29F73}" destId="{B95C487C-5DFF-4263-92CB-57434121393C}" srcOrd="1" destOrd="0" parTransId="{D039C51C-121D-4A59-95DB-0DFFAA9D1793}" sibTransId="{37A95161-BDCF-49DB-9C9F-BC4185772BE6}"/>
    <dgm:cxn modelId="{65A798A2-71D1-4111-8321-D24E38B846E0}" type="presParOf" srcId="{6ADC3160-FE5A-4FDC-9ACC-8081A1A0D12D}" destId="{CB887E09-0A00-423D-9B72-FD8DEBCB5097}" srcOrd="0" destOrd="0" presId="urn:microsoft.com/office/officeart/2018/5/layout/IconCircleLabelList"/>
    <dgm:cxn modelId="{475E1201-BC90-47EB-A9B3-955A80539DC1}" type="presParOf" srcId="{CB887E09-0A00-423D-9B72-FD8DEBCB5097}" destId="{79E1EB82-49C8-4027-977A-55C555C6DB5E}" srcOrd="0" destOrd="0" presId="urn:microsoft.com/office/officeart/2018/5/layout/IconCircleLabelList"/>
    <dgm:cxn modelId="{710AE4DB-FFDE-44E2-BF95-A4A284FA5ACE}" type="presParOf" srcId="{CB887E09-0A00-423D-9B72-FD8DEBCB5097}" destId="{EE9957DB-4DBB-4C87-A7DF-CEBE683705E8}" srcOrd="1" destOrd="0" presId="urn:microsoft.com/office/officeart/2018/5/layout/IconCircleLabelList"/>
    <dgm:cxn modelId="{FFA1DA79-9F4F-437E-89E8-A350BE88FFE8}" type="presParOf" srcId="{CB887E09-0A00-423D-9B72-FD8DEBCB5097}" destId="{031524B0-6C4F-4FA3-BE59-A01E2F7E3514}" srcOrd="2" destOrd="0" presId="urn:microsoft.com/office/officeart/2018/5/layout/IconCircleLabelList"/>
    <dgm:cxn modelId="{1544563A-B8AB-41E0-A184-E15E05C4B4CD}" type="presParOf" srcId="{CB887E09-0A00-423D-9B72-FD8DEBCB5097}" destId="{A2A5588E-9AB3-4A06-B57B-7CACF275F84C}" srcOrd="3" destOrd="0" presId="urn:microsoft.com/office/officeart/2018/5/layout/IconCircleLabelList"/>
    <dgm:cxn modelId="{5C9D72FD-BA1D-4BA7-A584-2136B002641A}" type="presParOf" srcId="{6ADC3160-FE5A-4FDC-9ACC-8081A1A0D12D}" destId="{8B84A864-80EF-42E6-8432-9BC8549F8B45}" srcOrd="1" destOrd="0" presId="urn:microsoft.com/office/officeart/2018/5/layout/IconCircleLabelList"/>
    <dgm:cxn modelId="{22073DB5-229A-4677-AE50-478BD50DAB39}" type="presParOf" srcId="{6ADC3160-FE5A-4FDC-9ACC-8081A1A0D12D}" destId="{F76718A8-D756-4C0B-A9B5-8301B101F5AD}" srcOrd="2" destOrd="0" presId="urn:microsoft.com/office/officeart/2018/5/layout/IconCircleLabelList"/>
    <dgm:cxn modelId="{22B147C1-75E5-4932-A0DD-75F9C28E8EDB}" type="presParOf" srcId="{F76718A8-D756-4C0B-A9B5-8301B101F5AD}" destId="{C43FB53B-5B3D-4EC6-A472-577624A94EC7}" srcOrd="0" destOrd="0" presId="urn:microsoft.com/office/officeart/2018/5/layout/IconCircleLabelList"/>
    <dgm:cxn modelId="{631F24DB-2ED0-49CA-9DD5-7A878907883C}" type="presParOf" srcId="{F76718A8-D756-4C0B-A9B5-8301B101F5AD}" destId="{21D22EAE-5269-42A0-B695-2F6CC60D6AD6}" srcOrd="1" destOrd="0" presId="urn:microsoft.com/office/officeart/2018/5/layout/IconCircleLabelList"/>
    <dgm:cxn modelId="{A5A3F903-018D-440B-8E9F-7D40DC313B9D}" type="presParOf" srcId="{F76718A8-D756-4C0B-A9B5-8301B101F5AD}" destId="{002225CF-79DE-4D57-8F67-920CCF5C2E06}" srcOrd="2" destOrd="0" presId="urn:microsoft.com/office/officeart/2018/5/layout/IconCircleLabelList"/>
    <dgm:cxn modelId="{7B3B07DE-CF57-4A86-9BC5-44B672A7EE60}" type="presParOf" srcId="{F76718A8-D756-4C0B-A9B5-8301B101F5AD}" destId="{42D8A5A2-BFA7-4F94-9EE5-C3FE673BB6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5220B3-5F43-41BF-82F0-F1D5090E78B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D77D55D-8CCB-40C4-94CB-4B06CD8B8779}">
      <dgm:prSet/>
      <dgm:spPr/>
      <dgm:t>
        <a:bodyPr/>
        <a:lstStyle/>
        <a:p>
          <a:r>
            <a:rPr lang="en-US" dirty="0"/>
            <a:t>Make a Hard Copy of User Manual</a:t>
          </a:r>
        </a:p>
      </dgm:t>
    </dgm:pt>
    <dgm:pt modelId="{6A9C7EF0-5CCC-409B-8130-14FC63A16319}" type="parTrans" cxnId="{A836B724-0D4D-49B8-8C7E-FE8E2C59804C}">
      <dgm:prSet/>
      <dgm:spPr/>
      <dgm:t>
        <a:bodyPr/>
        <a:lstStyle/>
        <a:p>
          <a:endParaRPr lang="en-US"/>
        </a:p>
      </dgm:t>
    </dgm:pt>
    <dgm:pt modelId="{3EAD9D27-CDC1-4D2B-8EDB-51D7B39371E6}" type="sibTrans" cxnId="{A836B724-0D4D-49B8-8C7E-FE8E2C59804C}">
      <dgm:prSet/>
      <dgm:spPr/>
      <dgm:t>
        <a:bodyPr/>
        <a:lstStyle/>
        <a:p>
          <a:endParaRPr lang="en-US"/>
        </a:p>
      </dgm:t>
    </dgm:pt>
    <dgm:pt modelId="{9C35D664-F4ED-4924-B85E-A22D43967662}">
      <dgm:prSet/>
      <dgm:spPr/>
      <dgm:t>
        <a:bodyPr/>
        <a:lstStyle/>
        <a:p>
          <a:r>
            <a:rPr lang="en-US" dirty="0"/>
            <a:t>Practice Final Presentation</a:t>
          </a:r>
        </a:p>
      </dgm:t>
    </dgm:pt>
    <dgm:pt modelId="{C36022C4-2A61-4049-9E7C-3331704CC85B}" type="parTrans" cxnId="{96D4C5E8-25DD-4F37-89A6-060DD8940082}">
      <dgm:prSet/>
      <dgm:spPr/>
      <dgm:t>
        <a:bodyPr/>
        <a:lstStyle/>
        <a:p>
          <a:endParaRPr lang="en-US"/>
        </a:p>
      </dgm:t>
    </dgm:pt>
    <dgm:pt modelId="{8166ABFB-FA54-4D42-B19D-457B349DE33D}" type="sibTrans" cxnId="{96D4C5E8-25DD-4F37-89A6-060DD8940082}">
      <dgm:prSet/>
      <dgm:spPr/>
      <dgm:t>
        <a:bodyPr/>
        <a:lstStyle/>
        <a:p>
          <a:endParaRPr lang="en-US"/>
        </a:p>
      </dgm:t>
    </dgm:pt>
    <dgm:pt modelId="{C49388FA-8759-42AF-B435-0EC20E6DCE5A}">
      <dgm:prSet/>
      <dgm:spPr/>
      <dgm:t>
        <a:bodyPr/>
        <a:lstStyle/>
        <a:p>
          <a:r>
            <a:rPr lang="en-US" dirty="0"/>
            <a:t>Continue Work on the Final Presentation Slides</a:t>
          </a:r>
        </a:p>
      </dgm:t>
    </dgm:pt>
    <dgm:pt modelId="{A7FDF1A3-16E2-4E7B-8E33-66EC6AB64844}" type="parTrans" cxnId="{5D3769DF-636C-4089-9393-E8D3AFCE8089}">
      <dgm:prSet/>
      <dgm:spPr/>
      <dgm:t>
        <a:bodyPr/>
        <a:lstStyle/>
        <a:p>
          <a:endParaRPr lang="en-US"/>
        </a:p>
      </dgm:t>
    </dgm:pt>
    <dgm:pt modelId="{72F98EF2-B12B-4A57-A73C-7E6A778B34D1}" type="sibTrans" cxnId="{5D3769DF-636C-4089-9393-E8D3AFCE8089}">
      <dgm:prSet/>
      <dgm:spPr/>
      <dgm:t>
        <a:bodyPr/>
        <a:lstStyle/>
        <a:p>
          <a:endParaRPr lang="en-US"/>
        </a:p>
      </dgm:t>
    </dgm:pt>
    <dgm:pt modelId="{CFFC745A-582B-4305-AFB6-C7730C8AA2CC}">
      <dgm:prSet/>
      <dgm:spPr/>
      <dgm:t>
        <a:bodyPr/>
        <a:lstStyle/>
        <a:p>
          <a:r>
            <a:rPr lang="en-US" dirty="0"/>
            <a:t>Continue Testing/Debugging Project</a:t>
          </a:r>
        </a:p>
      </dgm:t>
    </dgm:pt>
    <dgm:pt modelId="{B9E7BF58-A98B-4D6B-905C-CA13F8AC758B}" type="parTrans" cxnId="{183FDA93-1A29-47D6-AEC1-00CDFABC21C6}">
      <dgm:prSet/>
      <dgm:spPr/>
      <dgm:t>
        <a:bodyPr/>
        <a:lstStyle/>
        <a:p>
          <a:endParaRPr lang="en-US"/>
        </a:p>
      </dgm:t>
    </dgm:pt>
    <dgm:pt modelId="{2E6863E9-19BE-4B40-B701-A6159F4DE04E}" type="sibTrans" cxnId="{183FDA93-1A29-47D6-AEC1-00CDFABC21C6}">
      <dgm:prSet/>
      <dgm:spPr/>
      <dgm:t>
        <a:bodyPr/>
        <a:lstStyle/>
        <a:p>
          <a:endParaRPr lang="en-US"/>
        </a:p>
      </dgm:t>
    </dgm:pt>
    <dgm:pt modelId="{F85EEB6F-AAF0-4C94-BC92-C847D8A79108}" type="pres">
      <dgm:prSet presAssocID="{875220B3-5F43-41BF-82F0-F1D5090E78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7C8F59-19C7-4811-ACF5-94E83EF18D53}" type="pres">
      <dgm:prSet presAssocID="{7D77D55D-8CCB-40C4-94CB-4B06CD8B8779}" presName="hierRoot1" presStyleCnt="0"/>
      <dgm:spPr/>
    </dgm:pt>
    <dgm:pt modelId="{8918ADED-6A57-4174-8DFD-B8853753C67B}" type="pres">
      <dgm:prSet presAssocID="{7D77D55D-8CCB-40C4-94CB-4B06CD8B8779}" presName="composite" presStyleCnt="0"/>
      <dgm:spPr/>
    </dgm:pt>
    <dgm:pt modelId="{98190555-19A4-4CFA-B5ED-89857792E0B9}" type="pres">
      <dgm:prSet presAssocID="{7D77D55D-8CCB-40C4-94CB-4B06CD8B8779}" presName="background" presStyleLbl="node0" presStyleIdx="0" presStyleCnt="4"/>
      <dgm:spPr/>
    </dgm:pt>
    <dgm:pt modelId="{1183B01D-027F-4222-9A5D-26614D621D81}" type="pres">
      <dgm:prSet presAssocID="{7D77D55D-8CCB-40C4-94CB-4B06CD8B8779}" presName="text" presStyleLbl="fgAcc0" presStyleIdx="0" presStyleCnt="4">
        <dgm:presLayoutVars>
          <dgm:chPref val="3"/>
        </dgm:presLayoutVars>
      </dgm:prSet>
      <dgm:spPr/>
    </dgm:pt>
    <dgm:pt modelId="{769B866C-995B-4621-BF4F-632E3E797DE6}" type="pres">
      <dgm:prSet presAssocID="{7D77D55D-8CCB-40C4-94CB-4B06CD8B8779}" presName="hierChild2" presStyleCnt="0"/>
      <dgm:spPr/>
    </dgm:pt>
    <dgm:pt modelId="{7C0E07B7-20A4-4341-8762-1E58F807E8BA}" type="pres">
      <dgm:prSet presAssocID="{9C35D664-F4ED-4924-B85E-A22D43967662}" presName="hierRoot1" presStyleCnt="0"/>
      <dgm:spPr/>
    </dgm:pt>
    <dgm:pt modelId="{167A3E1F-AD74-4598-B50A-3C9D400D900E}" type="pres">
      <dgm:prSet presAssocID="{9C35D664-F4ED-4924-B85E-A22D43967662}" presName="composite" presStyleCnt="0"/>
      <dgm:spPr/>
    </dgm:pt>
    <dgm:pt modelId="{FE1BC2AB-A6F4-451D-B5E4-EBBE2F580413}" type="pres">
      <dgm:prSet presAssocID="{9C35D664-F4ED-4924-B85E-A22D43967662}" presName="background" presStyleLbl="node0" presStyleIdx="1" presStyleCnt="4"/>
      <dgm:spPr/>
    </dgm:pt>
    <dgm:pt modelId="{EE8EEF36-F451-494C-9D0C-6D4B4B602222}" type="pres">
      <dgm:prSet presAssocID="{9C35D664-F4ED-4924-B85E-A22D43967662}" presName="text" presStyleLbl="fgAcc0" presStyleIdx="1" presStyleCnt="4">
        <dgm:presLayoutVars>
          <dgm:chPref val="3"/>
        </dgm:presLayoutVars>
      </dgm:prSet>
      <dgm:spPr/>
    </dgm:pt>
    <dgm:pt modelId="{7BE69AD2-283F-47B6-B4ED-6AF7473EBC65}" type="pres">
      <dgm:prSet presAssocID="{9C35D664-F4ED-4924-B85E-A22D43967662}" presName="hierChild2" presStyleCnt="0"/>
      <dgm:spPr/>
    </dgm:pt>
    <dgm:pt modelId="{8FCB07DD-8C86-4759-993A-97EAB36CF060}" type="pres">
      <dgm:prSet presAssocID="{C49388FA-8759-42AF-B435-0EC20E6DCE5A}" presName="hierRoot1" presStyleCnt="0"/>
      <dgm:spPr/>
    </dgm:pt>
    <dgm:pt modelId="{E82A0866-4149-47CD-B7FE-725DE8D2F42E}" type="pres">
      <dgm:prSet presAssocID="{C49388FA-8759-42AF-B435-0EC20E6DCE5A}" presName="composite" presStyleCnt="0"/>
      <dgm:spPr/>
    </dgm:pt>
    <dgm:pt modelId="{D5A840D2-D89A-4DE4-9831-61DED3425ED9}" type="pres">
      <dgm:prSet presAssocID="{C49388FA-8759-42AF-B435-0EC20E6DCE5A}" presName="background" presStyleLbl="node0" presStyleIdx="2" presStyleCnt="4"/>
      <dgm:spPr/>
    </dgm:pt>
    <dgm:pt modelId="{D12292E6-4F4E-4072-8A83-08E55313428E}" type="pres">
      <dgm:prSet presAssocID="{C49388FA-8759-42AF-B435-0EC20E6DCE5A}" presName="text" presStyleLbl="fgAcc0" presStyleIdx="2" presStyleCnt="4">
        <dgm:presLayoutVars>
          <dgm:chPref val="3"/>
        </dgm:presLayoutVars>
      </dgm:prSet>
      <dgm:spPr/>
    </dgm:pt>
    <dgm:pt modelId="{4846E4EF-BE4F-4C74-9B33-E579B1E66ED7}" type="pres">
      <dgm:prSet presAssocID="{C49388FA-8759-42AF-B435-0EC20E6DCE5A}" presName="hierChild2" presStyleCnt="0"/>
      <dgm:spPr/>
    </dgm:pt>
    <dgm:pt modelId="{EBA713AF-B350-4D3E-A9E7-FD3AFE718B21}" type="pres">
      <dgm:prSet presAssocID="{CFFC745A-582B-4305-AFB6-C7730C8AA2CC}" presName="hierRoot1" presStyleCnt="0"/>
      <dgm:spPr/>
    </dgm:pt>
    <dgm:pt modelId="{465E7B60-C054-45A0-BC18-BEE959253085}" type="pres">
      <dgm:prSet presAssocID="{CFFC745A-582B-4305-AFB6-C7730C8AA2CC}" presName="composite" presStyleCnt="0"/>
      <dgm:spPr/>
    </dgm:pt>
    <dgm:pt modelId="{46DC7518-C20F-4A8F-980E-6F93A13BFE65}" type="pres">
      <dgm:prSet presAssocID="{CFFC745A-582B-4305-AFB6-C7730C8AA2CC}" presName="background" presStyleLbl="node0" presStyleIdx="3" presStyleCnt="4"/>
      <dgm:spPr/>
    </dgm:pt>
    <dgm:pt modelId="{C8AF0AA2-E714-4CB1-A409-2A27219D89BF}" type="pres">
      <dgm:prSet presAssocID="{CFFC745A-582B-4305-AFB6-C7730C8AA2CC}" presName="text" presStyleLbl="fgAcc0" presStyleIdx="3" presStyleCnt="4">
        <dgm:presLayoutVars>
          <dgm:chPref val="3"/>
        </dgm:presLayoutVars>
      </dgm:prSet>
      <dgm:spPr/>
    </dgm:pt>
    <dgm:pt modelId="{2F22A7AE-00F5-4983-8818-B1D14472C994}" type="pres">
      <dgm:prSet presAssocID="{CFFC745A-582B-4305-AFB6-C7730C8AA2CC}" presName="hierChild2" presStyleCnt="0"/>
      <dgm:spPr/>
    </dgm:pt>
  </dgm:ptLst>
  <dgm:cxnLst>
    <dgm:cxn modelId="{66C80707-24F5-4682-9A8A-C5E58C7BB3D0}" type="presOf" srcId="{7D77D55D-8CCB-40C4-94CB-4B06CD8B8779}" destId="{1183B01D-027F-4222-9A5D-26614D621D81}" srcOrd="0" destOrd="0" presId="urn:microsoft.com/office/officeart/2005/8/layout/hierarchy1"/>
    <dgm:cxn modelId="{A836B724-0D4D-49B8-8C7E-FE8E2C59804C}" srcId="{875220B3-5F43-41BF-82F0-F1D5090E78B1}" destId="{7D77D55D-8CCB-40C4-94CB-4B06CD8B8779}" srcOrd="0" destOrd="0" parTransId="{6A9C7EF0-5CCC-409B-8130-14FC63A16319}" sibTransId="{3EAD9D27-CDC1-4D2B-8EDB-51D7B39371E6}"/>
    <dgm:cxn modelId="{BC06C170-83F3-4F9D-8D58-ADC0D316C39A}" type="presOf" srcId="{875220B3-5F43-41BF-82F0-F1D5090E78B1}" destId="{F85EEB6F-AAF0-4C94-BC92-C847D8A79108}" srcOrd="0" destOrd="0" presId="urn:microsoft.com/office/officeart/2005/8/layout/hierarchy1"/>
    <dgm:cxn modelId="{DD169F84-35BC-47BE-A340-208AE56CF63E}" type="presOf" srcId="{C49388FA-8759-42AF-B435-0EC20E6DCE5A}" destId="{D12292E6-4F4E-4072-8A83-08E55313428E}" srcOrd="0" destOrd="0" presId="urn:microsoft.com/office/officeart/2005/8/layout/hierarchy1"/>
    <dgm:cxn modelId="{176D2593-FB8E-482F-AA33-5DDF8D5040D9}" type="presOf" srcId="{9C35D664-F4ED-4924-B85E-A22D43967662}" destId="{EE8EEF36-F451-494C-9D0C-6D4B4B602222}" srcOrd="0" destOrd="0" presId="urn:microsoft.com/office/officeart/2005/8/layout/hierarchy1"/>
    <dgm:cxn modelId="{183FDA93-1A29-47D6-AEC1-00CDFABC21C6}" srcId="{875220B3-5F43-41BF-82F0-F1D5090E78B1}" destId="{CFFC745A-582B-4305-AFB6-C7730C8AA2CC}" srcOrd="3" destOrd="0" parTransId="{B9E7BF58-A98B-4D6B-905C-CA13F8AC758B}" sibTransId="{2E6863E9-19BE-4B40-B701-A6159F4DE04E}"/>
    <dgm:cxn modelId="{D983329C-95DE-48B7-A472-282C9EC5571D}" type="presOf" srcId="{CFFC745A-582B-4305-AFB6-C7730C8AA2CC}" destId="{C8AF0AA2-E714-4CB1-A409-2A27219D89BF}" srcOrd="0" destOrd="0" presId="urn:microsoft.com/office/officeart/2005/8/layout/hierarchy1"/>
    <dgm:cxn modelId="{5D3769DF-636C-4089-9393-E8D3AFCE8089}" srcId="{875220B3-5F43-41BF-82F0-F1D5090E78B1}" destId="{C49388FA-8759-42AF-B435-0EC20E6DCE5A}" srcOrd="2" destOrd="0" parTransId="{A7FDF1A3-16E2-4E7B-8E33-66EC6AB64844}" sibTransId="{72F98EF2-B12B-4A57-A73C-7E6A778B34D1}"/>
    <dgm:cxn modelId="{96D4C5E8-25DD-4F37-89A6-060DD8940082}" srcId="{875220B3-5F43-41BF-82F0-F1D5090E78B1}" destId="{9C35D664-F4ED-4924-B85E-A22D43967662}" srcOrd="1" destOrd="0" parTransId="{C36022C4-2A61-4049-9E7C-3331704CC85B}" sibTransId="{8166ABFB-FA54-4D42-B19D-457B349DE33D}"/>
    <dgm:cxn modelId="{01649F12-1BD6-4C2C-89A4-CFE7E333F9CF}" type="presParOf" srcId="{F85EEB6F-AAF0-4C94-BC92-C847D8A79108}" destId="{1B7C8F59-19C7-4811-ACF5-94E83EF18D53}" srcOrd="0" destOrd="0" presId="urn:microsoft.com/office/officeart/2005/8/layout/hierarchy1"/>
    <dgm:cxn modelId="{A314521F-BA19-4579-9A48-D2E934E1FF31}" type="presParOf" srcId="{1B7C8F59-19C7-4811-ACF5-94E83EF18D53}" destId="{8918ADED-6A57-4174-8DFD-B8853753C67B}" srcOrd="0" destOrd="0" presId="urn:microsoft.com/office/officeart/2005/8/layout/hierarchy1"/>
    <dgm:cxn modelId="{6916FB5B-39B8-4EA3-83C9-0C86F5F7BE2F}" type="presParOf" srcId="{8918ADED-6A57-4174-8DFD-B8853753C67B}" destId="{98190555-19A4-4CFA-B5ED-89857792E0B9}" srcOrd="0" destOrd="0" presId="urn:microsoft.com/office/officeart/2005/8/layout/hierarchy1"/>
    <dgm:cxn modelId="{8C08263C-C809-4394-83BF-74040C874CD4}" type="presParOf" srcId="{8918ADED-6A57-4174-8DFD-B8853753C67B}" destId="{1183B01D-027F-4222-9A5D-26614D621D81}" srcOrd="1" destOrd="0" presId="urn:microsoft.com/office/officeart/2005/8/layout/hierarchy1"/>
    <dgm:cxn modelId="{E2F1B48C-A965-4AB5-B094-77A8B6CD6D51}" type="presParOf" srcId="{1B7C8F59-19C7-4811-ACF5-94E83EF18D53}" destId="{769B866C-995B-4621-BF4F-632E3E797DE6}" srcOrd="1" destOrd="0" presId="urn:microsoft.com/office/officeart/2005/8/layout/hierarchy1"/>
    <dgm:cxn modelId="{A592AF79-D520-4991-85FC-DBB8DCFBC0A7}" type="presParOf" srcId="{F85EEB6F-AAF0-4C94-BC92-C847D8A79108}" destId="{7C0E07B7-20A4-4341-8762-1E58F807E8BA}" srcOrd="1" destOrd="0" presId="urn:microsoft.com/office/officeart/2005/8/layout/hierarchy1"/>
    <dgm:cxn modelId="{56FA8E76-F67A-482A-B107-AA13883A5CBC}" type="presParOf" srcId="{7C0E07B7-20A4-4341-8762-1E58F807E8BA}" destId="{167A3E1F-AD74-4598-B50A-3C9D400D900E}" srcOrd="0" destOrd="0" presId="urn:microsoft.com/office/officeart/2005/8/layout/hierarchy1"/>
    <dgm:cxn modelId="{14150A9E-7CC0-4811-957A-131E4B9B2627}" type="presParOf" srcId="{167A3E1F-AD74-4598-B50A-3C9D400D900E}" destId="{FE1BC2AB-A6F4-451D-B5E4-EBBE2F580413}" srcOrd="0" destOrd="0" presId="urn:microsoft.com/office/officeart/2005/8/layout/hierarchy1"/>
    <dgm:cxn modelId="{99EDCC81-F193-4332-A323-8BCBECC681EA}" type="presParOf" srcId="{167A3E1F-AD74-4598-B50A-3C9D400D900E}" destId="{EE8EEF36-F451-494C-9D0C-6D4B4B602222}" srcOrd="1" destOrd="0" presId="urn:microsoft.com/office/officeart/2005/8/layout/hierarchy1"/>
    <dgm:cxn modelId="{42BAF63D-4FB1-4BEC-8C69-B10C7C60B6D8}" type="presParOf" srcId="{7C0E07B7-20A4-4341-8762-1E58F807E8BA}" destId="{7BE69AD2-283F-47B6-B4ED-6AF7473EBC65}" srcOrd="1" destOrd="0" presId="urn:microsoft.com/office/officeart/2005/8/layout/hierarchy1"/>
    <dgm:cxn modelId="{9E312B85-B3DA-43A3-9960-F6A171A99142}" type="presParOf" srcId="{F85EEB6F-AAF0-4C94-BC92-C847D8A79108}" destId="{8FCB07DD-8C86-4759-993A-97EAB36CF060}" srcOrd="2" destOrd="0" presId="urn:microsoft.com/office/officeart/2005/8/layout/hierarchy1"/>
    <dgm:cxn modelId="{0D559596-C91C-4589-83F5-35F1216C2813}" type="presParOf" srcId="{8FCB07DD-8C86-4759-993A-97EAB36CF060}" destId="{E82A0866-4149-47CD-B7FE-725DE8D2F42E}" srcOrd="0" destOrd="0" presId="urn:microsoft.com/office/officeart/2005/8/layout/hierarchy1"/>
    <dgm:cxn modelId="{425BA405-6B44-4056-B0AB-C714B302121B}" type="presParOf" srcId="{E82A0866-4149-47CD-B7FE-725DE8D2F42E}" destId="{D5A840D2-D89A-4DE4-9831-61DED3425ED9}" srcOrd="0" destOrd="0" presId="urn:microsoft.com/office/officeart/2005/8/layout/hierarchy1"/>
    <dgm:cxn modelId="{DAC7D9F8-EEE6-4839-A7ED-D5CE080908F4}" type="presParOf" srcId="{E82A0866-4149-47CD-B7FE-725DE8D2F42E}" destId="{D12292E6-4F4E-4072-8A83-08E55313428E}" srcOrd="1" destOrd="0" presId="urn:microsoft.com/office/officeart/2005/8/layout/hierarchy1"/>
    <dgm:cxn modelId="{67554DFF-CD30-4AD1-B9CF-7016847BE9E4}" type="presParOf" srcId="{8FCB07DD-8C86-4759-993A-97EAB36CF060}" destId="{4846E4EF-BE4F-4C74-9B33-E579B1E66ED7}" srcOrd="1" destOrd="0" presId="urn:microsoft.com/office/officeart/2005/8/layout/hierarchy1"/>
    <dgm:cxn modelId="{CE007A34-B5C2-4838-9DFC-DD9B8270EFF8}" type="presParOf" srcId="{F85EEB6F-AAF0-4C94-BC92-C847D8A79108}" destId="{EBA713AF-B350-4D3E-A9E7-FD3AFE718B21}" srcOrd="3" destOrd="0" presId="urn:microsoft.com/office/officeart/2005/8/layout/hierarchy1"/>
    <dgm:cxn modelId="{D7BA36EF-EF1D-43D2-B7B9-1AB9C37608D9}" type="presParOf" srcId="{EBA713AF-B350-4D3E-A9E7-FD3AFE718B21}" destId="{465E7B60-C054-45A0-BC18-BEE959253085}" srcOrd="0" destOrd="0" presId="urn:microsoft.com/office/officeart/2005/8/layout/hierarchy1"/>
    <dgm:cxn modelId="{40A4C08E-B6DA-4998-9B7C-596A8EF1B3AA}" type="presParOf" srcId="{465E7B60-C054-45A0-BC18-BEE959253085}" destId="{46DC7518-C20F-4A8F-980E-6F93A13BFE65}" srcOrd="0" destOrd="0" presId="urn:microsoft.com/office/officeart/2005/8/layout/hierarchy1"/>
    <dgm:cxn modelId="{FD20B367-E8C6-4038-AF22-F365CFCE4C66}" type="presParOf" srcId="{465E7B60-C054-45A0-BC18-BEE959253085}" destId="{C8AF0AA2-E714-4CB1-A409-2A27219D89BF}" srcOrd="1" destOrd="0" presId="urn:microsoft.com/office/officeart/2005/8/layout/hierarchy1"/>
    <dgm:cxn modelId="{4D2D0A47-2210-4D3E-921A-CA67AA49BCA2}" type="presParOf" srcId="{EBA713AF-B350-4D3E-A9E7-FD3AFE718B21}" destId="{2F22A7AE-00F5-4983-8818-B1D14472C9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1EB82-49C8-4027-977A-55C555C6DB5E}">
      <dsp:nvSpPr>
        <dsp:cNvPr id="0" name=""/>
        <dsp:cNvSpPr/>
      </dsp:nvSpPr>
      <dsp:spPr>
        <a:xfrm>
          <a:off x="2365474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9957DB-4DBB-4C87-A7DF-CEBE683705E8}">
      <dsp:nvSpPr>
        <dsp:cNvPr id="0" name=""/>
        <dsp:cNvSpPr/>
      </dsp:nvSpPr>
      <dsp:spPr>
        <a:xfrm>
          <a:off x="2833474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2A5588E-9AB3-4A06-B57B-7CACF275F84C}">
      <dsp:nvSpPr>
        <dsp:cNvPr id="0" name=""/>
        <dsp:cNvSpPr/>
      </dsp:nvSpPr>
      <dsp:spPr>
        <a:xfrm>
          <a:off x="1663474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Vulcan Platform</a:t>
          </a:r>
        </a:p>
      </dsp:txBody>
      <dsp:txXfrm>
        <a:off x="1663474" y="2963569"/>
        <a:ext cx="3600000" cy="720000"/>
      </dsp:txXfrm>
    </dsp:sp>
    <dsp:sp modelId="{C43FB53B-5B3D-4EC6-A472-577624A94EC7}">
      <dsp:nvSpPr>
        <dsp:cNvPr id="0" name=""/>
        <dsp:cNvSpPr/>
      </dsp:nvSpPr>
      <dsp:spPr>
        <a:xfrm>
          <a:off x="6595475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1D22EAE-5269-42A0-B695-2F6CC60D6AD6}">
      <dsp:nvSpPr>
        <dsp:cNvPr id="0" name=""/>
        <dsp:cNvSpPr/>
      </dsp:nvSpPr>
      <dsp:spPr>
        <a:xfrm>
          <a:off x="7063475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2D8A5A2-BFA7-4F94-9EE5-C3FE673BB678}">
      <dsp:nvSpPr>
        <dsp:cNvPr id="0" name=""/>
        <dsp:cNvSpPr/>
      </dsp:nvSpPr>
      <dsp:spPr>
        <a:xfrm>
          <a:off x="5893475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Database</a:t>
          </a:r>
        </a:p>
      </dsp:txBody>
      <dsp:txXfrm>
        <a:off x="5893475" y="296356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90555-19A4-4CFA-B5ED-89857792E0B9}">
      <dsp:nvSpPr>
        <dsp:cNvPr id="0" name=""/>
        <dsp:cNvSpPr/>
      </dsp:nvSpPr>
      <dsp:spPr>
        <a:xfrm>
          <a:off x="3080" y="711013"/>
          <a:ext cx="2199649" cy="13967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3B01D-027F-4222-9A5D-26614D621D81}">
      <dsp:nvSpPr>
        <dsp:cNvPr id="0" name=""/>
        <dsp:cNvSpPr/>
      </dsp:nvSpPr>
      <dsp:spPr>
        <a:xfrm>
          <a:off x="247486" y="94319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Make a Hard Copy of User Manual</a:t>
          </a:r>
        </a:p>
      </dsp:txBody>
      <dsp:txXfrm>
        <a:off x="288396" y="984108"/>
        <a:ext cx="2117829" cy="1314957"/>
      </dsp:txXfrm>
    </dsp:sp>
    <dsp:sp modelId="{FE1BC2AB-A6F4-451D-B5E4-EBBE2F580413}">
      <dsp:nvSpPr>
        <dsp:cNvPr id="0" name=""/>
        <dsp:cNvSpPr/>
      </dsp:nvSpPr>
      <dsp:spPr>
        <a:xfrm>
          <a:off x="2691541" y="711013"/>
          <a:ext cx="2199649" cy="13967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EEF36-F451-494C-9D0C-6D4B4B602222}">
      <dsp:nvSpPr>
        <dsp:cNvPr id="0" name=""/>
        <dsp:cNvSpPr/>
      </dsp:nvSpPr>
      <dsp:spPr>
        <a:xfrm>
          <a:off x="2935947" y="94319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Practice Final Presentation</a:t>
          </a:r>
        </a:p>
      </dsp:txBody>
      <dsp:txXfrm>
        <a:off x="2976857" y="984108"/>
        <a:ext cx="2117829" cy="1314957"/>
      </dsp:txXfrm>
    </dsp:sp>
    <dsp:sp modelId="{D5A840D2-D89A-4DE4-9831-61DED3425ED9}">
      <dsp:nvSpPr>
        <dsp:cNvPr id="0" name=""/>
        <dsp:cNvSpPr/>
      </dsp:nvSpPr>
      <dsp:spPr>
        <a:xfrm>
          <a:off x="5380002" y="711013"/>
          <a:ext cx="2199649" cy="13967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292E6-4F4E-4072-8A83-08E55313428E}">
      <dsp:nvSpPr>
        <dsp:cNvPr id="0" name=""/>
        <dsp:cNvSpPr/>
      </dsp:nvSpPr>
      <dsp:spPr>
        <a:xfrm>
          <a:off x="5624408" y="94319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Continue Work on the Final Presentation Slides</a:t>
          </a:r>
        </a:p>
      </dsp:txBody>
      <dsp:txXfrm>
        <a:off x="5665318" y="984108"/>
        <a:ext cx="2117829" cy="1314957"/>
      </dsp:txXfrm>
    </dsp:sp>
    <dsp:sp modelId="{46DC7518-C20F-4A8F-980E-6F93A13BFE65}">
      <dsp:nvSpPr>
        <dsp:cNvPr id="0" name=""/>
        <dsp:cNvSpPr/>
      </dsp:nvSpPr>
      <dsp:spPr>
        <a:xfrm>
          <a:off x="8068463" y="711013"/>
          <a:ext cx="2199649" cy="13967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F0AA2-E714-4CB1-A409-2A27219D89BF}">
      <dsp:nvSpPr>
        <dsp:cNvPr id="0" name=""/>
        <dsp:cNvSpPr/>
      </dsp:nvSpPr>
      <dsp:spPr>
        <a:xfrm>
          <a:off x="8312869" y="94319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Continue Testing/Debugging Project</a:t>
          </a:r>
        </a:p>
      </dsp:txBody>
      <dsp:txXfrm>
        <a:off x="8353779" y="984108"/>
        <a:ext cx="2117829" cy="1314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2A6E6-BB86-4722-837C-048EA2408876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3B6B7-4283-4814-95B1-8D2476E93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8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12B-A58D-FC54-F39A-393BD2B2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E907-7597-2A5F-72A0-02C40D77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2684-C925-4C65-8BFF-2FFA3151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7BD-934D-B5F0-4874-9C7150EE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DD3A-A311-C37F-CBB9-9FEF9FE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267D-AFB9-963E-AC71-2652D010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1AC-2A98-4ECD-44AC-53FE4DB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263-3562-70EF-78D8-A2578492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DECA-025C-4602-CC1E-A8E278A5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039F-F84C-2A03-0028-7A2AFE21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78E3-4E8D-EE25-4C89-AB7C26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02C3-74B2-18A4-5991-B8481583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9E6B-AA8F-4E79-FF15-AF0F172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E679-A6C9-B5C6-1541-2D251AD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89D7-71C5-3B6A-05F5-74A9BAEB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736-90F3-DB5F-EC8B-4C23291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6368-624E-871D-638E-DD2D82A3B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8415-4584-0B18-C159-0B34506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51D-2F66-DE89-DFFD-7CEF045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FFAEC-88FB-C4F0-9BFC-FF1FC03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F403-1D0D-D98E-8E03-FE4F6DC6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7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CB30-9EEF-7FCA-7B49-DE5CD89E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10AE-BDF7-87AC-C09A-0375833E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10B-0F94-CACC-4D8A-BDFA20E7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CA202-DF19-D1CC-704F-64CED4428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81B4A-6383-D29E-8931-005F93BFC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4B78D-5348-2371-A40E-5852C7FE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E782-9A3E-7779-A928-C43CAC4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83A46-D6E9-D070-A41B-C9D0223D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4EC-BC3D-3C09-87CC-67C40B6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D994-0F15-453D-F08D-B9A5267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9F08A-2C86-0993-68A4-8EF4EBE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8F8AC-DA26-968C-56F4-4E7116DD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4B2E7-CB50-0648-9D0A-2081C0C9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48C16-74EF-2D4E-5F87-4B132E53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D834-8BF1-2FC5-A08E-927515F4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3F8B-045F-E347-F726-2A880B0B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D435-19E4-13F5-EC37-934F941F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9386-C957-9B5E-D360-572818B4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9017E-9DF8-458F-E68F-D169F173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C721-D489-EAA4-0167-B091ECCB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6886-AFFA-EB07-3910-E038620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1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A2C-24F8-48F9-B525-DAF155AC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493D-C0EB-BF0D-F338-734DE72D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A4A32-36C1-76C7-311C-3904248C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23CF8-7119-77BB-9160-0BAD616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A221-A642-58E7-CDBE-E43325D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C34FE-57BF-5BE2-D2FA-EA5EC795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CB-E016-3910-C7F5-B579FEC7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E023D-C710-E4AC-6BB2-2FC2CA4D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13-E9E1-BAF8-5868-D6EF16EC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219BF-5F12-F564-11FB-9A97FB1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47E-3BD4-EFC4-2F6E-6F48B37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8FA0D-69B7-F966-6A29-CF31863F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815B7-5A8F-7145-B4CA-ADDAB333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72C-6E34-0721-FF7E-2FDC045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8A8C-3448-5F84-A7B8-1EA2AFA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BB38-1E1D-AFA8-D257-2601E28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A142-49C0-51AB-6DF5-C621FF99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B685-C305-678D-180D-8AF39B63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B0CC-FB2F-DAC7-434D-64801EBE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2E6FB-EB88-4936-BED9-9E37159958CA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3671-B9D0-2705-7DF0-2AEAC97D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CFBF-6ABD-EF23-87F9-97A42F45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jjdeuce06.github.io/VulcanActivityTracker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 dirty="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47601-A3D5-5EAD-C1BB-4EBE5505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1006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21AA-AA04-E3EB-5027-44FA0EFD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2610007"/>
            <a:ext cx="9144000" cy="312909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The Vulcan Activity Tracker is an athletic app that allows for the tracking of all campus athletics activities. 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	In one combined platform, the Vulcan Activity Tracker aspires to meet student organization needs, social interaction, and exercise goal planning in a free accessible way!</a:t>
            </a:r>
          </a:p>
          <a:p>
            <a:pPr>
              <a:lnSpc>
                <a:spcPct val="150000"/>
              </a:lnSpc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63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320D0-A8AF-3C53-8814-C1BE5066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A4A1602-F941-BBF5-B16B-F4B5C1B17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AEFD691-5682-F499-25A1-FF7E5E906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D2F83C-6172-28F7-72EE-B7834DE6D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A28DD-1D93-45FF-9FF1-D9C602F50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GOALS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AF426B-43FF-4BB7-086D-F7F73A587A96}"/>
              </a:ext>
            </a:extLst>
          </p:cNvPr>
          <p:cNvSpPr txBox="1">
            <a:spLocks/>
          </p:cNvSpPr>
          <p:nvPr/>
        </p:nvSpPr>
        <p:spPr>
          <a:xfrm>
            <a:off x="3698387" y="405006"/>
            <a:ext cx="4795226" cy="8064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Weekly Progress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A067979-B2B3-BD33-28AB-42AF2BBE1977}"/>
              </a:ext>
            </a:extLst>
          </p:cNvPr>
          <p:cNvSpPr txBox="1">
            <a:spLocks/>
          </p:cNvSpPr>
          <p:nvPr/>
        </p:nvSpPr>
        <p:spPr>
          <a:xfrm>
            <a:off x="1834856" y="2313250"/>
            <a:ext cx="8311711" cy="3775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Tweaking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Debugging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Final Presentation Slides Progress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Finished User Manual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4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26584-AF93-5713-29E6-E38CD729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38C1FFB-2F68-F1DE-BE53-6D163C3DB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ECB51-FD65-F82B-00AA-12E8DE1F4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F6D357-569B-76AE-AA15-8449A41E0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5B4AA4-CE4A-E618-AD73-E165703D2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ED9EE4-56A8-6AFD-BE9A-A35D2ABC5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822" y="2361465"/>
            <a:ext cx="5170705" cy="337763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Writing the user manual for a project that we created.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40DC201-0466-5D58-2422-48A1842C6A76}"/>
              </a:ext>
            </a:extLst>
          </p:cNvPr>
          <p:cNvSpPr txBox="1">
            <a:spLocks/>
          </p:cNvSpPr>
          <p:nvPr/>
        </p:nvSpPr>
        <p:spPr>
          <a:xfrm>
            <a:off x="6096000" y="2267458"/>
            <a:ext cx="5499536" cy="3471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AA2B82-D640-63C8-0949-8D61BA435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273" y="936048"/>
            <a:ext cx="3829235" cy="10673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DB2568-1D7A-1154-06D4-C4FEF3D291A5}"/>
              </a:ext>
            </a:extLst>
          </p:cNvPr>
          <p:cNvSpPr txBox="1">
            <a:spLocks/>
          </p:cNvSpPr>
          <p:nvPr/>
        </p:nvSpPr>
        <p:spPr>
          <a:xfrm>
            <a:off x="6746378" y="936048"/>
            <a:ext cx="3829235" cy="10673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Solutions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EAB36-867D-95B6-8834-F42C5B9259D0}"/>
              </a:ext>
            </a:extLst>
          </p:cNvPr>
          <p:cNvSpPr txBox="1">
            <a:spLocks/>
          </p:cNvSpPr>
          <p:nvPr/>
        </p:nvSpPr>
        <p:spPr>
          <a:xfrm>
            <a:off x="5912527" y="2267457"/>
            <a:ext cx="5170705" cy="337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5521BC-C5E6-AB41-0BC9-A706E6412C75}"/>
              </a:ext>
            </a:extLst>
          </p:cNvPr>
          <p:cNvSpPr txBox="1">
            <a:spLocks/>
          </p:cNvSpPr>
          <p:nvPr/>
        </p:nvSpPr>
        <p:spPr>
          <a:xfrm>
            <a:off x="6210758" y="2267457"/>
            <a:ext cx="5170705" cy="337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B13CF04-9C06-053E-69E2-58CD31C3D276}"/>
              </a:ext>
            </a:extLst>
          </p:cNvPr>
          <p:cNvSpPr txBox="1">
            <a:spLocks/>
          </p:cNvSpPr>
          <p:nvPr/>
        </p:nvSpPr>
        <p:spPr>
          <a:xfrm>
            <a:off x="5790687" y="2361465"/>
            <a:ext cx="5170705" cy="337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After taking a step back and attempting to view our project as new users we found areas that needed clear instructions.</a:t>
            </a:r>
          </a:p>
        </p:txBody>
      </p:sp>
    </p:spTree>
    <p:extLst>
      <p:ext uri="{BB962C8B-B14F-4D97-AF65-F5344CB8AC3E}">
        <p14:creationId xmlns:p14="http://schemas.microsoft.com/office/powerpoint/2010/main" val="352633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FC544CC5-203D-7012-0096-763F5234B0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5910394"/>
              </p:ext>
            </p:extLst>
          </p:nvPr>
        </p:nvGraphicFramePr>
        <p:xfrm>
          <a:off x="514580" y="2109962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1BFE9597-EE45-D183-9C43-FB508195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536" y="777555"/>
            <a:ext cx="3183892" cy="98742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Progress </a:t>
            </a:r>
          </a:p>
        </p:txBody>
      </p:sp>
    </p:spTree>
    <p:extLst>
      <p:ext uri="{BB962C8B-B14F-4D97-AF65-F5344CB8AC3E}">
        <p14:creationId xmlns:p14="http://schemas.microsoft.com/office/powerpoint/2010/main" val="2065992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38CFD-A501-8AEC-C666-BED84511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6F68EF-088F-20DD-B4B1-6BCF0A8C9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F082FE-D96F-0D2A-34AA-F987D0796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E13FF0-F6F1-375E-D271-70DAE72E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A7F67B2-22A5-7F2D-13EB-E06229F5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6D36DC8-D9BF-8C26-69EA-ED89E34DB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559" y="768350"/>
            <a:ext cx="4162181" cy="920920"/>
          </a:xfrm>
        </p:spPr>
        <p:txBody>
          <a:bodyPr>
            <a:normAutofit fontScale="90000"/>
          </a:bodyPr>
          <a:lstStyle/>
          <a:p>
            <a:r>
              <a:rPr lang="en-US" dirty="0"/>
              <a:t>Week 14 Plan</a:t>
            </a:r>
          </a:p>
        </p:txBody>
      </p:sp>
      <p:graphicFrame>
        <p:nvGraphicFramePr>
          <p:cNvPr id="27" name="Text Placeholder 2">
            <a:extLst>
              <a:ext uri="{FF2B5EF4-FFF2-40B4-BE49-F238E27FC236}">
                <a16:creationId xmlns:a16="http://schemas.microsoft.com/office/drawing/2014/main" id="{D6B93F0B-FEB0-EDAB-CFE1-A57DEFE97F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7164370"/>
              </p:ext>
            </p:extLst>
          </p:nvPr>
        </p:nvGraphicFramePr>
        <p:xfrm>
          <a:off x="838199" y="2688113"/>
          <a:ext cx="10515600" cy="3050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40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3CF74-09B7-84B3-F859-D7073DC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Planning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E30C-3490-D1E3-740D-40AD5E393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Gant 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4E0165-E852-9E37-91F6-9A7920B23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32" y="2024164"/>
            <a:ext cx="10503568" cy="4706879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713997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D6B9-1CEE-7976-0BB7-22F5E953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180494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Website: </a:t>
            </a:r>
            <a:r>
              <a:rPr lang="en-US" sz="3500" kern="1200" dirty="0">
                <a:solidFill>
                  <a:srgbClr val="0070C0"/>
                </a:solidFill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https://jjdeuce06.github.io/VulcanActivityTracker/</a:t>
            </a:r>
            <a:endParaRPr lang="en-US" sz="3500" kern="12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98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B2D1F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906</TotalTime>
  <Words>162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Vulcan Activity Tracker</vt:lpstr>
      <vt:lpstr>Project Description</vt:lpstr>
      <vt:lpstr>PowerPoint Presentation</vt:lpstr>
      <vt:lpstr>Challenges </vt:lpstr>
      <vt:lpstr> Progress </vt:lpstr>
      <vt:lpstr>Week 14 Plan</vt:lpstr>
      <vt:lpstr>Planning</vt:lpstr>
      <vt:lpstr>Website: https://jjdeuce06.github.io/VulcanActivityTracker/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Luke ruffing</cp:lastModifiedBy>
  <cp:revision>20</cp:revision>
  <dcterms:created xsi:type="dcterms:W3CDTF">2026-01-22T18:57:02Z</dcterms:created>
  <dcterms:modified xsi:type="dcterms:W3CDTF">2026-04-11T01:36:24Z</dcterms:modified>
</cp:coreProperties>
</file>