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5" r:id="rId4"/>
    <p:sldId id="266" r:id="rId5"/>
    <p:sldId id="258" r:id="rId6"/>
    <p:sldId id="271" r:id="rId7"/>
    <p:sldId id="267" r:id="rId8"/>
    <p:sldId id="268" r:id="rId9"/>
    <p:sldId id="269" r:id="rId10"/>
    <p:sldId id="270" r:id="rId11"/>
    <p:sldId id="272" r:id="rId12"/>
    <p:sldId id="273" r:id="rId13"/>
    <p:sldId id="274" r:id="rId14"/>
    <p:sldId id="264" r:id="rId15"/>
    <p:sldId id="259" r:id="rId16"/>
    <p:sldId id="26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B216D2-F8DA-4105-B564-CD4DC1BB17F8}" v="8" dt="2026-02-22T13:12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24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2T13:31:07.022" v="2184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1T21:42:54.604" v="146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Margo Bonal" userId="18c9fa0f-b53d-478b-9dc0-6ad88786c19f" providerId="ADAL" clId="{93D479E5-F67F-4B8A-A78F-A0B574A116B6}" dt="2026-02-21T21:46:58.650" v="1616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93D479E5-F67F-4B8A-A78F-A0B574A116B6}" dt="2026-02-21T21:46:58.650" v="1616" actId="20577"/>
          <ac:spMkLst>
            <pc:docMk/>
            <pc:sldMk cId="3526335932" sldId="266"/>
            <ac:spMk id="2" creationId="{FB4EC798-8386-CB36-1C33-949CA6568550}"/>
          </ac:spMkLst>
        </pc:spChg>
        <pc:spChg chg="mod">
          <ac:chgData name="Margo Bonal" userId="18c9fa0f-b53d-478b-9dc0-6ad88786c19f" providerId="ADAL" clId="{93D479E5-F67F-4B8A-A78F-A0B574A116B6}" dt="2026-02-21T21:43:23.815" v="1529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2:02:24.466" v="1749" actId="21"/>
        <pc:sldMkLst>
          <pc:docMk/>
          <pc:sldMk cId="3667650440" sldId="267"/>
        </pc:sldMkLst>
        <pc:spChg chg="mod">
          <ac:chgData name="Margo Bonal" userId="18c9fa0f-b53d-478b-9dc0-6ad88786c19f" providerId="ADAL" clId="{93D479E5-F67F-4B8A-A78F-A0B574A116B6}" dt="2026-02-21T22:02:15.919" v="1747" actId="122"/>
          <ac:spMkLst>
            <pc:docMk/>
            <pc:sldMk cId="3667650440" sldId="267"/>
            <ac:spMk id="2" creationId="{DA0954DF-016C-D845-8992-C5BD91CB8DFF}"/>
          </ac:spMkLst>
        </pc:spChg>
        <pc:spChg chg="del mod">
          <ac:chgData name="Margo Bonal" userId="18c9fa0f-b53d-478b-9dc0-6ad88786c19f" providerId="ADAL" clId="{93D479E5-F67F-4B8A-A78F-A0B574A116B6}" dt="2026-02-21T22:02:20.383" v="1748" actId="21"/>
          <ac:spMkLst>
            <pc:docMk/>
            <pc:sldMk cId="3667650440" sldId="267"/>
            <ac:spMk id="3" creationId="{F8B4E830-C5F8-EA49-2869-688ACF76EBF8}"/>
          </ac:spMkLst>
        </pc:spChg>
        <pc:spChg chg="add del mod">
          <ac:chgData name="Margo Bonal" userId="18c9fa0f-b53d-478b-9dc0-6ad88786c19f" providerId="ADAL" clId="{93D479E5-F67F-4B8A-A78F-A0B574A116B6}" dt="2026-02-21T22:02:24.466" v="1749" actId="21"/>
          <ac:spMkLst>
            <pc:docMk/>
            <pc:sldMk cId="3667650440" sldId="267"/>
            <ac:spMk id="9" creationId="{BEE1B22B-DB10-C70F-FB1E-F54FEC8885AA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2" creationId="{2151139A-886F-4B97-8815-729AD3831BBD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4" creationId="{5428AC11-BFDF-42EF-80FF-717BBF909067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6" creationId="{2CC56AF6-38E4-490B-8E2B-1A1037B4EDD4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8" creationId="{2339A6F5-AD6A-4D80-8AD9-6290D13AC49F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0" creationId="{2151139A-886F-4B97-8815-729AD3831BBD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1" creationId="{5428AC11-BFDF-42EF-80FF-717BBF909067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2" creationId="{2CC56AF6-38E4-490B-8E2B-1A1037B4EDD4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3" creationId="{32FD26B0-16CE-4AD4-9CE4-A63EBF330831}"/>
          </ac:spMkLst>
        </pc:sp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5" creationId="{FD76D878-3A30-FB4D-7FBB-E2CAABFAC68C}"/>
          </ac:picMkLst>
        </pc:pic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7" creationId="{FAD03CEA-C103-137A-6541-3C7919AF09E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17.252" v="2161" actId="14100"/>
        <pc:sldMkLst>
          <pc:docMk/>
          <pc:sldMk cId="2380309321" sldId="268"/>
        </pc:sldMkLst>
        <pc:spChg chg="mod">
          <ac:chgData name="Margo Bonal" userId="18c9fa0f-b53d-478b-9dc0-6ad88786c19f" providerId="ADAL" clId="{93D479E5-F67F-4B8A-A78F-A0B574A116B6}" dt="2026-02-21T22:00:43.326" v="1736" actId="20577"/>
          <ac:spMkLst>
            <pc:docMk/>
            <pc:sldMk cId="2380309321" sldId="268"/>
            <ac:spMk id="2" creationId="{A505808F-7D44-6A85-D501-49B998EF5753}"/>
          </ac:spMkLst>
        </pc:spChg>
        <pc:spChg chg="del mod">
          <ac:chgData name="Margo Bonal" userId="18c9fa0f-b53d-478b-9dc0-6ad88786c19f" providerId="ADAL" clId="{93D479E5-F67F-4B8A-A78F-A0B574A116B6}" dt="2026-02-21T22:02:41.430" v="1752" actId="21"/>
          <ac:spMkLst>
            <pc:docMk/>
            <pc:sldMk cId="2380309321" sldId="268"/>
            <ac:spMk id="3" creationId="{36070B78-80FA-50AB-5696-788C30865AAF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6" creationId="{A7009A0A-BEF5-4EAC-AF15-E4F9F002E239}"/>
          </ac:spMkLst>
        </pc:spChg>
        <pc:picChg chg="add mod">
          <ac:chgData name="Margo Bonal" userId="18c9fa0f-b53d-478b-9dc0-6ad88786c19f" providerId="ADAL" clId="{93D479E5-F67F-4B8A-A78F-A0B574A116B6}" dt="2026-02-22T13:29:17.252" v="2161" actId="14100"/>
          <ac:picMkLst>
            <pc:docMk/>
            <pc:sldMk cId="2380309321" sldId="268"/>
            <ac:picMk id="5" creationId="{6F870A30-2658-29DF-258E-C75A7497EE87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45.932" v="2167" actId="1076"/>
        <pc:sldMkLst>
          <pc:docMk/>
          <pc:sldMk cId="884354200" sldId="269"/>
        </pc:sldMkLst>
        <pc:spChg chg="mod">
          <ac:chgData name="Margo Bonal" userId="18c9fa0f-b53d-478b-9dc0-6ad88786c19f" providerId="ADAL" clId="{93D479E5-F67F-4B8A-A78F-A0B574A116B6}" dt="2026-02-21T22:00:48.517" v="1738" actId="20577"/>
          <ac:spMkLst>
            <pc:docMk/>
            <pc:sldMk cId="884354200" sldId="269"/>
            <ac:spMk id="2" creationId="{098A9E05-3407-06AF-8E14-D1D555C89F3B}"/>
          </ac:spMkLst>
        </pc:spChg>
        <pc:spChg chg="del mod">
          <ac:chgData name="Margo Bonal" userId="18c9fa0f-b53d-478b-9dc0-6ad88786c19f" providerId="ADAL" clId="{93D479E5-F67F-4B8A-A78F-A0B574A116B6}" dt="2026-02-21T22:02:46.761" v="1753" actId="21"/>
          <ac:spMkLst>
            <pc:docMk/>
            <pc:sldMk cId="884354200" sldId="269"/>
            <ac:spMk id="3" creationId="{32425DC6-EB15-A9A0-BC63-E9ECB41C5B1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45.932" v="2167" actId="1076"/>
          <ac:picMkLst>
            <pc:docMk/>
            <pc:sldMk cId="884354200" sldId="269"/>
            <ac:picMk id="5" creationId="{A07F6FE6-43B8-3F8D-BF8E-18511233EC8D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07.025" v="2159" actId="14100"/>
        <pc:sldMkLst>
          <pc:docMk/>
          <pc:sldMk cId="3857486133" sldId="270"/>
        </pc:sldMkLst>
        <pc:spChg chg="mod">
          <ac:chgData name="Margo Bonal" userId="18c9fa0f-b53d-478b-9dc0-6ad88786c19f" providerId="ADAL" clId="{93D479E5-F67F-4B8A-A78F-A0B574A116B6}" dt="2026-02-21T22:01:00.043" v="1740" actId="20577"/>
          <ac:spMkLst>
            <pc:docMk/>
            <pc:sldMk cId="3857486133" sldId="270"/>
            <ac:spMk id="2" creationId="{943F0D26-C404-6E35-D4F7-10155F5D3A98}"/>
          </ac:spMkLst>
        </pc:spChg>
        <pc:spChg chg="del mod">
          <ac:chgData name="Margo Bonal" userId="18c9fa0f-b53d-478b-9dc0-6ad88786c19f" providerId="ADAL" clId="{93D479E5-F67F-4B8A-A78F-A0B574A116B6}" dt="2026-02-21T22:02:52.738" v="1754" actId="21"/>
          <ac:spMkLst>
            <pc:docMk/>
            <pc:sldMk cId="3857486133" sldId="270"/>
            <ac:spMk id="3" creationId="{EE0AA41D-2840-DED4-56A9-8D5A58DB86E8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07.025" v="2159" actId="14100"/>
          <ac:picMkLst>
            <pc:docMk/>
            <pc:sldMk cId="3857486133" sldId="270"/>
            <ac:picMk id="5" creationId="{6C01547A-003F-2DA0-1CB8-4E92D18977A2}"/>
          </ac:picMkLst>
        </pc:picChg>
      </pc:sldChg>
      <pc:sldChg chg="addSp modSp new mod setBg">
        <pc:chgData name="Margo Bonal" userId="18c9fa0f-b53d-478b-9dc0-6ad88786c19f" providerId="ADAL" clId="{93D479E5-F67F-4B8A-A78F-A0B574A116B6}" dt="2026-02-22T13:31:07.022" v="2184" actId="1076"/>
        <pc:sldMkLst>
          <pc:docMk/>
          <pc:sldMk cId="169300139" sldId="271"/>
        </pc:sldMkLst>
        <pc:spChg chg="mod">
          <ac:chgData name="Margo Bonal" userId="18c9fa0f-b53d-478b-9dc0-6ad88786c19f" providerId="ADAL" clId="{93D479E5-F67F-4B8A-A78F-A0B574A116B6}" dt="2026-02-22T13:11:05.441" v="1915" actId="14100"/>
          <ac:spMkLst>
            <pc:docMk/>
            <pc:sldMk cId="169300139" sldId="271"/>
            <ac:spMk id="2" creationId="{EA4FDA8B-9365-0E30-6EC1-F948B642620B}"/>
          </ac:spMkLst>
        </pc:spChg>
        <pc:spChg chg="mod">
          <ac:chgData name="Margo Bonal" userId="18c9fa0f-b53d-478b-9dc0-6ad88786c19f" providerId="ADAL" clId="{93D479E5-F67F-4B8A-A78F-A0B574A116B6}" dt="2026-02-22T13:10:55.764" v="1912" actId="27636"/>
          <ac:spMkLst>
            <pc:docMk/>
            <pc:sldMk cId="169300139" sldId="271"/>
            <ac:spMk id="3" creationId="{ACEB9891-C788-8944-5568-FC81D66228D0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0" creationId="{A4E37431-20F0-4DD6-84A9-ED2B644943A2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2" creationId="{0AE98B72-66C6-4AB4-AF0D-BA830DE86393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4" creationId="{407EAFC6-733F-403D-BB4D-05A3A28742F1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6" creationId="{17A36730-4CB0-4F61-AD11-A44C9765833F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8" creationId="{C69C79E1-F916-4929-A4F3-DE763D4BFA57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20" creationId="{767334AB-16BD-4EC7-8C6B-4B5171600933}"/>
          </ac:spMkLst>
        </pc:spChg>
        <pc:picChg chg="add mod modCrop">
          <ac:chgData name="Margo Bonal" userId="18c9fa0f-b53d-478b-9dc0-6ad88786c19f" providerId="ADAL" clId="{93D479E5-F67F-4B8A-A78F-A0B574A116B6}" dt="2026-02-22T13:31:07.022" v="2184" actId="1076"/>
          <ac:picMkLst>
            <pc:docMk/>
            <pc:sldMk cId="169300139" sldId="271"/>
            <ac:picMk id="5" creationId="{04D50DDF-58B1-5FE3-AFCD-CFFF4E299495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30:13.643" v="2172" actId="14100"/>
        <pc:sldMkLst>
          <pc:docMk/>
          <pc:sldMk cId="1553250187" sldId="272"/>
        </pc:sldMkLst>
        <pc:spChg chg="mod">
          <ac:chgData name="Margo Bonal" userId="18c9fa0f-b53d-478b-9dc0-6ad88786c19f" providerId="ADAL" clId="{93D479E5-F67F-4B8A-A78F-A0B574A116B6}" dt="2026-02-22T13:14:13.018" v="2105" actId="26606"/>
          <ac:spMkLst>
            <pc:docMk/>
            <pc:sldMk cId="1553250187" sldId="272"/>
            <ac:spMk id="2" creationId="{BCFB2890-40BC-6F61-0FD1-79775DD8B802}"/>
          </ac:spMkLst>
        </pc:spChg>
        <pc:spChg chg="add del mod">
          <ac:chgData name="Margo Bonal" userId="18c9fa0f-b53d-478b-9dc0-6ad88786c19f" providerId="ADAL" clId="{93D479E5-F67F-4B8A-A78F-A0B574A116B6}" dt="2026-02-22T13:14:42.029" v="2133" actId="20577"/>
          <ac:spMkLst>
            <pc:docMk/>
            <pc:sldMk cId="1553250187" sldId="272"/>
            <ac:spMk id="3" creationId="{73107D4C-9470-CFCD-B4FE-5152142A64F6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0" creationId="{7B1AB9FE-36F5-4FD1-9850-DB5C5AD4828F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2" creationId="{F489C2E0-4895-4B72-85EA-7EE9FAFFDC7E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4" creationId="{84A8DE83-DE75-4B41-9DB4-A7EC0B0DEC0B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5" creationId="{A8384FB5-9ADC-4DDC-881B-597D56F5B15D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6" creationId="{A7009A0A-BEF5-4EAC-AF15-E4F9F002E239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7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2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4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6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8" creationId="{A7009A0A-BEF5-4EAC-AF15-E4F9F002E239}"/>
          </ac:spMkLst>
        </pc:spChg>
        <pc:picChg chg="add mod ord">
          <ac:chgData name="Margo Bonal" userId="18c9fa0f-b53d-478b-9dc0-6ad88786c19f" providerId="ADAL" clId="{93D479E5-F67F-4B8A-A78F-A0B574A116B6}" dt="2026-02-22T13:30:13.643" v="2172" actId="14100"/>
          <ac:picMkLst>
            <pc:docMk/>
            <pc:sldMk cId="1553250187" sldId="272"/>
            <ac:picMk id="5" creationId="{6C3C1071-9787-C6F9-4218-E3342B5ED70F}"/>
          </ac:picMkLst>
        </pc:picChg>
      </pc:sldChg>
      <pc:sldChg chg="addSp delSp modSp add mod">
        <pc:chgData name="Margo Bonal" userId="18c9fa0f-b53d-478b-9dc0-6ad88786c19f" providerId="ADAL" clId="{93D479E5-F67F-4B8A-A78F-A0B574A116B6}" dt="2026-02-22T13:15:45.664" v="2152" actId="1076"/>
        <pc:sldMkLst>
          <pc:docMk/>
          <pc:sldMk cId="3338242679" sldId="273"/>
        </pc:sldMkLst>
        <pc:spChg chg="mod">
          <ac:chgData name="Margo Bonal" userId="18c9fa0f-b53d-478b-9dc0-6ad88786c19f" providerId="ADAL" clId="{93D479E5-F67F-4B8A-A78F-A0B574A116B6}" dt="2026-02-22T13:14:57.545" v="2144" actId="20577"/>
          <ac:spMkLst>
            <pc:docMk/>
            <pc:sldMk cId="3338242679" sldId="273"/>
            <ac:spMk id="3" creationId="{C12646E0-2765-987C-E33B-C70E4F4125BD}"/>
          </ac:spMkLst>
        </pc:spChg>
        <pc:picChg chg="del">
          <ac:chgData name="Margo Bonal" userId="18c9fa0f-b53d-478b-9dc0-6ad88786c19f" providerId="ADAL" clId="{93D479E5-F67F-4B8A-A78F-A0B574A116B6}" dt="2026-02-22T13:15:00.144" v="2145" actId="478"/>
          <ac:picMkLst>
            <pc:docMk/>
            <pc:sldMk cId="3338242679" sldId="273"/>
            <ac:picMk id="5" creationId="{56CEC5B5-D6FC-EE99-6642-5E0795E4EC1F}"/>
          </ac:picMkLst>
        </pc:picChg>
        <pc:picChg chg="add mod">
          <ac:chgData name="Margo Bonal" userId="18c9fa0f-b53d-478b-9dc0-6ad88786c19f" providerId="ADAL" clId="{93D479E5-F67F-4B8A-A78F-A0B574A116B6}" dt="2026-02-22T13:15:45.664" v="2152" actId="1076"/>
          <ac:picMkLst>
            <pc:docMk/>
            <pc:sldMk cId="3338242679" sldId="273"/>
            <ac:picMk id="6" creationId="{81F3D153-CB3E-735A-D107-97D5A649C721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Implement Login required, can’t reroute to the dashboard manually 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Initial beta testing for first impressions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 dirty="0"/>
            <a:t>Continue Challenges and Teams Development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Implement Login required, can’t reroute to the dashboard manually 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Initial beta testing for first impressions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Continue Challenges and Teams Development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3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254404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Complete Friends feature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Display Clubs on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Storing Private Activity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Limit viewing activities on dashboard: User and Friend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All activities stored as public, not registering private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Profile Like and Activity Like crossover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Viewing Activities list too long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B4EC798-8386-CB36-1C33-949CA6568550}"/>
              </a:ext>
            </a:extLst>
          </p:cNvPr>
          <p:cNvSpPr txBox="1">
            <a:spLocks/>
          </p:cNvSpPr>
          <p:nvPr/>
        </p:nvSpPr>
        <p:spPr>
          <a:xfrm>
            <a:off x="5987006" y="2314461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Radio buttons were not ever connected on frontend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 New Database table for activity likes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Need more research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Limit Top 10 activities by sorting top newest dates entered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4FDA8B-9365-0E30-6EC1-F948B6426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891652"/>
            <a:ext cx="4412021" cy="1718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Additon of Email Field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B9891-C788-8944-5568-FC81D6622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7348" y="4552929"/>
            <a:ext cx="4425991" cy="2077985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Stores properly in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Ensures @pennwest.edu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Needs further development for password recovery</a:t>
            </a:r>
          </a:p>
          <a:p>
            <a:pPr algn="r"/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D50DDF-58B1-5FE3-AFCD-CFFF4E299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654"/>
          <a:stretch>
            <a:fillRect/>
          </a:stretch>
        </p:blipFill>
        <p:spPr>
          <a:xfrm>
            <a:off x="6376626" y="205820"/>
            <a:ext cx="4886845" cy="654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D03CEA-C103-137A-6541-3C7919AF0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59" r="-1" b="-1"/>
          <a:stretch>
            <a:fillRect/>
          </a:stretch>
        </p:blipFill>
        <p:spPr>
          <a:xfrm>
            <a:off x="4038610" y="7"/>
            <a:ext cx="4039673" cy="6875812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954DF-016C-D845-8992-C5BD91CB8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5100" y="2945176"/>
            <a:ext cx="4278390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dirty="0">
                <a:solidFill>
                  <a:srgbClr val="FFFFFF"/>
                </a:solidFill>
              </a:rPr>
              <a:t>Password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Requirements 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76D878-3A30-FB4D-7FBB-E2CAABFAC6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54" b="5013"/>
          <a:stretch>
            <a:fillRect/>
          </a:stretch>
        </p:blipFill>
        <p:spPr>
          <a:xfrm>
            <a:off x="8068007" y="-7"/>
            <a:ext cx="4123986" cy="687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5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05808F-7D44-6A85-D501-49B998EF5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Private  Activities Now Stored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70A30-2658-29DF-258E-C75A7497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4310"/>
            <a:ext cx="12191998" cy="52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309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8A9E05-3407-06AF-8E14-D1D555C8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Friend View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7F6FE6-43B8-3F8D-BF8E-18511233EC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92" t="-1557" r="692" b="1557"/>
          <a:stretch>
            <a:fillRect/>
          </a:stretch>
        </p:blipFill>
        <p:spPr>
          <a:xfrm>
            <a:off x="96889" y="1949914"/>
            <a:ext cx="11851515" cy="376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35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F0D26-C404-6E35-D4F7-10155F5D3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Clubs and Likes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1547A-003F-2DA0-1CB8-4E92D18977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97"/>
          <a:stretch>
            <a:fillRect/>
          </a:stretch>
        </p:blipFill>
        <p:spPr>
          <a:xfrm>
            <a:off x="-4" y="1574310"/>
            <a:ext cx="12192003" cy="52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486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FB2890-40BC-6F61-0FD1-79775DD8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07D4C-9470-CFCD-B4FE-5152142A6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Men’s Sports Teams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C1071-9787-C6F9-4218-E3342B5E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796"/>
            <a:ext cx="12191997" cy="5286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3AC05-75C4-DA89-70FB-10BAC497F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77B430E-4EC0-3EF7-CB25-D99C6A716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8F62DB-78E9-623C-AED3-6A22D1AB0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6D123AA-0793-BFC2-2B03-3321361CC5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E9994B-17B4-9B26-64FB-901CBB1B3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C28AE-E5BA-561A-064B-5D2A6DD0C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646E0-2765-987C-E33B-C70E4F412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Women</a:t>
            </a:r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’s Sports Teams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F3D153-CB3E-735A-D107-97D5A649C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" y="1289677"/>
            <a:ext cx="12192000" cy="56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242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16E27-F8DE-4890-5E82-8F53BF2DE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12ABA1B-63B4-AFF3-EDE0-4F5F35F89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7C6E87-D77B-6467-A8EB-31B904E56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6A6E7F-851D-810D-089C-E89A97A30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0C4BB-3224-565F-C43D-838C6F73B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13FBEE-3A5D-87B5-2716-8F20DEBE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Challenges Page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FFBE1D-3F8F-C509-C1DD-5AD22941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850" y="1574310"/>
            <a:ext cx="8240597" cy="511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720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7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5866303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247</Words>
  <Application>Microsoft Office PowerPoint</Application>
  <PresentationFormat>Widescreen</PresentationFormat>
  <Paragraphs>51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Additon of Email Field </vt:lpstr>
      <vt:lpstr>Password Requirements  </vt:lpstr>
      <vt:lpstr>Private  Activities Now Stored</vt:lpstr>
      <vt:lpstr>Friend View </vt:lpstr>
      <vt:lpstr>Clubs and Likes</vt:lpstr>
      <vt:lpstr>Teams Page </vt:lpstr>
      <vt:lpstr>Teams Page </vt:lpstr>
      <vt:lpstr>Challenges Page </vt:lpstr>
      <vt:lpstr>Week 7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Luke ruffing</cp:lastModifiedBy>
  <cp:revision>3</cp:revision>
  <dcterms:created xsi:type="dcterms:W3CDTF">2026-01-22T18:57:02Z</dcterms:created>
  <dcterms:modified xsi:type="dcterms:W3CDTF">2026-02-22T20:08:01Z</dcterms:modified>
</cp:coreProperties>
</file>