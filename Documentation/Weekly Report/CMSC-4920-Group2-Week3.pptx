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FAB98E-C1D7-48A3-88DA-BE1043F34BCE}" v="3" dt="2026-01-27T20:24:24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custSel addSld delSld modSld">
      <pc:chgData name="John Gerega" userId="bd3e1e46fb6a714b" providerId="LiveId" clId="{45F0C402-C550-4C82-B31D-5B32217A5E94}" dt="2026-01-27T20:25:57.296" v="191" actId="20577"/>
      <pc:docMkLst>
        <pc:docMk/>
      </pc:docMkLst>
      <pc:sldChg chg="del">
        <pc:chgData name="John Gerega" userId="bd3e1e46fb6a714b" providerId="LiveId" clId="{45F0C402-C550-4C82-B31D-5B32217A5E94}" dt="2026-01-27T20:22:44.684" v="2" actId="2696"/>
        <pc:sldMkLst>
          <pc:docMk/>
          <pc:sldMk cId="2765570390" sldId="256"/>
        </pc:sldMkLst>
      </pc:sldChg>
      <pc:sldChg chg="delSp add setBg delDesignElem">
        <pc:chgData name="John Gerega" userId="bd3e1e46fb6a714b" providerId="LiveId" clId="{45F0C402-C550-4C82-B31D-5B32217A5E94}" dt="2026-01-27T20:22:39.148" v="1"/>
        <pc:sldMkLst>
          <pc:docMk/>
          <pc:sldMk cId="1562194928" sldId="257"/>
        </pc:sldMkLst>
        <pc:spChg chg="del">
          <ac:chgData name="John Gerega" userId="bd3e1e46fb6a714b" providerId="LiveId" clId="{45F0C402-C550-4C82-B31D-5B32217A5E94}" dt="2026-01-27T20:22:39.148" v="1"/>
          <ac:spMkLst>
            <pc:docMk/>
            <pc:sldMk cId="1562194928" sldId="257"/>
            <ac:spMk id="20" creationId="{934F1179-B481-4F9E-BCA3-AFB972070F83}"/>
          </ac:spMkLst>
        </pc:spChg>
        <pc:spChg chg="del">
          <ac:chgData name="John Gerega" userId="bd3e1e46fb6a714b" providerId="LiveId" clId="{45F0C402-C550-4C82-B31D-5B32217A5E94}" dt="2026-01-27T20:22:39.148" v="1"/>
          <ac:spMkLst>
            <pc:docMk/>
            <pc:sldMk cId="1562194928" sldId="257"/>
            <ac:spMk id="21" creationId="{827DC2C4-B485-428A-BF4A-472D2967F47F}"/>
          </ac:spMkLst>
        </pc:spChg>
        <pc:spChg chg="del">
          <ac:chgData name="John Gerega" userId="bd3e1e46fb6a714b" providerId="LiveId" clId="{45F0C402-C550-4C82-B31D-5B32217A5E94}" dt="2026-01-27T20:22:39.148" v="1"/>
          <ac:spMkLst>
            <pc:docMk/>
            <pc:sldMk cId="1562194928" sldId="257"/>
            <ac:spMk id="22" creationId="{EE04B5EB-F158-4507-90DD-BD23620C7CC9}"/>
          </ac:spMkLst>
        </pc:spChg>
      </pc:sldChg>
      <pc:sldChg chg="new">
        <pc:chgData name="John Gerega" userId="bd3e1e46fb6a714b" providerId="LiveId" clId="{45F0C402-C550-4C82-B31D-5B32217A5E94}" dt="2026-01-27T20:23:22.199" v="3" actId="680"/>
        <pc:sldMkLst>
          <pc:docMk/>
          <pc:sldMk cId="1703198578" sldId="258"/>
        </pc:sldMkLst>
      </pc:sldChg>
      <pc:sldChg chg="modSp new mod">
        <pc:chgData name="John Gerega" userId="bd3e1e46fb6a714b" providerId="LiveId" clId="{45F0C402-C550-4C82-B31D-5B32217A5E94}" dt="2026-01-27T20:25:57.296" v="191" actId="20577"/>
        <pc:sldMkLst>
          <pc:docMk/>
          <pc:sldMk cId="2435356693" sldId="259"/>
        </pc:sldMkLst>
        <pc:spChg chg="mod">
          <ac:chgData name="John Gerega" userId="bd3e1e46fb6a714b" providerId="LiveId" clId="{45F0C402-C550-4C82-B31D-5B32217A5E94}" dt="2026-01-27T20:25:57.296" v="191" actId="20577"/>
          <ac:spMkLst>
            <pc:docMk/>
            <pc:sldMk cId="2435356693" sldId="259"/>
            <ac:spMk id="2" creationId="{2172E248-3762-72AF-84C6-BFDA36AB50B5}"/>
          </ac:spMkLst>
        </pc:spChg>
        <pc:spChg chg="mod">
          <ac:chgData name="John Gerega" userId="bd3e1e46fb6a714b" providerId="LiveId" clId="{45F0C402-C550-4C82-B31D-5B32217A5E94}" dt="2026-01-27T20:23:42.085" v="12" actId="20577"/>
          <ac:spMkLst>
            <pc:docMk/>
            <pc:sldMk cId="2435356693" sldId="259"/>
            <ac:spMk id="3" creationId="{3F052361-71C3-7374-0BA1-D62761A1F641}"/>
          </ac:spMkLst>
        </pc:spChg>
        <pc:spChg chg="mod">
          <ac:chgData name="John Gerega" userId="bd3e1e46fb6a714b" providerId="LiveId" clId="{45F0C402-C550-4C82-B31D-5B32217A5E94}" dt="2026-01-27T20:24:10.300" v="133" actId="20577"/>
          <ac:spMkLst>
            <pc:docMk/>
            <pc:sldMk cId="2435356693" sldId="259"/>
            <ac:spMk id="4" creationId="{0B5AC0B3-0563-6025-8B48-A729B5762A02}"/>
          </ac:spMkLst>
        </pc:spChg>
        <pc:spChg chg="mod">
          <ac:chgData name="John Gerega" userId="bd3e1e46fb6a714b" providerId="LiveId" clId="{45F0C402-C550-4C82-B31D-5B32217A5E94}" dt="2026-01-27T20:23:46.160" v="22" actId="20577"/>
          <ac:spMkLst>
            <pc:docMk/>
            <pc:sldMk cId="2435356693" sldId="259"/>
            <ac:spMk id="5" creationId="{09EA52E4-E40E-FCA0-39F5-A5177156EA09}"/>
          </ac:spMkLst>
        </pc:spChg>
        <pc:spChg chg="mod">
          <ac:chgData name="John Gerega" userId="bd3e1e46fb6a714b" providerId="LiveId" clId="{45F0C402-C550-4C82-B31D-5B32217A5E94}" dt="2026-01-27T20:24:50.420" v="172" actId="20577"/>
          <ac:spMkLst>
            <pc:docMk/>
            <pc:sldMk cId="2435356693" sldId="259"/>
            <ac:spMk id="6" creationId="{997BBA28-00C8-8F7A-94FF-B641506375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86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1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7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2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7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3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7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4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1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13DB78E-3C9A-457B-8BC6-E3BEE2B0AC0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CF773B1-F043-4B1C-8224-F7F42C9A6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9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E248-3762-72AF-84C6-BFDA36AB5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Progress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52361-71C3-7374-0BA1-D62761A1F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AC0B3-0563-6025-8B48-A729B5762A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Goal 1 – user-friendly activity page</a:t>
            </a:r>
          </a:p>
          <a:p>
            <a:r>
              <a:rPr lang="en-US" dirty="0"/>
              <a:t>Goal 2 – uploading activities into the database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A52E4-E40E-FCA0-39F5-A5177156E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BBA28-00C8-8F7A-94FF-B6415063757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Too many different fields per sport to hard-code the JavaScript to look for to pull data</a:t>
            </a:r>
          </a:p>
        </p:txBody>
      </p:sp>
    </p:spTree>
    <p:extLst>
      <p:ext uri="{BB962C8B-B14F-4D97-AF65-F5344CB8AC3E}">
        <p14:creationId xmlns:p14="http://schemas.microsoft.com/office/powerpoint/2010/main" val="243535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2B8C-4427-3F75-982C-5896926E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DA8A4-A147-28E8-440F-4D244C9A2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98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</TotalTime>
  <Words>51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Rockwell</vt:lpstr>
      <vt:lpstr>Rockwell Condensed</vt:lpstr>
      <vt:lpstr>Wingdings</vt:lpstr>
      <vt:lpstr>Wood Type</vt:lpstr>
      <vt:lpstr>Vulcan Activity Tracker</vt:lpstr>
      <vt:lpstr>Weekly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Gerega</dc:creator>
  <cp:lastModifiedBy>John Gerega</cp:lastModifiedBy>
  <cp:revision>1</cp:revision>
  <dcterms:created xsi:type="dcterms:W3CDTF">2026-01-27T20:21:46Z</dcterms:created>
  <dcterms:modified xsi:type="dcterms:W3CDTF">2026-01-27T20:25:58Z</dcterms:modified>
</cp:coreProperties>
</file>