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sldIdLst>
    <p:sldId id="256" r:id="rId2"/>
    <p:sldId id="258" r:id="rId3"/>
    <p:sldId id="260" r:id="rId4"/>
    <p:sldId id="259" r:id="rId5"/>
    <p:sldId id="265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B36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1" d="100"/>
          <a:sy n="61" d="100"/>
        </p:scale>
        <p:origin x="27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go Bonal" userId="18c9fa0f-b53d-478b-9dc0-6ad88786c19f" providerId="ADAL" clId="{93D479E5-F67F-4B8A-A78F-A0B574A116B6}"/>
    <pc:docChg chg="undo custSel modSld">
      <pc:chgData name="Margo Bonal" userId="18c9fa0f-b53d-478b-9dc0-6ad88786c19f" providerId="ADAL" clId="{93D479E5-F67F-4B8A-A78F-A0B574A116B6}" dt="2026-02-03T23:01:29.897" v="9" actId="14100"/>
      <pc:docMkLst>
        <pc:docMk/>
      </pc:docMkLst>
      <pc:sldChg chg="addSp delSp modSp mod setBg addAnim delAnim">
        <pc:chgData name="Margo Bonal" userId="18c9fa0f-b53d-478b-9dc0-6ad88786c19f" providerId="ADAL" clId="{93D479E5-F67F-4B8A-A78F-A0B574A116B6}" dt="2026-02-03T23:01:29.897" v="9" actId="14100"/>
        <pc:sldMkLst>
          <pc:docMk/>
          <pc:sldMk cId="1619079604" sldId="259"/>
        </pc:sldMkLst>
        <pc:spChg chg="mod">
          <ac:chgData name="Margo Bonal" userId="18c9fa0f-b53d-478b-9dc0-6ad88786c19f" providerId="ADAL" clId="{93D479E5-F67F-4B8A-A78F-A0B574A116B6}" dt="2026-02-03T23:01:21.843" v="7" actId="26606"/>
          <ac:spMkLst>
            <pc:docMk/>
            <pc:sldMk cId="1619079604" sldId="259"/>
            <ac:spMk id="2" creationId="{6AEF2B38-CEDA-4975-20B3-61F49EDAA71B}"/>
          </ac:spMkLst>
        </pc:spChg>
        <pc:picChg chg="add mod">
          <ac:chgData name="Margo Bonal" userId="18c9fa0f-b53d-478b-9dc0-6ad88786c19f" providerId="ADAL" clId="{93D479E5-F67F-4B8A-A78F-A0B574A116B6}" dt="2026-02-03T23:01:29.897" v="9" actId="14100"/>
          <ac:picMkLst>
            <pc:docMk/>
            <pc:sldMk cId="1619079604" sldId="259"/>
            <ac:picMk id="6" creationId="{6D225721-0D4B-0F5E-1772-DBEBF94E117B}"/>
          </ac:picMkLst>
        </pc:picChg>
      </pc:sldChg>
    </pc:docChg>
  </pc:docChgLst>
  <pc:docChgLst>
    <pc:chgData name="Luke ruffing" userId="c83d55373a9d0f60" providerId="LiveId" clId="{7F051426-1AF3-4D06-899D-16659997B519}"/>
    <pc:docChg chg="custSel modSld">
      <pc:chgData name="Luke ruffing" userId="c83d55373a9d0f60" providerId="LiveId" clId="{7F051426-1AF3-4D06-899D-16659997B519}" dt="2026-02-06T23:17:14.450" v="45" actId="5793"/>
      <pc:docMkLst>
        <pc:docMk/>
      </pc:docMkLst>
      <pc:sldChg chg="modSp mod">
        <pc:chgData name="Luke ruffing" userId="c83d55373a9d0f60" providerId="LiveId" clId="{7F051426-1AF3-4D06-899D-16659997B519}" dt="2026-02-06T23:17:14.450" v="45" actId="5793"/>
        <pc:sldMkLst>
          <pc:docMk/>
          <pc:sldMk cId="15834778" sldId="258"/>
        </pc:sldMkLst>
        <pc:spChg chg="mod">
          <ac:chgData name="Luke ruffing" userId="c83d55373a9d0f60" providerId="LiveId" clId="{7F051426-1AF3-4D06-899D-16659997B519}" dt="2026-02-06T23:17:14.450" v="45" actId="5793"/>
          <ac:spMkLst>
            <pc:docMk/>
            <pc:sldMk cId="15834778" sldId="258"/>
            <ac:spMk id="6" creationId="{F191227A-06C8-D8A3-0CAF-897814B3001C}"/>
          </ac:spMkLst>
        </pc:spChg>
      </pc:sldChg>
    </pc:docChg>
  </pc:docChgLst>
  <pc:docChgLst>
    <pc:chgData name="John Gerega" userId="bd3e1e46fb6a714b" providerId="LiveId" clId="{45F0C402-C550-4C82-B31D-5B32217A5E94}"/>
    <pc:docChg chg="custSel addSld modSld addMainMaster delMainMaster">
      <pc:chgData name="John Gerega" userId="bd3e1e46fb6a714b" providerId="LiveId" clId="{45F0C402-C550-4C82-B31D-5B32217A5E94}" dt="2026-02-07T17:26:54.361" v="699" actId="20577"/>
      <pc:docMkLst>
        <pc:docMk/>
      </pc:docMkLst>
      <pc:sldChg chg="addSp modSp mod setBg modClrScheme addAnim setClrOvrMap chgLayout">
        <pc:chgData name="John Gerega" userId="bd3e1e46fb6a714b" providerId="LiveId" clId="{45F0C402-C550-4C82-B31D-5B32217A5E94}" dt="2026-02-02T20:35:33.043" v="127" actId="20577"/>
        <pc:sldMkLst>
          <pc:docMk/>
          <pc:sldMk cId="4082599719" sldId="256"/>
        </pc:sldMkLst>
        <pc:spChg chg="mod">
          <ac:chgData name="John Gerega" userId="bd3e1e46fb6a714b" providerId="LiveId" clId="{45F0C402-C550-4C82-B31D-5B32217A5E94}" dt="2026-02-02T20:33:55.195" v="25" actId="26606"/>
          <ac:spMkLst>
            <pc:docMk/>
            <pc:sldMk cId="4082599719" sldId="256"/>
            <ac:spMk id="2" creationId="{1DCB08A9-9D49-7FE1-6F2A-E39642A502B2}"/>
          </ac:spMkLst>
        </pc:spChg>
        <pc:spChg chg="mod">
          <ac:chgData name="John Gerega" userId="bd3e1e46fb6a714b" providerId="LiveId" clId="{45F0C402-C550-4C82-B31D-5B32217A5E94}" dt="2026-02-02T20:35:33.043" v="127" actId="20577"/>
          <ac:spMkLst>
            <pc:docMk/>
            <pc:sldMk cId="4082599719" sldId="256"/>
            <ac:spMk id="3" creationId="{3FCEC20E-E2EC-8210-59DB-3F89C20EC0D0}"/>
          </ac:spMkLst>
        </pc:spChg>
        <pc:spChg chg="add">
          <ac:chgData name="John Gerega" userId="bd3e1e46fb6a714b" providerId="LiveId" clId="{45F0C402-C550-4C82-B31D-5B32217A5E94}" dt="2026-02-02T20:33:55.195" v="25" actId="26606"/>
          <ac:spMkLst>
            <pc:docMk/>
            <pc:sldMk cId="4082599719" sldId="256"/>
            <ac:spMk id="9" creationId="{B7E2F724-2FB3-4D1D-A730-739B8654C030}"/>
          </ac:spMkLst>
        </pc:spChg>
        <pc:spChg chg="add">
          <ac:chgData name="John Gerega" userId="bd3e1e46fb6a714b" providerId="LiveId" clId="{45F0C402-C550-4C82-B31D-5B32217A5E94}" dt="2026-02-02T20:33:55.195" v="25" actId="26606"/>
          <ac:spMkLst>
            <pc:docMk/>
            <pc:sldMk cId="4082599719" sldId="256"/>
            <ac:spMk id="11" creationId="{B2C335F7-F61C-4EB4-80F2-4B1438FE66BB}"/>
          </ac:spMkLst>
        </pc:spChg>
        <pc:picChg chg="add">
          <ac:chgData name="John Gerega" userId="bd3e1e46fb6a714b" providerId="LiveId" clId="{45F0C402-C550-4C82-B31D-5B32217A5E94}" dt="2026-02-02T20:33:55.195" v="25" actId="26606"/>
          <ac:picMkLst>
            <pc:docMk/>
            <pc:sldMk cId="4082599719" sldId="256"/>
            <ac:picMk id="4" creationId="{88A7FD75-C4AD-D30D-B94B-BD1AB1F578FB}"/>
          </ac:picMkLst>
        </pc:picChg>
      </pc:sldChg>
      <pc:sldChg chg="modSp new mod">
        <pc:chgData name="John Gerega" userId="bd3e1e46fb6a714b" providerId="LiveId" clId="{45F0C402-C550-4C82-B31D-5B32217A5E94}" dt="2026-02-02T20:38:25.089" v="584" actId="20577"/>
        <pc:sldMkLst>
          <pc:docMk/>
          <pc:sldMk cId="3757417550" sldId="257"/>
        </pc:sldMkLst>
        <pc:spChg chg="mod">
          <ac:chgData name="John Gerega" userId="bd3e1e46fb6a714b" providerId="LiveId" clId="{45F0C402-C550-4C82-B31D-5B32217A5E94}" dt="2026-02-02T20:37:56.056" v="445" actId="20577"/>
          <ac:spMkLst>
            <pc:docMk/>
            <pc:sldMk cId="3757417550" sldId="257"/>
            <ac:spMk id="2" creationId="{E7842A09-2E5C-19A8-AA60-5E9E7A570868}"/>
          </ac:spMkLst>
        </pc:spChg>
        <pc:spChg chg="mod">
          <ac:chgData name="John Gerega" userId="bd3e1e46fb6a714b" providerId="LiveId" clId="{45F0C402-C550-4C82-B31D-5B32217A5E94}" dt="2026-02-02T20:38:25.089" v="584" actId="20577"/>
          <ac:spMkLst>
            <pc:docMk/>
            <pc:sldMk cId="3757417550" sldId="257"/>
            <ac:spMk id="3" creationId="{66010F8E-0D09-78CB-9B21-BE691E563911}"/>
          </ac:spMkLst>
        </pc:spChg>
      </pc:sldChg>
      <pc:sldChg chg="modSp new mod">
        <pc:chgData name="John Gerega" userId="bd3e1e46fb6a714b" providerId="LiveId" clId="{45F0C402-C550-4C82-B31D-5B32217A5E94}" dt="2026-02-07T17:26:54.361" v="699" actId="20577"/>
        <pc:sldMkLst>
          <pc:docMk/>
          <pc:sldMk cId="15834778" sldId="258"/>
        </pc:sldMkLst>
        <pc:spChg chg="mod">
          <ac:chgData name="John Gerega" userId="bd3e1e46fb6a714b" providerId="LiveId" clId="{45F0C402-C550-4C82-B31D-5B32217A5E94}" dt="2026-02-02T20:35:58.107" v="152" actId="20577"/>
          <ac:spMkLst>
            <pc:docMk/>
            <pc:sldMk cId="15834778" sldId="258"/>
            <ac:spMk id="2" creationId="{35C0BA1F-8652-616C-B849-958E03EB7225}"/>
          </ac:spMkLst>
        </pc:spChg>
        <pc:spChg chg="mod">
          <ac:chgData name="John Gerega" userId="bd3e1e46fb6a714b" providerId="LiveId" clId="{45F0C402-C550-4C82-B31D-5B32217A5E94}" dt="2026-02-02T20:36:03.278" v="157" actId="20577"/>
          <ac:spMkLst>
            <pc:docMk/>
            <pc:sldMk cId="15834778" sldId="258"/>
            <ac:spMk id="3" creationId="{431AAD74-EB12-B48B-A428-3AE3FFD4726C}"/>
          </ac:spMkLst>
        </pc:spChg>
        <pc:spChg chg="mod">
          <ac:chgData name="John Gerega" userId="bd3e1e46fb6a714b" providerId="LiveId" clId="{45F0C402-C550-4C82-B31D-5B32217A5E94}" dt="2026-02-02T20:37:22.058" v="426" actId="20577"/>
          <ac:spMkLst>
            <pc:docMk/>
            <pc:sldMk cId="15834778" sldId="258"/>
            <ac:spMk id="4" creationId="{E561C6AA-9902-DF8F-9362-2CB01093FE3C}"/>
          </ac:spMkLst>
        </pc:spChg>
        <pc:spChg chg="mod">
          <ac:chgData name="John Gerega" userId="bd3e1e46fb6a714b" providerId="LiveId" clId="{45F0C402-C550-4C82-B31D-5B32217A5E94}" dt="2026-02-02T20:37:34.476" v="436" actId="20577"/>
          <ac:spMkLst>
            <pc:docMk/>
            <pc:sldMk cId="15834778" sldId="258"/>
            <ac:spMk id="5" creationId="{7B8A2A8B-28C1-02AA-9C1B-1B1315480A28}"/>
          </ac:spMkLst>
        </pc:spChg>
        <pc:spChg chg="mod">
          <ac:chgData name="John Gerega" userId="bd3e1e46fb6a714b" providerId="LiveId" clId="{45F0C402-C550-4C82-B31D-5B32217A5E94}" dt="2026-02-07T17:26:54.361" v="699" actId="20577"/>
          <ac:spMkLst>
            <pc:docMk/>
            <pc:sldMk cId="15834778" sldId="258"/>
            <ac:spMk id="6" creationId="{F191227A-06C8-D8A3-0CAF-897814B3001C}"/>
          </ac:spMkLst>
        </pc:spChg>
      </pc:sldChg>
      <pc:sldChg chg="modSp new mod">
        <pc:chgData name="John Gerega" userId="bd3e1e46fb6a714b" providerId="LiveId" clId="{45F0C402-C550-4C82-B31D-5B32217A5E94}" dt="2026-02-02T20:40:18.617" v="618" actId="20577"/>
        <pc:sldMkLst>
          <pc:docMk/>
          <pc:sldMk cId="1619079604" sldId="259"/>
        </pc:sldMkLst>
        <pc:spChg chg="mod">
          <ac:chgData name="John Gerega" userId="bd3e1e46fb6a714b" providerId="LiveId" clId="{45F0C402-C550-4C82-B31D-5B32217A5E94}" dt="2026-02-02T20:40:18.617" v="618" actId="20577"/>
          <ac:spMkLst>
            <pc:docMk/>
            <pc:sldMk cId="1619079604" sldId="259"/>
            <ac:spMk id="2" creationId="{6AEF2B38-CEDA-4975-20B3-61F49EDAA71B}"/>
          </ac:spMkLst>
        </pc:spChg>
      </pc:sldChg>
      <pc:sldMasterChg chg="add addSldLayout">
        <pc:chgData name="John Gerega" userId="bd3e1e46fb6a714b" providerId="LiveId" clId="{45F0C402-C550-4C82-B31D-5B32217A5E94}" dt="2026-02-02T20:33:55.195" v="25" actId="26606"/>
        <pc:sldMasterMkLst>
          <pc:docMk/>
          <pc:sldMasterMk cId="2277188416" sldId="2147483686"/>
        </pc:sldMasterMkLst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3320327472" sldId="2147483675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1877383696" sldId="2147483676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2196479191" sldId="2147483677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3346899338" sldId="2147483678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2346954145" sldId="2147483679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1161231552" sldId="2147483680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430509238" sldId="2147483681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1144109887" sldId="2147483682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1488737144" sldId="2147483683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2356902003" sldId="2147483684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3783778473" sldId="2147483685"/>
          </pc:sldLayoutMkLst>
        </pc:sldLayoutChg>
      </pc:sldMaster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C883F58-09E0-4E70-98D4-32C537E6F358}" type="doc">
      <dgm:prSet loTypeId="urn:microsoft.com/office/officeart/2008/layout/LinedList" loCatId="list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C65EF1A1-4987-4440-88B2-2E7916CF0BC5}">
      <dgm:prSet/>
      <dgm:spPr/>
      <dgm:t>
        <a:bodyPr/>
        <a:lstStyle/>
        <a:p>
          <a:r>
            <a:rPr lang="en-US" dirty="0"/>
            <a:t>Work on Clubs Page</a:t>
          </a:r>
        </a:p>
      </dgm:t>
    </dgm:pt>
    <dgm:pt modelId="{DD7D6ECE-FF12-4EA8-A8E4-5F2EAA2892FB}" type="parTrans" cxnId="{35FCEE86-B5FE-47DA-87C2-D0F72527B7F6}">
      <dgm:prSet/>
      <dgm:spPr/>
      <dgm:t>
        <a:bodyPr/>
        <a:lstStyle/>
        <a:p>
          <a:endParaRPr lang="en-US"/>
        </a:p>
      </dgm:t>
    </dgm:pt>
    <dgm:pt modelId="{FCF3654C-E3BD-47D0-A0CA-9FC07C5BE1B5}" type="sibTrans" cxnId="{35FCEE86-B5FE-47DA-87C2-D0F72527B7F6}">
      <dgm:prSet/>
      <dgm:spPr/>
      <dgm:t>
        <a:bodyPr/>
        <a:lstStyle/>
        <a:p>
          <a:endParaRPr lang="en-US"/>
        </a:p>
      </dgm:t>
    </dgm:pt>
    <dgm:pt modelId="{9DC6CDF4-2BCB-4D5A-A2F7-9F8ECB80A928}">
      <dgm:prSet/>
      <dgm:spPr/>
      <dgm:t>
        <a:bodyPr/>
        <a:lstStyle/>
        <a:p>
          <a:r>
            <a:rPr lang="en-US" dirty="0"/>
            <a:t>Work on Leaderboard Page</a:t>
          </a:r>
        </a:p>
      </dgm:t>
    </dgm:pt>
    <dgm:pt modelId="{7C9BC6AB-481B-4ADC-BE3C-005DE147CD6E}" type="parTrans" cxnId="{078A1CDD-EFC7-4264-AE23-9CD8AA11F804}">
      <dgm:prSet/>
      <dgm:spPr/>
      <dgm:t>
        <a:bodyPr/>
        <a:lstStyle/>
        <a:p>
          <a:endParaRPr lang="en-US"/>
        </a:p>
      </dgm:t>
    </dgm:pt>
    <dgm:pt modelId="{4D855D76-FE7B-46C2-B885-4E579779B739}" type="sibTrans" cxnId="{078A1CDD-EFC7-4264-AE23-9CD8AA11F804}">
      <dgm:prSet/>
      <dgm:spPr/>
      <dgm:t>
        <a:bodyPr/>
        <a:lstStyle/>
        <a:p>
          <a:endParaRPr lang="en-US"/>
        </a:p>
      </dgm:t>
    </dgm:pt>
    <dgm:pt modelId="{13EAF17F-E179-489C-8C7B-820079082AE2}">
      <dgm:prSet/>
      <dgm:spPr/>
      <dgm:t>
        <a:bodyPr/>
        <a:lstStyle/>
        <a:p>
          <a:r>
            <a:rPr lang="en-US"/>
            <a:t>Intial development of Challenges</a:t>
          </a:r>
          <a:endParaRPr lang="en-US" dirty="0"/>
        </a:p>
      </dgm:t>
    </dgm:pt>
    <dgm:pt modelId="{B050925C-E8AC-4D1D-860E-344C9EB5F256}" type="parTrans" cxnId="{B53DCEE8-CAED-4225-9FF2-A809EE91ED5F}">
      <dgm:prSet/>
      <dgm:spPr/>
      <dgm:t>
        <a:bodyPr/>
        <a:lstStyle/>
        <a:p>
          <a:endParaRPr lang="en-US"/>
        </a:p>
      </dgm:t>
    </dgm:pt>
    <dgm:pt modelId="{4183C5E8-3F30-4046-82CD-C224611F81B6}" type="sibTrans" cxnId="{B53DCEE8-CAED-4225-9FF2-A809EE91ED5F}">
      <dgm:prSet/>
      <dgm:spPr/>
      <dgm:t>
        <a:bodyPr/>
        <a:lstStyle/>
        <a:p>
          <a:endParaRPr lang="en-US"/>
        </a:p>
      </dgm:t>
    </dgm:pt>
    <dgm:pt modelId="{5274ACC2-5CD8-421B-B400-65F9017F93A3}">
      <dgm:prSet/>
      <dgm:spPr/>
      <dgm:t>
        <a:bodyPr/>
        <a:lstStyle/>
        <a:p>
          <a:r>
            <a:rPr lang="en-US"/>
            <a:t>Intial development of Friends Feature</a:t>
          </a:r>
          <a:endParaRPr lang="en-US" dirty="0"/>
        </a:p>
      </dgm:t>
    </dgm:pt>
    <dgm:pt modelId="{35FD7264-5B0C-4BA4-B912-CD59D4303F58}" type="parTrans" cxnId="{3E97607E-8CD9-4BBF-B41C-1200A4631164}">
      <dgm:prSet/>
      <dgm:spPr/>
      <dgm:t>
        <a:bodyPr/>
        <a:lstStyle/>
        <a:p>
          <a:endParaRPr lang="en-US"/>
        </a:p>
      </dgm:t>
    </dgm:pt>
    <dgm:pt modelId="{C83F91CA-13DB-4089-858E-E3D4B37DB32B}" type="sibTrans" cxnId="{3E97607E-8CD9-4BBF-B41C-1200A4631164}">
      <dgm:prSet/>
      <dgm:spPr/>
      <dgm:t>
        <a:bodyPr/>
        <a:lstStyle/>
        <a:p>
          <a:endParaRPr lang="en-US"/>
        </a:p>
      </dgm:t>
    </dgm:pt>
    <dgm:pt modelId="{48BAD3F8-3D98-41DC-8713-8A46947D54BF}" type="pres">
      <dgm:prSet presAssocID="{7C883F58-09E0-4E70-98D4-32C537E6F358}" presName="vert0" presStyleCnt="0">
        <dgm:presLayoutVars>
          <dgm:dir/>
          <dgm:animOne val="branch"/>
          <dgm:animLvl val="lvl"/>
        </dgm:presLayoutVars>
      </dgm:prSet>
      <dgm:spPr/>
    </dgm:pt>
    <dgm:pt modelId="{4BFEBB5B-53AD-4478-991A-3FA771EB7BA5}" type="pres">
      <dgm:prSet presAssocID="{C65EF1A1-4987-4440-88B2-2E7916CF0BC5}" presName="thickLine" presStyleLbl="alignNode1" presStyleIdx="0" presStyleCnt="4"/>
      <dgm:spPr/>
    </dgm:pt>
    <dgm:pt modelId="{1A0411B5-B465-4AB9-97B9-4D9A6BEC09B9}" type="pres">
      <dgm:prSet presAssocID="{C65EF1A1-4987-4440-88B2-2E7916CF0BC5}" presName="horz1" presStyleCnt="0"/>
      <dgm:spPr/>
    </dgm:pt>
    <dgm:pt modelId="{01D886A0-9B83-4FFA-AD54-3FE483549AF7}" type="pres">
      <dgm:prSet presAssocID="{C65EF1A1-4987-4440-88B2-2E7916CF0BC5}" presName="tx1" presStyleLbl="revTx" presStyleIdx="0" presStyleCnt="4"/>
      <dgm:spPr/>
    </dgm:pt>
    <dgm:pt modelId="{562E2210-AF74-4FC6-B64F-D45990827F55}" type="pres">
      <dgm:prSet presAssocID="{C65EF1A1-4987-4440-88B2-2E7916CF0BC5}" presName="vert1" presStyleCnt="0"/>
      <dgm:spPr/>
    </dgm:pt>
    <dgm:pt modelId="{730406B4-A603-4EDF-8D44-FBADCF3F62D3}" type="pres">
      <dgm:prSet presAssocID="{9DC6CDF4-2BCB-4D5A-A2F7-9F8ECB80A928}" presName="thickLine" presStyleLbl="alignNode1" presStyleIdx="1" presStyleCnt="4"/>
      <dgm:spPr/>
    </dgm:pt>
    <dgm:pt modelId="{3E1F02FD-3DB4-4770-ACF7-431781932B69}" type="pres">
      <dgm:prSet presAssocID="{9DC6CDF4-2BCB-4D5A-A2F7-9F8ECB80A928}" presName="horz1" presStyleCnt="0"/>
      <dgm:spPr/>
    </dgm:pt>
    <dgm:pt modelId="{3B18C8AD-A823-481E-A63F-94893DB99A00}" type="pres">
      <dgm:prSet presAssocID="{9DC6CDF4-2BCB-4D5A-A2F7-9F8ECB80A928}" presName="tx1" presStyleLbl="revTx" presStyleIdx="1" presStyleCnt="4"/>
      <dgm:spPr/>
    </dgm:pt>
    <dgm:pt modelId="{1B484A30-A1D7-47B4-B8C0-603EE63B9738}" type="pres">
      <dgm:prSet presAssocID="{9DC6CDF4-2BCB-4D5A-A2F7-9F8ECB80A928}" presName="vert1" presStyleCnt="0"/>
      <dgm:spPr/>
    </dgm:pt>
    <dgm:pt modelId="{9A7B83FB-97A4-4565-8FA1-2C9186B906F8}" type="pres">
      <dgm:prSet presAssocID="{13EAF17F-E179-489C-8C7B-820079082AE2}" presName="thickLine" presStyleLbl="alignNode1" presStyleIdx="2" presStyleCnt="4"/>
      <dgm:spPr/>
    </dgm:pt>
    <dgm:pt modelId="{BF77AE80-6093-41E0-BC6E-476FB4D0EAAE}" type="pres">
      <dgm:prSet presAssocID="{13EAF17F-E179-489C-8C7B-820079082AE2}" presName="horz1" presStyleCnt="0"/>
      <dgm:spPr/>
    </dgm:pt>
    <dgm:pt modelId="{FCC6C5BC-1AE5-4704-829B-43333914BEAD}" type="pres">
      <dgm:prSet presAssocID="{13EAF17F-E179-489C-8C7B-820079082AE2}" presName="tx1" presStyleLbl="revTx" presStyleIdx="2" presStyleCnt="4"/>
      <dgm:spPr/>
    </dgm:pt>
    <dgm:pt modelId="{B5E87857-05BA-42EA-8D26-C32799986ACE}" type="pres">
      <dgm:prSet presAssocID="{13EAF17F-E179-489C-8C7B-820079082AE2}" presName="vert1" presStyleCnt="0"/>
      <dgm:spPr/>
    </dgm:pt>
    <dgm:pt modelId="{B5803361-3774-416B-9BD3-768648C81E80}" type="pres">
      <dgm:prSet presAssocID="{5274ACC2-5CD8-421B-B400-65F9017F93A3}" presName="thickLine" presStyleLbl="alignNode1" presStyleIdx="3" presStyleCnt="4"/>
      <dgm:spPr/>
    </dgm:pt>
    <dgm:pt modelId="{434B6525-3F44-4211-89B3-E6B4ACD3E5B4}" type="pres">
      <dgm:prSet presAssocID="{5274ACC2-5CD8-421B-B400-65F9017F93A3}" presName="horz1" presStyleCnt="0"/>
      <dgm:spPr/>
    </dgm:pt>
    <dgm:pt modelId="{ECAE5BE4-5262-440E-B5E2-072412CC2B98}" type="pres">
      <dgm:prSet presAssocID="{5274ACC2-5CD8-421B-B400-65F9017F93A3}" presName="tx1" presStyleLbl="revTx" presStyleIdx="3" presStyleCnt="4"/>
      <dgm:spPr/>
    </dgm:pt>
    <dgm:pt modelId="{115C9F39-49A3-402E-80D3-9D382A2550DB}" type="pres">
      <dgm:prSet presAssocID="{5274ACC2-5CD8-421B-B400-65F9017F93A3}" presName="vert1" presStyleCnt="0"/>
      <dgm:spPr/>
    </dgm:pt>
  </dgm:ptLst>
  <dgm:cxnLst>
    <dgm:cxn modelId="{F8FDD45E-D9C6-4172-9AAE-BBF6200D555D}" type="presOf" srcId="{C65EF1A1-4987-4440-88B2-2E7916CF0BC5}" destId="{01D886A0-9B83-4FFA-AD54-3FE483549AF7}" srcOrd="0" destOrd="0" presId="urn:microsoft.com/office/officeart/2008/layout/LinedList"/>
    <dgm:cxn modelId="{3E97607E-8CD9-4BBF-B41C-1200A4631164}" srcId="{7C883F58-09E0-4E70-98D4-32C537E6F358}" destId="{5274ACC2-5CD8-421B-B400-65F9017F93A3}" srcOrd="3" destOrd="0" parTransId="{35FD7264-5B0C-4BA4-B912-CD59D4303F58}" sibTransId="{C83F91CA-13DB-4089-858E-E3D4B37DB32B}"/>
    <dgm:cxn modelId="{35FCEE86-B5FE-47DA-87C2-D0F72527B7F6}" srcId="{7C883F58-09E0-4E70-98D4-32C537E6F358}" destId="{C65EF1A1-4987-4440-88B2-2E7916CF0BC5}" srcOrd="0" destOrd="0" parTransId="{DD7D6ECE-FF12-4EA8-A8E4-5F2EAA2892FB}" sibTransId="{FCF3654C-E3BD-47D0-A0CA-9FC07C5BE1B5}"/>
    <dgm:cxn modelId="{C299E793-073D-44B4-8498-13EB8593D9B1}" type="presOf" srcId="{7C883F58-09E0-4E70-98D4-32C537E6F358}" destId="{48BAD3F8-3D98-41DC-8713-8A46947D54BF}" srcOrd="0" destOrd="0" presId="urn:microsoft.com/office/officeart/2008/layout/LinedList"/>
    <dgm:cxn modelId="{E214169E-4BD6-4213-A9B2-227677082659}" type="presOf" srcId="{13EAF17F-E179-489C-8C7B-820079082AE2}" destId="{FCC6C5BC-1AE5-4704-829B-43333914BEAD}" srcOrd="0" destOrd="0" presId="urn:microsoft.com/office/officeart/2008/layout/LinedList"/>
    <dgm:cxn modelId="{E67B43D9-4409-44FE-9C78-B68DF009AFD5}" type="presOf" srcId="{9DC6CDF4-2BCB-4D5A-A2F7-9F8ECB80A928}" destId="{3B18C8AD-A823-481E-A63F-94893DB99A00}" srcOrd="0" destOrd="0" presId="urn:microsoft.com/office/officeart/2008/layout/LinedList"/>
    <dgm:cxn modelId="{078A1CDD-EFC7-4264-AE23-9CD8AA11F804}" srcId="{7C883F58-09E0-4E70-98D4-32C537E6F358}" destId="{9DC6CDF4-2BCB-4D5A-A2F7-9F8ECB80A928}" srcOrd="1" destOrd="0" parTransId="{7C9BC6AB-481B-4ADC-BE3C-005DE147CD6E}" sibTransId="{4D855D76-FE7B-46C2-B885-4E579779B739}"/>
    <dgm:cxn modelId="{B53DCEE8-CAED-4225-9FF2-A809EE91ED5F}" srcId="{7C883F58-09E0-4E70-98D4-32C537E6F358}" destId="{13EAF17F-E179-489C-8C7B-820079082AE2}" srcOrd="2" destOrd="0" parTransId="{B050925C-E8AC-4D1D-860E-344C9EB5F256}" sibTransId="{4183C5E8-3F30-4046-82CD-C224611F81B6}"/>
    <dgm:cxn modelId="{F93611FF-0856-49BB-B16B-938E0202CB97}" type="presOf" srcId="{5274ACC2-5CD8-421B-B400-65F9017F93A3}" destId="{ECAE5BE4-5262-440E-B5E2-072412CC2B98}" srcOrd="0" destOrd="0" presId="urn:microsoft.com/office/officeart/2008/layout/LinedList"/>
    <dgm:cxn modelId="{732784C8-AEAF-4D77-994A-822739813FCA}" type="presParOf" srcId="{48BAD3F8-3D98-41DC-8713-8A46947D54BF}" destId="{4BFEBB5B-53AD-4478-991A-3FA771EB7BA5}" srcOrd="0" destOrd="0" presId="urn:microsoft.com/office/officeart/2008/layout/LinedList"/>
    <dgm:cxn modelId="{973AFD39-3A9E-4951-90E9-EA9E51832CD6}" type="presParOf" srcId="{48BAD3F8-3D98-41DC-8713-8A46947D54BF}" destId="{1A0411B5-B465-4AB9-97B9-4D9A6BEC09B9}" srcOrd="1" destOrd="0" presId="urn:microsoft.com/office/officeart/2008/layout/LinedList"/>
    <dgm:cxn modelId="{21A6F230-A10F-4619-A409-3D7A314987BB}" type="presParOf" srcId="{1A0411B5-B465-4AB9-97B9-4D9A6BEC09B9}" destId="{01D886A0-9B83-4FFA-AD54-3FE483549AF7}" srcOrd="0" destOrd="0" presId="urn:microsoft.com/office/officeart/2008/layout/LinedList"/>
    <dgm:cxn modelId="{A797D92F-E08F-45E9-B472-1B75991F6457}" type="presParOf" srcId="{1A0411B5-B465-4AB9-97B9-4D9A6BEC09B9}" destId="{562E2210-AF74-4FC6-B64F-D45990827F55}" srcOrd="1" destOrd="0" presId="urn:microsoft.com/office/officeart/2008/layout/LinedList"/>
    <dgm:cxn modelId="{2EE15FA7-5E51-448D-B45E-D4A4504AC17E}" type="presParOf" srcId="{48BAD3F8-3D98-41DC-8713-8A46947D54BF}" destId="{730406B4-A603-4EDF-8D44-FBADCF3F62D3}" srcOrd="2" destOrd="0" presId="urn:microsoft.com/office/officeart/2008/layout/LinedList"/>
    <dgm:cxn modelId="{D36E3DE0-2FEC-4B73-8F21-95AB3B9466CD}" type="presParOf" srcId="{48BAD3F8-3D98-41DC-8713-8A46947D54BF}" destId="{3E1F02FD-3DB4-4770-ACF7-431781932B69}" srcOrd="3" destOrd="0" presId="urn:microsoft.com/office/officeart/2008/layout/LinedList"/>
    <dgm:cxn modelId="{985145F4-7DDE-437B-971E-378327DD3B78}" type="presParOf" srcId="{3E1F02FD-3DB4-4770-ACF7-431781932B69}" destId="{3B18C8AD-A823-481E-A63F-94893DB99A00}" srcOrd="0" destOrd="0" presId="urn:microsoft.com/office/officeart/2008/layout/LinedList"/>
    <dgm:cxn modelId="{28C8C85D-5373-4E89-9264-718D0FB4C8BD}" type="presParOf" srcId="{3E1F02FD-3DB4-4770-ACF7-431781932B69}" destId="{1B484A30-A1D7-47B4-B8C0-603EE63B9738}" srcOrd="1" destOrd="0" presId="urn:microsoft.com/office/officeart/2008/layout/LinedList"/>
    <dgm:cxn modelId="{3EB95009-C1F3-45EE-A554-4F3B0969F09D}" type="presParOf" srcId="{48BAD3F8-3D98-41DC-8713-8A46947D54BF}" destId="{9A7B83FB-97A4-4565-8FA1-2C9186B906F8}" srcOrd="4" destOrd="0" presId="urn:microsoft.com/office/officeart/2008/layout/LinedList"/>
    <dgm:cxn modelId="{48D87936-EAFF-49B3-AF1A-517C8C9D0AD5}" type="presParOf" srcId="{48BAD3F8-3D98-41DC-8713-8A46947D54BF}" destId="{BF77AE80-6093-41E0-BC6E-476FB4D0EAAE}" srcOrd="5" destOrd="0" presId="urn:microsoft.com/office/officeart/2008/layout/LinedList"/>
    <dgm:cxn modelId="{215F96EC-D7ED-4661-A0C5-0374593369B6}" type="presParOf" srcId="{BF77AE80-6093-41E0-BC6E-476FB4D0EAAE}" destId="{FCC6C5BC-1AE5-4704-829B-43333914BEAD}" srcOrd="0" destOrd="0" presId="urn:microsoft.com/office/officeart/2008/layout/LinedList"/>
    <dgm:cxn modelId="{5B649220-4BF4-4BF7-B2B6-903CF4A85856}" type="presParOf" srcId="{BF77AE80-6093-41E0-BC6E-476FB4D0EAAE}" destId="{B5E87857-05BA-42EA-8D26-C32799986ACE}" srcOrd="1" destOrd="0" presId="urn:microsoft.com/office/officeart/2008/layout/LinedList"/>
    <dgm:cxn modelId="{D1AAE4FB-AE67-403F-83BF-10E4D605D057}" type="presParOf" srcId="{48BAD3F8-3D98-41DC-8713-8A46947D54BF}" destId="{B5803361-3774-416B-9BD3-768648C81E80}" srcOrd="6" destOrd="0" presId="urn:microsoft.com/office/officeart/2008/layout/LinedList"/>
    <dgm:cxn modelId="{29D2F874-0191-4998-8EC6-B5DCD4628F37}" type="presParOf" srcId="{48BAD3F8-3D98-41DC-8713-8A46947D54BF}" destId="{434B6525-3F44-4211-89B3-E6B4ACD3E5B4}" srcOrd="7" destOrd="0" presId="urn:microsoft.com/office/officeart/2008/layout/LinedList"/>
    <dgm:cxn modelId="{6D5459B3-81C1-4AF6-BE18-51869FFD547B}" type="presParOf" srcId="{434B6525-3F44-4211-89B3-E6B4ACD3E5B4}" destId="{ECAE5BE4-5262-440E-B5E2-072412CC2B98}" srcOrd="0" destOrd="0" presId="urn:microsoft.com/office/officeart/2008/layout/LinedList"/>
    <dgm:cxn modelId="{3764D77D-E074-4B6B-9A97-40620037CA7D}" type="presParOf" srcId="{434B6525-3F44-4211-89B3-E6B4ACD3E5B4}" destId="{115C9F39-49A3-402E-80D3-9D382A2550DB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BFEBB5B-53AD-4478-991A-3FA771EB7BA5}">
      <dsp:nvSpPr>
        <dsp:cNvPr id="0" name=""/>
        <dsp:cNvSpPr/>
      </dsp:nvSpPr>
      <dsp:spPr>
        <a:xfrm>
          <a:off x="0" y="0"/>
          <a:ext cx="1005839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D886A0-9B83-4FFA-AD54-3FE483549AF7}">
      <dsp:nvSpPr>
        <dsp:cNvPr id="0" name=""/>
        <dsp:cNvSpPr/>
      </dsp:nvSpPr>
      <dsp:spPr>
        <a:xfrm>
          <a:off x="0" y="0"/>
          <a:ext cx="10058399" cy="90446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 dirty="0"/>
            <a:t>Work on Clubs Page</a:t>
          </a:r>
        </a:p>
      </dsp:txBody>
      <dsp:txXfrm>
        <a:off x="0" y="0"/>
        <a:ext cx="10058399" cy="904461"/>
      </dsp:txXfrm>
    </dsp:sp>
    <dsp:sp modelId="{730406B4-A603-4EDF-8D44-FBADCF3F62D3}">
      <dsp:nvSpPr>
        <dsp:cNvPr id="0" name=""/>
        <dsp:cNvSpPr/>
      </dsp:nvSpPr>
      <dsp:spPr>
        <a:xfrm>
          <a:off x="0" y="904461"/>
          <a:ext cx="1005839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18C8AD-A823-481E-A63F-94893DB99A00}">
      <dsp:nvSpPr>
        <dsp:cNvPr id="0" name=""/>
        <dsp:cNvSpPr/>
      </dsp:nvSpPr>
      <dsp:spPr>
        <a:xfrm>
          <a:off x="0" y="904461"/>
          <a:ext cx="10058399" cy="90446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 dirty="0"/>
            <a:t>Work on Leaderboard Page</a:t>
          </a:r>
        </a:p>
      </dsp:txBody>
      <dsp:txXfrm>
        <a:off x="0" y="904461"/>
        <a:ext cx="10058399" cy="904461"/>
      </dsp:txXfrm>
    </dsp:sp>
    <dsp:sp modelId="{9A7B83FB-97A4-4565-8FA1-2C9186B906F8}">
      <dsp:nvSpPr>
        <dsp:cNvPr id="0" name=""/>
        <dsp:cNvSpPr/>
      </dsp:nvSpPr>
      <dsp:spPr>
        <a:xfrm>
          <a:off x="0" y="1808922"/>
          <a:ext cx="1005839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CC6C5BC-1AE5-4704-829B-43333914BEAD}">
      <dsp:nvSpPr>
        <dsp:cNvPr id="0" name=""/>
        <dsp:cNvSpPr/>
      </dsp:nvSpPr>
      <dsp:spPr>
        <a:xfrm>
          <a:off x="0" y="1808922"/>
          <a:ext cx="10058399" cy="90446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/>
            <a:t>Intial development of Challenges</a:t>
          </a:r>
          <a:endParaRPr lang="en-US" sz="4200" kern="1200" dirty="0"/>
        </a:p>
      </dsp:txBody>
      <dsp:txXfrm>
        <a:off x="0" y="1808922"/>
        <a:ext cx="10058399" cy="904461"/>
      </dsp:txXfrm>
    </dsp:sp>
    <dsp:sp modelId="{B5803361-3774-416B-9BD3-768648C81E80}">
      <dsp:nvSpPr>
        <dsp:cNvPr id="0" name=""/>
        <dsp:cNvSpPr/>
      </dsp:nvSpPr>
      <dsp:spPr>
        <a:xfrm>
          <a:off x="0" y="2713383"/>
          <a:ext cx="1005839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AE5BE4-5262-440E-B5E2-072412CC2B98}">
      <dsp:nvSpPr>
        <dsp:cNvPr id="0" name=""/>
        <dsp:cNvSpPr/>
      </dsp:nvSpPr>
      <dsp:spPr>
        <a:xfrm>
          <a:off x="0" y="2713383"/>
          <a:ext cx="10058399" cy="90446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/>
            <a:t>Intial development of Friends Feature</a:t>
          </a:r>
          <a:endParaRPr lang="en-US" sz="4200" kern="1200" dirty="0"/>
        </a:p>
      </dsp:txBody>
      <dsp:txXfrm>
        <a:off x="0" y="2713383"/>
        <a:ext cx="10058399" cy="90446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5092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1098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7371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02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7784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954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3274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383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4791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8993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2315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1884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7E2F724-2FB3-4D1D-A730-739B8654C0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 descr="Time compass on hand">
            <a:extLst>
              <a:ext uri="{FF2B5EF4-FFF2-40B4-BE49-F238E27FC236}">
                <a16:creationId xmlns:a16="http://schemas.microsoft.com/office/drawing/2014/main" id="{88A7FD75-C4AD-D30D-B94B-BD1AB1F578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15414"/>
          <a:stretch>
            <a:fillRect/>
          </a:stretch>
        </p:blipFill>
        <p:spPr>
          <a:xfrm>
            <a:off x="-2" y="-2"/>
            <a:ext cx="12192001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DCB08A9-9D49-7FE1-6F2A-E39642A502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70" y="978407"/>
            <a:ext cx="5021182" cy="3290107"/>
          </a:xfrm>
        </p:spPr>
        <p:txBody>
          <a:bodyPr anchor="t">
            <a:normAutofit/>
          </a:bodyPr>
          <a:lstStyle/>
          <a:p>
            <a:r>
              <a:rPr lang="en-US" sz="6000">
                <a:solidFill>
                  <a:srgbClr val="FFFFFF"/>
                </a:solidFill>
              </a:rPr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CEC20E-E2EC-8210-59DB-3F89C20EC0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7870" y="4482450"/>
            <a:ext cx="5040785" cy="2119317"/>
          </a:xfrm>
        </p:spPr>
        <p:txBody>
          <a:bodyPr anchor="t">
            <a:normAutofit fontScale="92500" lnSpcReduction="20000"/>
          </a:bodyPr>
          <a:lstStyle/>
          <a:p>
            <a:r>
              <a:rPr lang="en-US" sz="2400" dirty="0">
                <a:solidFill>
                  <a:srgbClr val="FFFFFF"/>
                </a:solidFill>
              </a:rPr>
              <a:t>CMSC-4920-SeniorProject2</a:t>
            </a:r>
          </a:p>
          <a:p>
            <a:r>
              <a:rPr lang="en-US" sz="2400" dirty="0">
                <a:solidFill>
                  <a:srgbClr val="FFFFFF"/>
                </a:solidFill>
              </a:rPr>
              <a:t>Group 2</a:t>
            </a:r>
          </a:p>
          <a:p>
            <a:r>
              <a:rPr lang="en-US" sz="2400" dirty="0">
                <a:solidFill>
                  <a:srgbClr val="FFFFFF"/>
                </a:solidFill>
              </a:rPr>
              <a:t>Margo Bonal</a:t>
            </a:r>
          </a:p>
          <a:p>
            <a:r>
              <a:rPr lang="en-US" sz="2400" dirty="0">
                <a:solidFill>
                  <a:srgbClr val="FFFFFF"/>
                </a:solidFill>
              </a:rPr>
              <a:t>John Gerega</a:t>
            </a:r>
          </a:p>
          <a:p>
            <a:r>
              <a:rPr lang="en-US" sz="2400" dirty="0">
                <a:solidFill>
                  <a:srgbClr val="FFFFFF"/>
                </a:solidFill>
              </a:rPr>
              <a:t>Luke Ruffing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C335F7-F61C-4EB4-80F2-4B1438FE6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5997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C0BA1F-8652-616C-B849-958E03EB7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Weekly 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1AAD74-EB12-B48B-A428-3AE3FFD472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7" y="1947553"/>
            <a:ext cx="11164823" cy="1051679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srgbClr val="8B3625"/>
                </a:solidFill>
              </a:rPr>
              <a:t>Goals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61C6AA-9902-DF8F-9362-2CB01093FE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7" y="3035808"/>
            <a:ext cx="11425369" cy="3310128"/>
          </a:xfrm>
        </p:spPr>
        <p:txBody>
          <a:bodyPr/>
          <a:lstStyle/>
          <a:p>
            <a:r>
              <a:rPr lang="en-US" dirty="0"/>
              <a:t>Set up the leaderboard page to extract user activities and filter them based on activity type or general statistics</a:t>
            </a:r>
          </a:p>
          <a:p>
            <a:r>
              <a:rPr lang="en-US" dirty="0"/>
              <a:t>Begin setup of the clubs page</a:t>
            </a:r>
          </a:p>
          <a:p>
            <a:r>
              <a:rPr lang="en-US" dirty="0"/>
              <a:t>Display recent activities on the dashboard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347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EE7C0-6265-A65C-D5B2-56F77E5C9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B8774-44D3-88FB-845F-39DBA8532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 &amp; Solutions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54D469-5A0B-78A0-68F9-2BD6DD5BD0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400" b="1" dirty="0">
                <a:solidFill>
                  <a:srgbClr val="8B3625"/>
                </a:solidFill>
              </a:rPr>
              <a:t>Challenges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6ECB18-DBAF-2BDD-C40E-4EABB40220F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Owner could join their own club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Struggle to filter data on leaderboard based on activity type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815449-EECC-EF8D-AD62-79884879F6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US" sz="2400" b="1" dirty="0">
                <a:solidFill>
                  <a:srgbClr val="8B3625"/>
                </a:solidFill>
              </a:rPr>
              <a:t>Solutions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8E4DDC-393B-1288-15A0-F2DC55C7EA64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Added column in schema to hold club creators User ID</a:t>
            </a:r>
          </a:p>
          <a:p>
            <a:pPr marL="0" indent="0">
              <a:buNone/>
            </a:pPr>
            <a:r>
              <a:rPr lang="en-US" dirty="0"/>
              <a:t>2. No solution yet</a:t>
            </a:r>
          </a:p>
        </p:txBody>
      </p:sp>
    </p:spTree>
    <p:extLst>
      <p:ext uri="{BB962C8B-B14F-4D97-AF65-F5344CB8AC3E}">
        <p14:creationId xmlns:p14="http://schemas.microsoft.com/office/powerpoint/2010/main" val="3161600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F2B38-CEDA-4975-20B3-61F49EDAA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Gant Chart Progress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225721-0D4B-0F5E-1772-DBEBF94E11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119" y="1795221"/>
            <a:ext cx="11068839" cy="474485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190796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0FCC9-9B2B-2FB9-60E5-72F1827F2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</p:spPr>
        <p:txBody>
          <a:bodyPr>
            <a:normAutofit/>
          </a:bodyPr>
          <a:lstStyle/>
          <a:p>
            <a:r>
              <a:rPr lang="en-US" dirty="0"/>
              <a:t>Team </a:t>
            </a:r>
            <a:r>
              <a:rPr lang="en-US"/>
              <a:t>Week 4 </a:t>
            </a:r>
            <a:r>
              <a:rPr lang="en-US" dirty="0"/>
              <a:t>Schedule:</a:t>
            </a:r>
          </a:p>
        </p:txBody>
      </p:sp>
      <p:graphicFrame>
        <p:nvGraphicFramePr>
          <p:cNvPr id="23" name="Content Placeholder 2">
            <a:extLst>
              <a:ext uri="{FF2B5EF4-FFF2-40B4-BE49-F238E27FC236}">
                <a16:creationId xmlns:a16="http://schemas.microsoft.com/office/drawing/2014/main" id="{44CD89A8-8DA1-F116-3D4F-01244121EF2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70031671"/>
              </p:ext>
            </p:extLst>
          </p:nvPr>
        </p:nvGraphicFramePr>
        <p:xfrm>
          <a:off x="1069975" y="2385390"/>
          <a:ext cx="10058400" cy="36178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08531274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419</TotalTime>
  <Words>107</Words>
  <Application>Microsoft Office PowerPoint</Application>
  <PresentationFormat>Widescreen</PresentationFormat>
  <Paragraphs>24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Bierstadt</vt:lpstr>
      <vt:lpstr>GestaltVTI</vt:lpstr>
      <vt:lpstr>Vulcan Activity Tracker</vt:lpstr>
      <vt:lpstr>Weekly Progress</vt:lpstr>
      <vt:lpstr>Challenges &amp; Solutions</vt:lpstr>
      <vt:lpstr>Gant Chart Progress</vt:lpstr>
      <vt:lpstr>Team Week 4 Schedule: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 Gerega</dc:creator>
  <cp:lastModifiedBy>Luke ruffing</cp:lastModifiedBy>
  <cp:revision>3</cp:revision>
  <dcterms:created xsi:type="dcterms:W3CDTF">2026-02-02T20:32:56Z</dcterms:created>
  <dcterms:modified xsi:type="dcterms:W3CDTF">2026-02-08T03:22:36Z</dcterms:modified>
</cp:coreProperties>
</file>