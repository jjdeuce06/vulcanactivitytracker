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04T21:43:59.122" v="3258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  <pc:graphicFrameChg chg="mod modGraphic">
          <ac:chgData name="John Gerega" userId="bd3e1e46fb6a714b" providerId="LiveId" clId="{45F0C402-C550-4C82-B31D-5B32217A5E94}" dt="2026-03-29T13:00:56.525" v="263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4-04T21:42:06.712" v="2692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4-04T21:42:06.712" v="269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4-04T21:43:59.122" v="325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4-04T21:43:44.510" v="3160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John Gerega" userId="bd3e1e46fb6a714b" providerId="LiveId" clId="{45F0C402-C550-4C82-B31D-5B32217A5E94}" dt="2026-04-04T21:43:59.122" v="3258" actId="20577"/>
          <ac:spMkLst>
            <pc:docMk/>
            <pc:sldMk cId="3526335932" sldId="266"/>
            <ac:spMk id="6" creationId="{3B13CF04-9C06-053E-69E2-58CD31C3D276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4-12T10:51:28.860" v="1342" actId="14100"/>
      <pc:docMkLst>
        <pc:docMk/>
      </pc:docMkLst>
      <pc:sldChg chg="addSp delSp modSp mod">
        <pc:chgData name="Margo Bonal" userId="18c9fa0f-b53d-478b-9dc0-6ad88786c19f" providerId="ADAL" clId="{93D479E5-F67F-4B8A-A78F-A0B574A116B6}" dt="2026-04-12T10:51:28.860" v="1342" actId="14100"/>
        <pc:sldMkLst>
          <pc:docMk/>
          <pc:sldMk cId="3713997872" sldId="259"/>
        </pc:sldMkLst>
        <pc:picChg chg="add mod">
          <ac:chgData name="Margo Bonal" userId="18c9fa0f-b53d-478b-9dc0-6ad88786c19f" providerId="ADAL" clId="{93D479E5-F67F-4B8A-A78F-A0B574A116B6}" dt="2026-04-12T10:51:28.860" v="1342" actId="14100"/>
          <ac:picMkLst>
            <pc:docMk/>
            <pc:sldMk cId="3713997872" sldId="259"/>
            <ac:picMk id="5" creationId="{B0894097-9C9B-8B23-3BC5-11C154EBBAD5}"/>
          </ac:picMkLst>
        </pc:picChg>
        <pc:picChg chg="del">
          <ac:chgData name="Margo Bonal" userId="18c9fa0f-b53d-478b-9dc0-6ad88786c19f" providerId="ADAL" clId="{93D479E5-F67F-4B8A-A78F-A0B574A116B6}" dt="2026-04-12T10:50:53.798" v="1333" actId="478"/>
          <ac:picMkLst>
            <pc:docMk/>
            <pc:sldMk cId="3713997872" sldId="259"/>
            <ac:picMk id="6" creationId="{0D4E0165-E852-9E37-91F6-9A7920B23AEB}"/>
          </ac:picMkLst>
        </pc:picChg>
      </pc:sldChg>
      <pc:sldChg chg="modSp mod">
        <pc:chgData name="Margo Bonal" userId="18c9fa0f-b53d-478b-9dc0-6ad88786c19f" providerId="ADAL" clId="{93D479E5-F67F-4B8A-A78F-A0B574A116B6}" dt="2026-04-05T23:08:31.942" v="1065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4-05T23:08:31.942" v="1065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4-12T10:49:28.496" v="1332" actId="313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4-12T10:49:28.496" v="1332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4-12T10:48:33.259" v="1261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4-12T10:48:12.135" v="1220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4-12T10:48:33.259" v="1261" actId="20577"/>
          <ac:spMkLst>
            <pc:docMk/>
            <pc:sldMk cId="3526335932" sldId="266"/>
            <ac:spMk id="6" creationId="{3B13CF04-9C06-053E-69E2-58CD31C3D276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Make a Hard Copy of User Manual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Practice Final Presentation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Continue Work on the Final Presentation Slides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CFFC745A-582B-4305-AFB6-C7730C8AA2CC}">
      <dgm:prSet/>
      <dgm:spPr/>
      <dgm:t>
        <a:bodyPr/>
        <a:lstStyle/>
        <a:p>
          <a:r>
            <a:rPr lang="en-US" dirty="0"/>
            <a:t>Continue Testing/Debugging Project</a:t>
          </a:r>
        </a:p>
      </dgm:t>
    </dgm:pt>
    <dgm:pt modelId="{B9E7BF58-A98B-4D6B-905C-CA13F8AC758B}" type="parTrans" cxnId="{183FDA93-1A29-47D6-AEC1-00CDFABC21C6}">
      <dgm:prSet/>
      <dgm:spPr/>
      <dgm:t>
        <a:bodyPr/>
        <a:lstStyle/>
        <a:p>
          <a:endParaRPr lang="en-US"/>
        </a:p>
      </dgm:t>
    </dgm:pt>
    <dgm:pt modelId="{2E6863E9-19BE-4B40-B701-A6159F4DE04E}" type="sibTrans" cxnId="{183FDA93-1A29-47D6-AEC1-00CDFABC21C6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4"/>
      <dgm:spPr/>
    </dgm:pt>
    <dgm:pt modelId="{D12292E6-4F4E-4072-8A83-08E55313428E}" type="pres">
      <dgm:prSet presAssocID="{C49388FA-8759-42AF-B435-0EC20E6DCE5A}" presName="text" presStyleLbl="fgAcc0" presStyleIdx="2" presStyleCnt="4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  <dgm:pt modelId="{EBA713AF-B350-4D3E-A9E7-FD3AFE718B21}" type="pres">
      <dgm:prSet presAssocID="{CFFC745A-582B-4305-AFB6-C7730C8AA2CC}" presName="hierRoot1" presStyleCnt="0"/>
      <dgm:spPr/>
    </dgm:pt>
    <dgm:pt modelId="{465E7B60-C054-45A0-BC18-BEE959253085}" type="pres">
      <dgm:prSet presAssocID="{CFFC745A-582B-4305-AFB6-C7730C8AA2CC}" presName="composite" presStyleCnt="0"/>
      <dgm:spPr/>
    </dgm:pt>
    <dgm:pt modelId="{46DC7518-C20F-4A8F-980E-6F93A13BFE65}" type="pres">
      <dgm:prSet presAssocID="{CFFC745A-582B-4305-AFB6-C7730C8AA2CC}" presName="background" presStyleLbl="node0" presStyleIdx="3" presStyleCnt="4"/>
      <dgm:spPr/>
    </dgm:pt>
    <dgm:pt modelId="{C8AF0AA2-E714-4CB1-A409-2A27219D89BF}" type="pres">
      <dgm:prSet presAssocID="{CFFC745A-582B-4305-AFB6-C7730C8AA2CC}" presName="text" presStyleLbl="fgAcc0" presStyleIdx="3" presStyleCnt="4">
        <dgm:presLayoutVars>
          <dgm:chPref val="3"/>
        </dgm:presLayoutVars>
      </dgm:prSet>
      <dgm:spPr/>
    </dgm:pt>
    <dgm:pt modelId="{2F22A7AE-00F5-4983-8818-B1D14472C994}" type="pres">
      <dgm:prSet presAssocID="{CFFC745A-582B-4305-AFB6-C7730C8AA2CC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183FDA93-1A29-47D6-AEC1-00CDFABC21C6}" srcId="{875220B3-5F43-41BF-82F0-F1D5090E78B1}" destId="{CFFC745A-582B-4305-AFB6-C7730C8AA2CC}" srcOrd="3" destOrd="0" parTransId="{B9E7BF58-A98B-4D6B-905C-CA13F8AC758B}" sibTransId="{2E6863E9-19BE-4B40-B701-A6159F4DE04E}"/>
    <dgm:cxn modelId="{D983329C-95DE-48B7-A472-282C9EC5571D}" type="presOf" srcId="{CFFC745A-582B-4305-AFB6-C7730C8AA2CC}" destId="{C8AF0AA2-E714-4CB1-A409-2A27219D89BF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  <dgm:cxn modelId="{CE007A34-B5C2-4838-9DFC-DD9B8270EFF8}" type="presParOf" srcId="{F85EEB6F-AAF0-4C94-BC92-C847D8A79108}" destId="{EBA713AF-B350-4D3E-A9E7-FD3AFE718B21}" srcOrd="3" destOrd="0" presId="urn:microsoft.com/office/officeart/2005/8/layout/hierarchy1"/>
    <dgm:cxn modelId="{D7BA36EF-EF1D-43D2-B7B9-1AB9C37608D9}" type="presParOf" srcId="{EBA713AF-B350-4D3E-A9E7-FD3AFE718B21}" destId="{465E7B60-C054-45A0-BC18-BEE959253085}" srcOrd="0" destOrd="0" presId="urn:microsoft.com/office/officeart/2005/8/layout/hierarchy1"/>
    <dgm:cxn modelId="{40A4C08E-B6DA-4998-9B7C-596A8EF1B3AA}" type="presParOf" srcId="{465E7B60-C054-45A0-BC18-BEE959253085}" destId="{46DC7518-C20F-4A8F-980E-6F93A13BFE65}" srcOrd="0" destOrd="0" presId="urn:microsoft.com/office/officeart/2005/8/layout/hierarchy1"/>
    <dgm:cxn modelId="{FD20B367-E8C6-4038-AF22-F365CFCE4C66}" type="presParOf" srcId="{465E7B60-C054-45A0-BC18-BEE959253085}" destId="{C8AF0AA2-E714-4CB1-A409-2A27219D89BF}" srcOrd="1" destOrd="0" presId="urn:microsoft.com/office/officeart/2005/8/layout/hierarchy1"/>
    <dgm:cxn modelId="{4D2D0A47-2210-4D3E-921A-CA67AA49BCA2}" type="presParOf" srcId="{EBA713AF-B350-4D3E-A9E7-FD3AFE718B21}" destId="{2F22A7AE-00F5-4983-8818-B1D14472C99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Make a Hard Copy of User Manual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Practice Final Presentation</a:t>
          </a:r>
        </a:p>
      </dsp:txBody>
      <dsp:txXfrm>
        <a:off x="2976857" y="984108"/>
        <a:ext cx="2117829" cy="1314957"/>
      </dsp:txXfrm>
    </dsp:sp>
    <dsp:sp modelId="{D5A840D2-D89A-4DE4-9831-61DED3425ED9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Continue Work on the Final Presentation Slides</a:t>
          </a:r>
        </a:p>
      </dsp:txBody>
      <dsp:txXfrm>
        <a:off x="5665318" y="984108"/>
        <a:ext cx="2117829" cy="1314957"/>
      </dsp:txXfrm>
    </dsp:sp>
    <dsp:sp modelId="{46DC7518-C20F-4A8F-980E-6F93A13BFE65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F0AA2-E714-4CB1-A409-2A27219D89BF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Continue Testing/Debugging Project</a:t>
          </a:r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Tweaking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 Presentation Slides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Writing Center appointment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Finished User Manual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Prepare manual for printing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Writing the user manual with technical and detailed steps for both users and developers to navigate.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Hosting Configuration speed, server reboot time far to  slow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B13CF04-9C06-053E-69E2-58CD31C3D276}"/>
              </a:ext>
            </a:extLst>
          </p:cNvPr>
          <p:cNvSpPr txBox="1">
            <a:spLocks/>
          </p:cNvSpPr>
          <p:nvPr/>
        </p:nvSpPr>
        <p:spPr>
          <a:xfrm>
            <a:off x="5790687" y="2361465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After taking a step back and attempting to view our project as new users we found areas that needed clear instructions.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Increase # of server CPU cores 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14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7164370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94097-9C9B-8B23-3BC5-11C154EBB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9448"/>
            <a:ext cx="12192000" cy="492855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191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Week 14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20</cp:revision>
  <dcterms:created xsi:type="dcterms:W3CDTF">2026-01-22T18:57:02Z</dcterms:created>
  <dcterms:modified xsi:type="dcterms:W3CDTF">2026-04-12T10:51:31Z</dcterms:modified>
</cp:coreProperties>
</file>