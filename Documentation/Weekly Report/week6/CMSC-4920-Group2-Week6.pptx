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6" r:id="rId5"/>
    <p:sldId id="258" r:id="rId6"/>
    <p:sldId id="267" r:id="rId7"/>
    <p:sldId id="268" r:id="rId8"/>
    <p:sldId id="269" r:id="rId9"/>
    <p:sldId id="270" r:id="rId10"/>
    <p:sldId id="264" r:id="rId11"/>
    <p:sldId id="259" r:id="rId12"/>
    <p:sldId id="26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B216D2-F8DA-4105-B564-CD4DC1BB17F8}" v="3" dt="2026-02-21T22:02:04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9" d="100"/>
          <a:sy n="89" d="100"/>
        </p:scale>
        <p:origin x="267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modSld">
      <pc:chgData name="John Gerega" userId="bd3e1e46fb6a714b" providerId="LiveId" clId="{45F0C402-C550-4C82-B31D-5B32217A5E94}" dt="2026-02-17T12:42:35.112" v="95" actId="20577"/>
      <pc:docMkLst>
        <pc:docMk/>
      </pc:docMkLst>
      <pc:sldChg chg="modSp mod">
        <pc:chgData name="John Gerega" userId="bd3e1e46fb6a714b" providerId="LiveId" clId="{45F0C402-C550-4C82-B31D-5B32217A5E94}" dt="2026-02-17T12:42:35.112" v="95" actId="20577"/>
        <pc:sldMkLst>
          <pc:docMk/>
          <pc:sldMk cId="2428741132" sldId="265"/>
        </pc:sldMkLst>
        <pc:spChg chg="mod">
          <ac:chgData name="John Gerega" userId="bd3e1e46fb6a714b" providerId="LiveId" clId="{45F0C402-C550-4C82-B31D-5B32217A5E94}" dt="2026-02-17T12:42:35.112" v="95" actId="20577"/>
          <ac:spMkLst>
            <pc:docMk/>
            <pc:sldMk cId="2428741132" sldId="265"/>
            <ac:spMk id="8" creationId="{7A067979-B2B3-BD33-28AB-42AF2BBE1977}"/>
          </ac:spMkLst>
        </pc:spChg>
      </pc:sldChg>
    </pc:docChg>
  </pc:docChgLst>
  <pc:docChgLst>
    <pc:chgData name="Margo Bonal" userId="18c9fa0f-b53d-478b-9dc0-6ad88786c19f" providerId="ADAL" clId="{93D479E5-F67F-4B8A-A78F-A0B574A116B6}"/>
    <pc:docChg chg="undo custSel addSld modSld">
      <pc:chgData name="Margo Bonal" userId="18c9fa0f-b53d-478b-9dc0-6ad88786c19f" providerId="ADAL" clId="{93D479E5-F67F-4B8A-A78F-A0B574A116B6}" dt="2026-02-21T22:02:52.738" v="1754" actId="21"/>
      <pc:docMkLst>
        <pc:docMk/>
      </pc:docMkLst>
      <pc:sldChg chg="addSp delSp modSp new mod setBg">
        <pc:chgData name="Margo Bonal" userId="18c9fa0f-b53d-478b-9dc0-6ad88786c19f" providerId="ADAL" clId="{93D479E5-F67F-4B8A-A78F-A0B574A116B6}" dt="2026-01-22T19:12:02.971" v="227" actId="26606"/>
        <pc:sldMkLst>
          <pc:docMk/>
          <pc:sldMk cId="1562194928" sldId="256"/>
        </pc:sldMkLst>
        <pc:spChg chg="mo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" creationId="{7E1F449D-2BD2-97B5-DCE5-EA7AA820BE81}"/>
          </ac:spMkLst>
        </pc:spChg>
        <pc:spChg chg="mo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3" creationId="{BFFB11B0-F653-A213-DE0D-88B0308AFCD4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0" creationId="{934F1179-B481-4F9E-BCA3-AFB972070F83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1" creationId="{827DC2C4-B485-428A-BF4A-472D2967F47F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2" creationId="{EE04B5EB-F158-4507-90DD-BD23620C7CC9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1-23T14:29:37.986" v="725" actId="20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1-22T19:33:58.342" v="451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1-23T14:29:37.986" v="725" actId="207"/>
          <ac:spMkLst>
            <pc:docMk/>
            <pc:sldMk cId="850630602" sldId="257"/>
            <ac:spMk id="3" creationId="{3AD821AA-AA04-E3EB-5027-44FA0EFD591D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1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2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3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1-22T19:33:55.456" v="450" actId="26606"/>
          <ac:cxnSpMkLst>
            <pc:docMk/>
            <pc:sldMk cId="850630602" sldId="257"/>
            <ac:cxnSpMk id="25" creationId="{F7C8EA93-3210-4C62-99E9-153C275E3A87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2-21T21:31:11.749" v="1042" actId="1076"/>
        <pc:sldMkLst>
          <pc:docMk/>
          <pc:sldMk cId="2065992260" sldId="258"/>
        </pc:sldMkLst>
        <pc:spChg chg="add">
          <ac:chgData name="Margo Bonal" userId="18c9fa0f-b53d-478b-9dc0-6ad88786c19f" providerId="ADAL" clId="{93D479E5-F67F-4B8A-A78F-A0B574A116B6}" dt="2026-01-22T19:34:58.880" v="453" actId="26606"/>
          <ac:spMkLst>
            <pc:docMk/>
            <pc:sldMk cId="2065992260" sldId="258"/>
            <ac:spMk id="5" creationId="{D5B339F4-93B9-4E04-9721-143AD6782EA9}"/>
          </ac:spMkLst>
        </pc:spChg>
        <pc:spChg chg="add">
          <ac:chgData name="Margo Bonal" userId="18c9fa0f-b53d-478b-9dc0-6ad88786c19f" providerId="ADAL" clId="{93D479E5-F67F-4B8A-A78F-A0B574A116B6}" dt="2026-01-22T19:34:58.880" v="453" actId="26606"/>
          <ac:spMkLst>
            <pc:docMk/>
            <pc:sldMk cId="2065992260" sldId="258"/>
            <ac:spMk id="14" creationId="{871AEA07-1E14-44B4-8E55-64EF049CD66F}"/>
          </ac:spMkLst>
        </pc:spChg>
        <pc:spChg chg="mod">
          <ac:chgData name="Margo Bonal" userId="18c9fa0f-b53d-478b-9dc0-6ad88786c19f" providerId="ADAL" clId="{93D479E5-F67F-4B8A-A78F-A0B574A116B6}" dt="2026-02-21T21:31:11.749" v="1042" actId="1076"/>
          <ac:spMkLst>
            <pc:docMk/>
            <pc:sldMk cId="2065992260" sldId="258"/>
            <ac:spMk id="16" creationId="{1BFE9597-EE45-D183-9C43-FB508195BFBC}"/>
          </ac:spMkLst>
        </pc:spChg>
        <pc:grpChg chg="add">
          <ac:chgData name="Margo Bonal" userId="18c9fa0f-b53d-478b-9dc0-6ad88786c19f" providerId="ADAL" clId="{93D479E5-F67F-4B8A-A78F-A0B574A116B6}" dt="2026-01-22T19:34:58.880" v="453" actId="26606"/>
          <ac:grpSpMkLst>
            <pc:docMk/>
            <pc:sldMk cId="2065992260" sldId="258"/>
            <ac:grpSpMk id="6" creationId="{8734DDD3-F723-4DD3-8ABE-EC0B2AC87D74}"/>
          </ac:grpSpMkLst>
        </pc:grpChg>
      </pc:sldChg>
      <pc:sldChg chg="addSp delSp modSp new mod setBg">
        <pc:chgData name="Margo Bonal" userId="18c9fa0f-b53d-478b-9dc0-6ad88786c19f" providerId="ADAL" clId="{93D479E5-F67F-4B8A-A78F-A0B574A116B6}" dt="2026-01-23T14:39:22.112" v="812" actId="14100"/>
        <pc:sldMkLst>
          <pc:docMk/>
          <pc:sldMk cId="3713997872" sldId="259"/>
        </pc:sldMkLst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" creationId="{7523CF74-09B7-84B3-F859-D7073DC1C80F}"/>
          </ac:spMkLst>
        </pc:spChg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" creationId="{C605E30C-3490-D1E3-740D-40AD5E393958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8" creationId="{C1A1C5D3-C053-4EE9-BE1A-419B6E27CCAE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0" creationId="{A3473CF9-37EB-43E7-89EF-D2D1C53D1DAC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2" creationId="{586B4EF9-43BA-4655-A6FF-1D8E21574C95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1-23T14:41:10.976" v="829" actId="207"/>
        <pc:sldMkLst>
          <pc:docMk/>
          <pc:sldMk cId="3921983173" sldId="260"/>
        </pc:sldMkLst>
        <pc:spChg chg="mod">
          <ac:chgData name="Margo Bonal" userId="18c9fa0f-b53d-478b-9dc0-6ad88786c19f" providerId="ADAL" clId="{93D479E5-F67F-4B8A-A78F-A0B574A116B6}" dt="2026-01-23T14:41:10.976" v="829" actId="207"/>
          <ac:spMkLst>
            <pc:docMk/>
            <pc:sldMk cId="3921983173" sldId="260"/>
            <ac:spMk id="2" creationId="{9C9AD6B9-1CEE-7976-0BB7-22F5E953573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7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9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11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1-23T14:40:32.079" v="827" actId="26606"/>
          <ac:cxnSpMkLst>
            <pc:docMk/>
            <pc:sldMk cId="3921983173" sldId="260"/>
            <ac:cxnSpMk id="13" creationId="{F7C8EA93-3210-4C62-99E9-153C275E3A87}"/>
          </ac:cxnSpMkLst>
        </pc:cxnChg>
      </pc:sldChg>
      <pc:sldChg chg="modSp mod">
        <pc:chgData name="Margo Bonal" userId="18c9fa0f-b53d-478b-9dc0-6ad88786c19f" providerId="ADAL" clId="{93D479E5-F67F-4B8A-A78F-A0B574A116B6}" dt="2026-02-20T16:43:26.197" v="1006" actId="20577"/>
        <pc:sldMkLst>
          <pc:docMk/>
          <pc:sldMk cId="2561402868" sldId="264"/>
        </pc:sldMkLst>
        <pc:spChg chg="mod">
          <ac:chgData name="Margo Bonal" userId="18c9fa0f-b53d-478b-9dc0-6ad88786c19f" providerId="ADAL" clId="{93D479E5-F67F-4B8A-A78F-A0B574A116B6}" dt="2026-02-20T16:43:18.756" v="1003" actId="20577"/>
          <ac:spMkLst>
            <pc:docMk/>
            <pc:sldMk cId="2561402868" sldId="264"/>
            <ac:spMk id="9" creationId="{D6D36DC8-D9BF-8C26-69EA-ED89E34DB644}"/>
          </ac:spMkLst>
        </pc:spChg>
        <pc:graphicFrameChg chg="modGraphic">
          <ac:chgData name="Margo Bonal" userId="18c9fa0f-b53d-478b-9dc0-6ad88786c19f" providerId="ADAL" clId="{93D479E5-F67F-4B8A-A78F-A0B574A116B6}" dt="2026-02-20T16:43:26.197" v="1006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modSp mod">
        <pc:chgData name="Margo Bonal" userId="18c9fa0f-b53d-478b-9dc0-6ad88786c19f" providerId="ADAL" clId="{93D479E5-F67F-4B8A-A78F-A0B574A116B6}" dt="2026-02-21T21:42:54.604" v="1468" actId="20577"/>
        <pc:sldMkLst>
          <pc:docMk/>
          <pc:sldMk cId="2428741132" sldId="265"/>
        </pc:sldMkLst>
        <pc:spChg chg="mod">
          <ac:chgData name="Margo Bonal" userId="18c9fa0f-b53d-478b-9dc0-6ad88786c19f" providerId="ADAL" clId="{93D479E5-F67F-4B8A-A78F-A0B574A116B6}" dt="2026-02-21T21:42:54.604" v="1468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addSp modSp mod">
        <pc:chgData name="Margo Bonal" userId="18c9fa0f-b53d-478b-9dc0-6ad88786c19f" providerId="ADAL" clId="{93D479E5-F67F-4B8A-A78F-A0B574A116B6}" dt="2026-02-21T21:46:58.650" v="1616" actId="20577"/>
        <pc:sldMkLst>
          <pc:docMk/>
          <pc:sldMk cId="3526335932" sldId="266"/>
        </pc:sldMkLst>
        <pc:spChg chg="add mod">
          <ac:chgData name="Margo Bonal" userId="18c9fa0f-b53d-478b-9dc0-6ad88786c19f" providerId="ADAL" clId="{93D479E5-F67F-4B8A-A78F-A0B574A116B6}" dt="2026-02-21T21:46:58.650" v="1616" actId="20577"/>
          <ac:spMkLst>
            <pc:docMk/>
            <pc:sldMk cId="3526335932" sldId="266"/>
            <ac:spMk id="2" creationId="{FB4EC798-8386-CB36-1C33-949CA6568550}"/>
          </ac:spMkLst>
        </pc:spChg>
        <pc:spChg chg="mod">
          <ac:chgData name="Margo Bonal" userId="18c9fa0f-b53d-478b-9dc0-6ad88786c19f" providerId="ADAL" clId="{93D479E5-F67F-4B8A-A78F-A0B574A116B6}" dt="2026-02-21T21:43:23.815" v="1529" actId="20577"/>
          <ac:spMkLst>
            <pc:docMk/>
            <pc:sldMk cId="3526335932" sldId="266"/>
            <ac:spMk id="4" creationId="{86ED9EE4-56A8-6AFD-BE9A-A35D2ABC59A0}"/>
          </ac:spMkLst>
        </pc:spChg>
        <pc:spChg chg="mod">
          <ac:chgData name="Margo Bonal" userId="18c9fa0f-b53d-478b-9dc0-6ad88786c19f" providerId="ADAL" clId="{93D479E5-F67F-4B8A-A78F-A0B574A116B6}" dt="2026-02-20T15:51:55.089" v="1001" actId="20577"/>
          <ac:spMkLst>
            <pc:docMk/>
            <pc:sldMk cId="3526335932" sldId="266"/>
            <ac:spMk id="5" creationId="{E40DC201-0466-5D58-2422-48A1842C6A76}"/>
          </ac:spMkLst>
        </pc:spChg>
        <pc:spChg chg="mod">
          <ac:chgData name="Margo Bonal" userId="18c9fa0f-b53d-478b-9dc0-6ad88786c19f" providerId="ADAL" clId="{93D479E5-F67F-4B8A-A78F-A0B574A116B6}" dt="2026-02-20T15:51:28.008" v="998" actId="1076"/>
          <ac:spMkLst>
            <pc:docMk/>
            <pc:sldMk cId="3526335932" sldId="266"/>
            <ac:spMk id="8" creationId="{24AA2B82-D640-63C8-0949-8D61BA43585E}"/>
          </ac:spMkLst>
        </pc:spChg>
        <pc:spChg chg="mod">
          <ac:chgData name="Margo Bonal" userId="18c9fa0f-b53d-478b-9dc0-6ad88786c19f" providerId="ADAL" clId="{93D479E5-F67F-4B8A-A78F-A0B574A116B6}" dt="2026-02-20T15:51:41.661" v="999" actId="1076"/>
          <ac:spMkLst>
            <pc:docMk/>
            <pc:sldMk cId="3526335932" sldId="266"/>
            <ac:spMk id="11" creationId="{D6DB2568-1D7A-1154-06D4-C4FEF3D291A5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2-21T22:02:24.466" v="1749" actId="21"/>
        <pc:sldMkLst>
          <pc:docMk/>
          <pc:sldMk cId="3667650440" sldId="267"/>
        </pc:sldMkLst>
        <pc:spChg chg="mod">
          <ac:chgData name="Margo Bonal" userId="18c9fa0f-b53d-478b-9dc0-6ad88786c19f" providerId="ADAL" clId="{93D479E5-F67F-4B8A-A78F-A0B574A116B6}" dt="2026-02-21T22:02:15.919" v="1747" actId="122"/>
          <ac:spMkLst>
            <pc:docMk/>
            <pc:sldMk cId="3667650440" sldId="267"/>
            <ac:spMk id="2" creationId="{DA0954DF-016C-D845-8992-C5BD91CB8DFF}"/>
          </ac:spMkLst>
        </pc:spChg>
        <pc:spChg chg="del mod">
          <ac:chgData name="Margo Bonal" userId="18c9fa0f-b53d-478b-9dc0-6ad88786c19f" providerId="ADAL" clId="{93D479E5-F67F-4B8A-A78F-A0B574A116B6}" dt="2026-02-21T22:02:20.383" v="1748" actId="21"/>
          <ac:spMkLst>
            <pc:docMk/>
            <pc:sldMk cId="3667650440" sldId="267"/>
            <ac:spMk id="3" creationId="{F8B4E830-C5F8-EA49-2869-688ACF76EBF8}"/>
          </ac:spMkLst>
        </pc:spChg>
        <pc:spChg chg="add del mod">
          <ac:chgData name="Margo Bonal" userId="18c9fa0f-b53d-478b-9dc0-6ad88786c19f" providerId="ADAL" clId="{93D479E5-F67F-4B8A-A78F-A0B574A116B6}" dt="2026-02-21T22:02:24.466" v="1749" actId="21"/>
          <ac:spMkLst>
            <pc:docMk/>
            <pc:sldMk cId="3667650440" sldId="267"/>
            <ac:spMk id="9" creationId="{BEE1B22B-DB10-C70F-FB1E-F54FEC8885AA}"/>
          </ac:spMkLst>
        </pc:spChg>
        <pc:spChg chg="add del">
          <ac:chgData name="Margo Bonal" userId="18c9fa0f-b53d-478b-9dc0-6ad88786c19f" providerId="ADAL" clId="{93D479E5-F67F-4B8A-A78F-A0B574A116B6}" dt="2026-02-21T21:49:36.892" v="1621" actId="26606"/>
          <ac:spMkLst>
            <pc:docMk/>
            <pc:sldMk cId="3667650440" sldId="267"/>
            <ac:spMk id="12" creationId="{2151139A-886F-4B97-8815-729AD3831BBD}"/>
          </ac:spMkLst>
        </pc:spChg>
        <pc:spChg chg="add del">
          <ac:chgData name="Margo Bonal" userId="18c9fa0f-b53d-478b-9dc0-6ad88786c19f" providerId="ADAL" clId="{93D479E5-F67F-4B8A-A78F-A0B574A116B6}" dt="2026-02-21T21:49:36.892" v="1621" actId="26606"/>
          <ac:spMkLst>
            <pc:docMk/>
            <pc:sldMk cId="3667650440" sldId="267"/>
            <ac:spMk id="14" creationId="{5428AC11-BFDF-42EF-80FF-717BBF909067}"/>
          </ac:spMkLst>
        </pc:spChg>
        <pc:spChg chg="add del">
          <ac:chgData name="Margo Bonal" userId="18c9fa0f-b53d-478b-9dc0-6ad88786c19f" providerId="ADAL" clId="{93D479E5-F67F-4B8A-A78F-A0B574A116B6}" dt="2026-02-21T21:49:36.892" v="1621" actId="26606"/>
          <ac:spMkLst>
            <pc:docMk/>
            <pc:sldMk cId="3667650440" sldId="267"/>
            <ac:spMk id="16" creationId="{2CC56AF6-38E4-490B-8E2B-1A1037B4EDD4}"/>
          </ac:spMkLst>
        </pc:spChg>
        <pc:spChg chg="add del">
          <ac:chgData name="Margo Bonal" userId="18c9fa0f-b53d-478b-9dc0-6ad88786c19f" providerId="ADAL" clId="{93D479E5-F67F-4B8A-A78F-A0B574A116B6}" dt="2026-02-21T21:49:36.892" v="1621" actId="26606"/>
          <ac:spMkLst>
            <pc:docMk/>
            <pc:sldMk cId="3667650440" sldId="267"/>
            <ac:spMk id="18" creationId="{2339A6F5-AD6A-4D80-8AD9-6290D13AC49F}"/>
          </ac:spMkLst>
        </pc:spChg>
        <pc:spChg chg="add">
          <ac:chgData name="Margo Bonal" userId="18c9fa0f-b53d-478b-9dc0-6ad88786c19f" providerId="ADAL" clId="{93D479E5-F67F-4B8A-A78F-A0B574A116B6}" dt="2026-02-21T21:49:36.921" v="1622" actId="26606"/>
          <ac:spMkLst>
            <pc:docMk/>
            <pc:sldMk cId="3667650440" sldId="267"/>
            <ac:spMk id="20" creationId="{2151139A-886F-4B97-8815-729AD3831BBD}"/>
          </ac:spMkLst>
        </pc:spChg>
        <pc:spChg chg="add">
          <ac:chgData name="Margo Bonal" userId="18c9fa0f-b53d-478b-9dc0-6ad88786c19f" providerId="ADAL" clId="{93D479E5-F67F-4B8A-A78F-A0B574A116B6}" dt="2026-02-21T21:49:36.921" v="1622" actId="26606"/>
          <ac:spMkLst>
            <pc:docMk/>
            <pc:sldMk cId="3667650440" sldId="267"/>
            <ac:spMk id="21" creationId="{5428AC11-BFDF-42EF-80FF-717BBF909067}"/>
          </ac:spMkLst>
        </pc:spChg>
        <pc:spChg chg="add">
          <ac:chgData name="Margo Bonal" userId="18c9fa0f-b53d-478b-9dc0-6ad88786c19f" providerId="ADAL" clId="{93D479E5-F67F-4B8A-A78F-A0B574A116B6}" dt="2026-02-21T21:49:36.921" v="1622" actId="26606"/>
          <ac:spMkLst>
            <pc:docMk/>
            <pc:sldMk cId="3667650440" sldId="267"/>
            <ac:spMk id="22" creationId="{2CC56AF6-38E4-490B-8E2B-1A1037B4EDD4}"/>
          </ac:spMkLst>
        </pc:spChg>
        <pc:spChg chg="add">
          <ac:chgData name="Margo Bonal" userId="18c9fa0f-b53d-478b-9dc0-6ad88786c19f" providerId="ADAL" clId="{93D479E5-F67F-4B8A-A78F-A0B574A116B6}" dt="2026-02-21T21:49:36.921" v="1622" actId="26606"/>
          <ac:spMkLst>
            <pc:docMk/>
            <pc:sldMk cId="3667650440" sldId="267"/>
            <ac:spMk id="23" creationId="{32FD26B0-16CE-4AD4-9CE4-A63EBF330831}"/>
          </ac:spMkLst>
        </pc:spChg>
        <pc:picChg chg="add mod ord">
          <ac:chgData name="Margo Bonal" userId="18c9fa0f-b53d-478b-9dc0-6ad88786c19f" providerId="ADAL" clId="{93D479E5-F67F-4B8A-A78F-A0B574A116B6}" dt="2026-02-21T21:49:36.921" v="1622" actId="26606"/>
          <ac:picMkLst>
            <pc:docMk/>
            <pc:sldMk cId="3667650440" sldId="267"/>
            <ac:picMk id="5" creationId="{FD76D878-3A30-FB4D-7FBB-E2CAABFAC68C}"/>
          </ac:picMkLst>
        </pc:picChg>
        <pc:picChg chg="add mod ord">
          <ac:chgData name="Margo Bonal" userId="18c9fa0f-b53d-478b-9dc0-6ad88786c19f" providerId="ADAL" clId="{93D479E5-F67F-4B8A-A78F-A0B574A116B6}" dt="2026-02-21T21:49:36.921" v="1622" actId="26606"/>
          <ac:picMkLst>
            <pc:docMk/>
            <pc:sldMk cId="3667650440" sldId="267"/>
            <ac:picMk id="7" creationId="{FAD03CEA-C103-137A-6541-3C7919AF09E8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21T22:02:41.430" v="1752" actId="21"/>
        <pc:sldMkLst>
          <pc:docMk/>
          <pc:sldMk cId="2380309321" sldId="268"/>
        </pc:sldMkLst>
        <pc:spChg chg="mod">
          <ac:chgData name="Margo Bonal" userId="18c9fa0f-b53d-478b-9dc0-6ad88786c19f" providerId="ADAL" clId="{93D479E5-F67F-4B8A-A78F-A0B574A116B6}" dt="2026-02-21T22:00:43.326" v="1736" actId="20577"/>
          <ac:spMkLst>
            <pc:docMk/>
            <pc:sldMk cId="2380309321" sldId="268"/>
            <ac:spMk id="2" creationId="{A505808F-7D44-6A85-D501-49B998EF5753}"/>
          </ac:spMkLst>
        </pc:spChg>
        <pc:spChg chg="del mod">
          <ac:chgData name="Margo Bonal" userId="18c9fa0f-b53d-478b-9dc0-6ad88786c19f" providerId="ADAL" clId="{93D479E5-F67F-4B8A-A78F-A0B574A116B6}" dt="2026-02-21T22:02:41.430" v="1752" actId="21"/>
          <ac:spMkLst>
            <pc:docMk/>
            <pc:sldMk cId="2380309321" sldId="268"/>
            <ac:spMk id="3" creationId="{36070B78-80FA-50AB-5696-788C30865AAF}"/>
          </ac:spMkLst>
        </pc:spChg>
        <pc:spChg chg="add">
          <ac:chgData name="Margo Bonal" userId="18c9fa0f-b53d-478b-9dc0-6ad88786c19f" providerId="ADAL" clId="{93D479E5-F67F-4B8A-A78F-A0B574A116B6}" dt="2026-02-21T21:53:35.561" v="1665" actId="26606"/>
          <ac:spMkLst>
            <pc:docMk/>
            <pc:sldMk cId="2380309321" sldId="268"/>
            <ac:spMk id="10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2-21T21:53:35.561" v="1665" actId="26606"/>
          <ac:spMkLst>
            <pc:docMk/>
            <pc:sldMk cId="2380309321" sldId="268"/>
            <ac:spMk id="12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1T21:53:35.561" v="1665" actId="26606"/>
          <ac:spMkLst>
            <pc:docMk/>
            <pc:sldMk cId="2380309321" sldId="268"/>
            <ac:spMk id="14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2-21T21:53:35.561" v="1665" actId="26606"/>
          <ac:spMkLst>
            <pc:docMk/>
            <pc:sldMk cId="2380309321" sldId="268"/>
            <ac:spMk id="16" creationId="{A7009A0A-BEF5-4EAC-AF15-E4F9F002E239}"/>
          </ac:spMkLst>
        </pc:spChg>
        <pc:picChg chg="add mod">
          <ac:chgData name="Margo Bonal" userId="18c9fa0f-b53d-478b-9dc0-6ad88786c19f" providerId="ADAL" clId="{93D479E5-F67F-4B8A-A78F-A0B574A116B6}" dt="2026-02-21T22:02:35.902" v="1751" actId="1076"/>
          <ac:picMkLst>
            <pc:docMk/>
            <pc:sldMk cId="2380309321" sldId="268"/>
            <ac:picMk id="5" creationId="{6F870A30-2658-29DF-258E-C75A7497EE87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21T22:02:46.761" v="1753" actId="21"/>
        <pc:sldMkLst>
          <pc:docMk/>
          <pc:sldMk cId="884354200" sldId="269"/>
        </pc:sldMkLst>
        <pc:spChg chg="mod">
          <ac:chgData name="Margo Bonal" userId="18c9fa0f-b53d-478b-9dc0-6ad88786c19f" providerId="ADAL" clId="{93D479E5-F67F-4B8A-A78F-A0B574A116B6}" dt="2026-02-21T22:00:48.517" v="1738" actId="20577"/>
          <ac:spMkLst>
            <pc:docMk/>
            <pc:sldMk cId="884354200" sldId="269"/>
            <ac:spMk id="2" creationId="{098A9E05-3407-06AF-8E14-D1D555C89F3B}"/>
          </ac:spMkLst>
        </pc:spChg>
        <pc:spChg chg="del mod">
          <ac:chgData name="Margo Bonal" userId="18c9fa0f-b53d-478b-9dc0-6ad88786c19f" providerId="ADAL" clId="{93D479E5-F67F-4B8A-A78F-A0B574A116B6}" dt="2026-02-21T22:02:46.761" v="1753" actId="21"/>
          <ac:spMkLst>
            <pc:docMk/>
            <pc:sldMk cId="884354200" sldId="269"/>
            <ac:spMk id="3" creationId="{32425DC6-EB15-A9A0-BC63-E9ECB41C5B17}"/>
          </ac:spMkLst>
        </pc:spChg>
        <pc:spChg chg="add">
          <ac:chgData name="Margo Bonal" userId="18c9fa0f-b53d-478b-9dc0-6ad88786c19f" providerId="ADAL" clId="{93D479E5-F67F-4B8A-A78F-A0B574A116B6}" dt="2026-02-21T21:58:07.647" v="1681" actId="26606"/>
          <ac:spMkLst>
            <pc:docMk/>
            <pc:sldMk cId="884354200" sldId="269"/>
            <ac:spMk id="10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2-21T21:58:07.647" v="1681" actId="26606"/>
          <ac:spMkLst>
            <pc:docMk/>
            <pc:sldMk cId="884354200" sldId="269"/>
            <ac:spMk id="12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1T21:58:07.647" v="1681" actId="26606"/>
          <ac:spMkLst>
            <pc:docMk/>
            <pc:sldMk cId="884354200" sldId="269"/>
            <ac:spMk id="14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2-21T21:58:07.647" v="1681" actId="26606"/>
          <ac:spMkLst>
            <pc:docMk/>
            <pc:sldMk cId="884354200" sldId="269"/>
            <ac:spMk id="16" creationId="{A7009A0A-BEF5-4EAC-AF15-E4F9F002E239}"/>
          </ac:spMkLst>
        </pc:spChg>
        <pc:picChg chg="add mod">
          <ac:chgData name="Margo Bonal" userId="18c9fa0f-b53d-478b-9dc0-6ad88786c19f" providerId="ADAL" clId="{93D479E5-F67F-4B8A-A78F-A0B574A116B6}" dt="2026-02-21T21:58:07.647" v="1681" actId="26606"/>
          <ac:picMkLst>
            <pc:docMk/>
            <pc:sldMk cId="884354200" sldId="269"/>
            <ac:picMk id="5" creationId="{A07F6FE6-43B8-3F8D-BF8E-18511233EC8D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21T22:02:52.738" v="1754" actId="21"/>
        <pc:sldMkLst>
          <pc:docMk/>
          <pc:sldMk cId="3857486133" sldId="270"/>
        </pc:sldMkLst>
        <pc:spChg chg="mod">
          <ac:chgData name="Margo Bonal" userId="18c9fa0f-b53d-478b-9dc0-6ad88786c19f" providerId="ADAL" clId="{93D479E5-F67F-4B8A-A78F-A0B574A116B6}" dt="2026-02-21T22:01:00.043" v="1740" actId="20577"/>
          <ac:spMkLst>
            <pc:docMk/>
            <pc:sldMk cId="3857486133" sldId="270"/>
            <ac:spMk id="2" creationId="{943F0D26-C404-6E35-D4F7-10155F5D3A98}"/>
          </ac:spMkLst>
        </pc:spChg>
        <pc:spChg chg="del mod">
          <ac:chgData name="Margo Bonal" userId="18c9fa0f-b53d-478b-9dc0-6ad88786c19f" providerId="ADAL" clId="{93D479E5-F67F-4B8A-A78F-A0B574A116B6}" dt="2026-02-21T22:02:52.738" v="1754" actId="21"/>
          <ac:spMkLst>
            <pc:docMk/>
            <pc:sldMk cId="3857486133" sldId="270"/>
            <ac:spMk id="3" creationId="{EE0AA41D-2840-DED4-56A9-8D5A58DB86E8}"/>
          </ac:spMkLst>
        </pc:spChg>
        <pc:spChg chg="add">
          <ac:chgData name="Margo Bonal" userId="18c9fa0f-b53d-478b-9dc0-6ad88786c19f" providerId="ADAL" clId="{93D479E5-F67F-4B8A-A78F-A0B574A116B6}" dt="2026-02-21T21:59:54.289" v="1711" actId="26606"/>
          <ac:spMkLst>
            <pc:docMk/>
            <pc:sldMk cId="3857486133" sldId="270"/>
            <ac:spMk id="10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2-21T21:59:54.289" v="1711" actId="26606"/>
          <ac:spMkLst>
            <pc:docMk/>
            <pc:sldMk cId="3857486133" sldId="270"/>
            <ac:spMk id="12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1T21:59:54.289" v="1711" actId="26606"/>
          <ac:spMkLst>
            <pc:docMk/>
            <pc:sldMk cId="3857486133" sldId="270"/>
            <ac:spMk id="14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2-21T21:59:54.289" v="1711" actId="26606"/>
          <ac:spMkLst>
            <pc:docMk/>
            <pc:sldMk cId="3857486133" sldId="270"/>
            <ac:spMk id="16" creationId="{A7009A0A-BEF5-4EAC-AF15-E4F9F002E239}"/>
          </ac:spMkLst>
        </pc:spChg>
        <pc:picChg chg="add mod modCrop">
          <ac:chgData name="Margo Bonal" userId="18c9fa0f-b53d-478b-9dc0-6ad88786c19f" providerId="ADAL" clId="{93D479E5-F67F-4B8A-A78F-A0B574A116B6}" dt="2026-02-21T21:59:54.289" v="1711" actId="26606"/>
          <ac:picMkLst>
            <pc:docMk/>
            <pc:sldMk cId="3857486133" sldId="270"/>
            <ac:picMk id="5" creationId="{6C01547A-003F-2DA0-1CB8-4E92D18977A2}"/>
          </ac:picMkLst>
        </pc:picChg>
      </pc:sldChg>
    </pc:docChg>
  </pc:docChgLst>
  <pc:docChgLst>
    <pc:chgData name="Luke ruffing" userId="c83d55373a9d0f60" providerId="LiveId" clId="{7F051426-1AF3-4D06-899D-16659997B519}"/>
    <pc:docChg chg="custSel modSld">
      <pc:chgData name="Luke ruffing" userId="c83d55373a9d0f60" providerId="LiveId" clId="{7F051426-1AF3-4D06-899D-16659997B519}" dt="2026-01-23T15:36:28.388" v="3" actId="1076"/>
      <pc:docMkLst>
        <pc:docMk/>
      </pc:docMkLst>
      <pc:sldChg chg="addSp delSp modSp mod">
        <pc:chgData name="Luke ruffing" userId="c83d55373a9d0f60" providerId="LiveId" clId="{7F051426-1AF3-4D06-899D-16659997B519}" dt="2026-01-23T15:36:28.388" v="3" actId="1076"/>
        <pc:sldMkLst>
          <pc:docMk/>
          <pc:sldMk cId="3713997872" sldId="259"/>
        </pc:sldMkLst>
      </pc:sldChg>
    </pc:docChg>
  </pc:docChgLst>
  <pc:docChgLst>
    <pc:chgData name="Margo Bonal" userId="18c9fa0f-b53d-478b-9dc0-6ad88786c19f" providerId="ADAL" clId="{57E2D5E0-CA32-47BE-A2DC-7B0365E99328}"/>
    <pc:docChg chg="undo redo custSel addSld delSld modSld sldOrd">
      <pc:chgData name="Margo Bonal" userId="18c9fa0f-b53d-478b-9dc0-6ad88786c19f" providerId="ADAL" clId="{57E2D5E0-CA32-47BE-A2DC-7B0365E99328}" dt="2026-02-13T23:06:23.287" v="617" actId="12100"/>
      <pc:docMkLst>
        <pc:docMk/>
      </pc:docMkLst>
      <pc:sldChg chg="modSp mod">
        <pc:chgData name="Margo Bonal" userId="18c9fa0f-b53d-478b-9dc0-6ad88786c19f" providerId="ADAL" clId="{57E2D5E0-CA32-47BE-A2DC-7B0365E99328}" dt="2026-02-13T23:03:42.609" v="551" actId="27636"/>
        <pc:sldMkLst>
          <pc:docMk/>
          <pc:sldMk cId="850630602" sldId="257"/>
        </pc:sldMkLst>
        <pc:spChg chg="mod">
          <ac:chgData name="Margo Bonal" userId="18c9fa0f-b53d-478b-9dc0-6ad88786c19f" providerId="ADAL" clId="{57E2D5E0-CA32-47BE-A2DC-7B0365E99328}" dt="2026-02-13T23:03:42.609" v="551" actId="27636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mod">
        <pc:chgData name="Margo Bonal" userId="18c9fa0f-b53d-478b-9dc0-6ad88786c19f" providerId="ADAL" clId="{57E2D5E0-CA32-47BE-A2DC-7B0365E99328}" dt="2026-02-13T23:01:24.470" v="495" actId="1076"/>
        <pc:sldMkLst>
          <pc:docMk/>
          <pc:sldMk cId="2065992260" sldId="258"/>
        </pc:sldMkLst>
        <pc:spChg chg="add mod">
          <ac:chgData name="Margo Bonal" userId="18c9fa0f-b53d-478b-9dc0-6ad88786c19f" providerId="ADAL" clId="{57E2D5E0-CA32-47BE-A2DC-7B0365E99328}" dt="2026-02-13T23:01:24.470" v="495" actId="1076"/>
          <ac:spMkLst>
            <pc:docMk/>
            <pc:sldMk cId="2065992260" sldId="258"/>
            <ac:spMk id="16" creationId="{1BFE9597-EE45-D183-9C43-FB508195BFBC}"/>
          </ac:spMkLst>
        </pc:spChg>
        <pc:graphicFrameChg chg="add mod">
          <ac:chgData name="Margo Bonal" userId="18c9fa0f-b53d-478b-9dc0-6ad88786c19f" providerId="ADAL" clId="{57E2D5E0-CA32-47BE-A2DC-7B0365E99328}" dt="2026-02-13T23:01:13.304" v="492" actId="1076"/>
          <ac:graphicFrameMkLst>
            <pc:docMk/>
            <pc:sldMk cId="2065992260" sldId="258"/>
            <ac:graphicFrameMk id="15" creationId="{FC544CC5-203D-7012-0096-763F5234B0F3}"/>
          </ac:graphicFrameMkLst>
        </pc:graphicFrameChg>
      </pc:sldChg>
      <pc:sldChg chg="addSp delSp modSp mod">
        <pc:chgData name="Margo Bonal" userId="18c9fa0f-b53d-478b-9dc0-6ad88786c19f" providerId="ADAL" clId="{57E2D5E0-CA32-47BE-A2DC-7B0365E99328}" dt="2026-02-13T22:52:16.211" v="233" actId="14100"/>
        <pc:sldMkLst>
          <pc:docMk/>
          <pc:sldMk cId="3713997872" sldId="259"/>
        </pc:sldMkLst>
        <pc:picChg chg="add mod modCrop">
          <ac:chgData name="Margo Bonal" userId="18c9fa0f-b53d-478b-9dc0-6ad88786c19f" providerId="ADAL" clId="{57E2D5E0-CA32-47BE-A2DC-7B0365E99328}" dt="2026-02-13T22:52:16.211" v="233" actId="14100"/>
          <ac:picMkLst>
            <pc:docMk/>
            <pc:sldMk cId="3713997872" sldId="259"/>
            <ac:picMk id="5" creationId="{30D9BB01-16EE-371C-49E8-833A93D92451}"/>
          </ac:picMkLst>
        </pc:picChg>
      </pc:sldChg>
      <pc:sldChg chg="addSp delSp modSp add mod ord">
        <pc:chgData name="Margo Bonal" userId="18c9fa0f-b53d-478b-9dc0-6ad88786c19f" providerId="ADAL" clId="{57E2D5E0-CA32-47BE-A2DC-7B0365E99328}" dt="2026-02-13T23:06:23.287" v="617" actId="12100"/>
        <pc:sldMkLst>
          <pc:docMk/>
          <pc:sldMk cId="2561402868" sldId="264"/>
        </pc:sldMkLst>
        <pc:spChg chg="add mod">
          <ac:chgData name="Margo Bonal" userId="18c9fa0f-b53d-478b-9dc0-6ad88786c19f" providerId="ADAL" clId="{57E2D5E0-CA32-47BE-A2DC-7B0365E99328}" dt="2026-02-13T22:45:18.658" v="172" actId="1076"/>
          <ac:spMkLst>
            <pc:docMk/>
            <pc:sldMk cId="2561402868" sldId="264"/>
            <ac:spMk id="9" creationId="{D6D36DC8-D9BF-8C26-69EA-ED89E34DB644}"/>
          </ac:spMkLst>
        </pc:spChg>
        <pc:graphicFrameChg chg="add mod">
          <ac:chgData name="Margo Bonal" userId="18c9fa0f-b53d-478b-9dc0-6ad88786c19f" providerId="ADAL" clId="{57E2D5E0-CA32-47BE-A2DC-7B0365E99328}" dt="2026-02-13T23:06:23.287" v="617" actId="12100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add mod ord">
        <pc:chgData name="Margo Bonal" userId="18c9fa0f-b53d-478b-9dc0-6ad88786c19f" providerId="ADAL" clId="{57E2D5E0-CA32-47BE-A2DC-7B0365E99328}" dt="2026-02-13T23:05:21.139" v="588" actId="313"/>
        <pc:sldMkLst>
          <pc:docMk/>
          <pc:sldMk cId="2428741132" sldId="265"/>
        </pc:sldMkLst>
        <pc:spChg chg="mod">
          <ac:chgData name="Margo Bonal" userId="18c9fa0f-b53d-478b-9dc0-6ad88786c19f" providerId="ADAL" clId="{57E2D5E0-CA32-47BE-A2DC-7B0365E99328}" dt="2026-02-13T22:51:00.114" v="220" actId="20577"/>
          <ac:spMkLst>
            <pc:docMk/>
            <pc:sldMk cId="2428741132" sldId="265"/>
            <ac:spMk id="3" creationId="{73DA28DD-1D93-45FF-9FF1-D9C602F501F5}"/>
          </ac:spMkLst>
        </pc:spChg>
        <pc:spChg chg="add mod">
          <ac:chgData name="Margo Bonal" userId="18c9fa0f-b53d-478b-9dc0-6ad88786c19f" providerId="ADAL" clId="{57E2D5E0-CA32-47BE-A2DC-7B0365E99328}" dt="2026-02-13T22:51:15.940" v="222" actId="1076"/>
          <ac:spMkLst>
            <pc:docMk/>
            <pc:sldMk cId="2428741132" sldId="265"/>
            <ac:spMk id="4" creationId="{A5AF426B-43FF-4BB7-086D-F7F73A587A96}"/>
          </ac:spMkLst>
        </pc:spChg>
        <pc:spChg chg="add mod">
          <ac:chgData name="Margo Bonal" userId="18c9fa0f-b53d-478b-9dc0-6ad88786c19f" providerId="ADAL" clId="{57E2D5E0-CA32-47BE-A2DC-7B0365E99328}" dt="2026-02-13T23:05:21.139" v="588" actId="313"/>
          <ac:spMkLst>
            <pc:docMk/>
            <pc:sldMk cId="2428741132" sldId="265"/>
            <ac:spMk id="8" creationId="{7A067979-B2B3-BD33-28AB-42AF2BBE1977}"/>
          </ac:spMkLst>
        </pc:spChg>
      </pc:sldChg>
      <pc:sldChg chg="addSp delSp modSp add mod ord">
        <pc:chgData name="Margo Bonal" userId="18c9fa0f-b53d-478b-9dc0-6ad88786c19f" providerId="ADAL" clId="{57E2D5E0-CA32-47BE-A2DC-7B0365E99328}" dt="2026-02-13T23:02:06.751" v="514" actId="20577"/>
        <pc:sldMkLst>
          <pc:docMk/>
          <pc:sldMk cId="3526335932" sldId="266"/>
        </pc:sldMkLst>
        <pc:spChg chg="add mod">
          <ac:chgData name="Margo Bonal" userId="18c9fa0f-b53d-478b-9dc0-6ad88786c19f" providerId="ADAL" clId="{57E2D5E0-CA32-47BE-A2DC-7B0365E99328}" dt="2026-02-13T23:01:39.877" v="499" actId="14100"/>
          <ac:spMkLst>
            <pc:docMk/>
            <pc:sldMk cId="3526335932" sldId="266"/>
            <ac:spMk id="4" creationId="{86ED9EE4-56A8-6AFD-BE9A-A35D2ABC59A0}"/>
          </ac:spMkLst>
        </pc:spChg>
        <pc:spChg chg="add mod">
          <ac:chgData name="Margo Bonal" userId="18c9fa0f-b53d-478b-9dc0-6ad88786c19f" providerId="ADAL" clId="{57E2D5E0-CA32-47BE-A2DC-7B0365E99328}" dt="2026-02-13T23:02:06.751" v="514" actId="20577"/>
          <ac:spMkLst>
            <pc:docMk/>
            <pc:sldMk cId="3526335932" sldId="266"/>
            <ac:spMk id="5" creationId="{E40DC201-0466-5D58-2422-48A1842C6A76}"/>
          </ac:spMkLst>
        </pc:spChg>
        <pc:spChg chg="add mod">
          <ac:chgData name="Margo Bonal" userId="18c9fa0f-b53d-478b-9dc0-6ad88786c19f" providerId="ADAL" clId="{57E2D5E0-CA32-47BE-A2DC-7B0365E99328}" dt="2026-02-13T23:01:33.171" v="497" actId="1076"/>
          <ac:spMkLst>
            <pc:docMk/>
            <pc:sldMk cId="3526335932" sldId="266"/>
            <ac:spMk id="8" creationId="{24AA2B82-D640-63C8-0949-8D61BA43585E}"/>
          </ac:spMkLst>
        </pc:spChg>
        <pc:spChg chg="add mod">
          <ac:chgData name="Margo Bonal" userId="18c9fa0f-b53d-478b-9dc0-6ad88786c19f" providerId="ADAL" clId="{57E2D5E0-CA32-47BE-A2DC-7B0365E99328}" dt="2026-02-13T23:01:36.208" v="498" actId="1076"/>
          <ac:spMkLst>
            <pc:docMk/>
            <pc:sldMk cId="3526335932" sldId="266"/>
            <ac:spMk id="11" creationId="{D6DB2568-1D7A-1154-06D4-C4FEF3D291A5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endParaRPr lang="en-US" dirty="0"/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endParaRPr lang="en-US" dirty="0"/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D164FE33-84B1-4569-B205-B8D56A463CA2}">
      <dgm:prSet/>
      <dgm:spPr/>
      <dgm:t>
        <a:bodyPr/>
        <a:lstStyle/>
        <a:p>
          <a:endParaRPr lang="en-US" dirty="0"/>
        </a:p>
      </dgm:t>
    </dgm:pt>
    <dgm:pt modelId="{7DA97775-1858-48FE-BDF4-3C1835F95D31}" type="parTrans" cxnId="{1D79B17F-FF0A-433C-AD09-31B22D2982FD}">
      <dgm:prSet/>
      <dgm:spPr/>
      <dgm:t>
        <a:bodyPr/>
        <a:lstStyle/>
        <a:p>
          <a:endParaRPr lang="en-US"/>
        </a:p>
      </dgm:t>
    </dgm:pt>
    <dgm:pt modelId="{2E6446DA-01C1-4120-833E-FA0E55DC486E}" type="sibTrans" cxnId="{1D79B17F-FF0A-433C-AD09-31B22D2982FD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3"/>
      <dgm:spPr/>
    </dgm:pt>
    <dgm:pt modelId="{1183B01D-027F-4222-9A5D-26614D621D81}" type="pres">
      <dgm:prSet presAssocID="{7D77D55D-8CCB-40C4-94CB-4B06CD8B8779}" presName="text" presStyleLbl="fgAcc0" presStyleIdx="0" presStyleCnt="3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3"/>
      <dgm:spPr/>
    </dgm:pt>
    <dgm:pt modelId="{EE8EEF36-F451-494C-9D0C-6D4B4B602222}" type="pres">
      <dgm:prSet presAssocID="{9C35D664-F4ED-4924-B85E-A22D43967662}" presName="text" presStyleLbl="fgAcc0" presStyleIdx="1" presStyleCnt="3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5654D2F3-0BB4-4E47-B368-909288A5B2BD}" type="pres">
      <dgm:prSet presAssocID="{D164FE33-84B1-4569-B205-B8D56A463CA2}" presName="hierRoot1" presStyleCnt="0"/>
      <dgm:spPr/>
    </dgm:pt>
    <dgm:pt modelId="{CD50A866-77B7-46A1-AFBB-CAE16E141989}" type="pres">
      <dgm:prSet presAssocID="{D164FE33-84B1-4569-B205-B8D56A463CA2}" presName="composite" presStyleCnt="0"/>
      <dgm:spPr/>
    </dgm:pt>
    <dgm:pt modelId="{CA2C5924-FEEE-41E7-8498-90F97462AB60}" type="pres">
      <dgm:prSet presAssocID="{D164FE33-84B1-4569-B205-B8D56A463CA2}" presName="background" presStyleLbl="node0" presStyleIdx="2" presStyleCnt="3"/>
      <dgm:spPr/>
    </dgm:pt>
    <dgm:pt modelId="{464A5E94-15C8-483E-96F7-DE1ACC400150}" type="pres">
      <dgm:prSet presAssocID="{D164FE33-84B1-4569-B205-B8D56A463CA2}" presName="text" presStyleLbl="fgAcc0" presStyleIdx="2" presStyleCnt="3">
        <dgm:presLayoutVars>
          <dgm:chPref val="3"/>
        </dgm:presLayoutVars>
      </dgm:prSet>
      <dgm:spPr/>
    </dgm:pt>
    <dgm:pt modelId="{E1C6EDBD-8470-4060-92F8-D31F6A8051C0}" type="pres">
      <dgm:prSet presAssocID="{D164FE33-84B1-4569-B205-B8D56A463CA2}" presName="hierChild2" presStyleCnt="0"/>
      <dgm:spPr/>
    </dgm:pt>
  </dgm:ptLst>
  <dgm:cxnLst>
    <dgm:cxn modelId="{05C86F0A-4746-460B-9098-72321F3CDD33}" type="presOf" srcId="{D164FE33-84B1-4569-B205-B8D56A463CA2}" destId="{464A5E94-15C8-483E-96F7-DE1ACC400150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01442F58-BA90-4E63-BCA2-075C3C0378F0}" type="presOf" srcId="{7D77D55D-8CCB-40C4-94CB-4B06CD8B8779}" destId="{1183B01D-027F-4222-9A5D-26614D621D81}" srcOrd="0" destOrd="0" presId="urn:microsoft.com/office/officeart/2005/8/layout/hierarchy1"/>
    <dgm:cxn modelId="{1D79B17F-FF0A-433C-AD09-31B22D2982FD}" srcId="{875220B3-5F43-41BF-82F0-F1D5090E78B1}" destId="{D164FE33-84B1-4569-B205-B8D56A463CA2}" srcOrd="2" destOrd="0" parTransId="{7DA97775-1858-48FE-BDF4-3C1835F95D31}" sibTransId="{2E6446DA-01C1-4120-833E-FA0E55DC486E}"/>
    <dgm:cxn modelId="{5B786AAC-222A-4468-B55B-0EAA368993A2}" type="presOf" srcId="{9C35D664-F4ED-4924-B85E-A22D43967662}" destId="{EE8EEF36-F451-494C-9D0C-6D4B4B602222}" srcOrd="0" destOrd="0" presId="urn:microsoft.com/office/officeart/2005/8/layout/hierarchy1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95049FAD-31F9-439F-BFA3-E22A1A563604}" type="presParOf" srcId="{F85EEB6F-AAF0-4C94-BC92-C847D8A79108}" destId="{1B7C8F59-19C7-4811-ACF5-94E83EF18D53}" srcOrd="0" destOrd="0" presId="urn:microsoft.com/office/officeart/2005/8/layout/hierarchy1"/>
    <dgm:cxn modelId="{1E3A4A04-0C1F-470B-B4ED-DC851A10E818}" type="presParOf" srcId="{1B7C8F59-19C7-4811-ACF5-94E83EF18D53}" destId="{8918ADED-6A57-4174-8DFD-B8853753C67B}" srcOrd="0" destOrd="0" presId="urn:microsoft.com/office/officeart/2005/8/layout/hierarchy1"/>
    <dgm:cxn modelId="{1BC6797F-EB63-43BF-AFEA-D0146C2A2E21}" type="presParOf" srcId="{8918ADED-6A57-4174-8DFD-B8853753C67B}" destId="{98190555-19A4-4CFA-B5ED-89857792E0B9}" srcOrd="0" destOrd="0" presId="urn:microsoft.com/office/officeart/2005/8/layout/hierarchy1"/>
    <dgm:cxn modelId="{1F7CD6F7-51FF-4138-B0CC-42CF8E0CFE06}" type="presParOf" srcId="{8918ADED-6A57-4174-8DFD-B8853753C67B}" destId="{1183B01D-027F-4222-9A5D-26614D621D81}" srcOrd="1" destOrd="0" presId="urn:microsoft.com/office/officeart/2005/8/layout/hierarchy1"/>
    <dgm:cxn modelId="{43663621-4EB7-4D21-A7EA-406D22B380E8}" type="presParOf" srcId="{1B7C8F59-19C7-4811-ACF5-94E83EF18D53}" destId="{769B866C-995B-4621-BF4F-632E3E797DE6}" srcOrd="1" destOrd="0" presId="urn:microsoft.com/office/officeart/2005/8/layout/hierarchy1"/>
    <dgm:cxn modelId="{70C13F18-7581-4BC8-894F-491B57EE2C69}" type="presParOf" srcId="{F85EEB6F-AAF0-4C94-BC92-C847D8A79108}" destId="{7C0E07B7-20A4-4341-8762-1E58F807E8BA}" srcOrd="1" destOrd="0" presId="urn:microsoft.com/office/officeart/2005/8/layout/hierarchy1"/>
    <dgm:cxn modelId="{78DBC6C1-73C1-4548-A4BC-FA3047F5A73B}" type="presParOf" srcId="{7C0E07B7-20A4-4341-8762-1E58F807E8BA}" destId="{167A3E1F-AD74-4598-B50A-3C9D400D900E}" srcOrd="0" destOrd="0" presId="urn:microsoft.com/office/officeart/2005/8/layout/hierarchy1"/>
    <dgm:cxn modelId="{FD8996CB-5238-43A3-BEAB-80F1A6BFE21B}" type="presParOf" srcId="{167A3E1F-AD74-4598-B50A-3C9D400D900E}" destId="{FE1BC2AB-A6F4-451D-B5E4-EBBE2F580413}" srcOrd="0" destOrd="0" presId="urn:microsoft.com/office/officeart/2005/8/layout/hierarchy1"/>
    <dgm:cxn modelId="{CBA5D3B1-A39D-49FA-8BB0-FA4491539200}" type="presParOf" srcId="{167A3E1F-AD74-4598-B50A-3C9D400D900E}" destId="{EE8EEF36-F451-494C-9D0C-6D4B4B602222}" srcOrd="1" destOrd="0" presId="urn:microsoft.com/office/officeart/2005/8/layout/hierarchy1"/>
    <dgm:cxn modelId="{72142E2E-2D64-41DE-B594-BAA603395FD6}" type="presParOf" srcId="{7C0E07B7-20A4-4341-8762-1E58F807E8BA}" destId="{7BE69AD2-283F-47B6-B4ED-6AF7473EBC65}" srcOrd="1" destOrd="0" presId="urn:microsoft.com/office/officeart/2005/8/layout/hierarchy1"/>
    <dgm:cxn modelId="{93F6E5D4-69E2-4BA3-B007-DA99ED72255F}" type="presParOf" srcId="{F85EEB6F-AAF0-4C94-BC92-C847D8A79108}" destId="{5654D2F3-0BB4-4E47-B368-909288A5B2BD}" srcOrd="2" destOrd="0" presId="urn:microsoft.com/office/officeart/2005/8/layout/hierarchy1"/>
    <dgm:cxn modelId="{6120C75B-3644-4B15-9344-967D4E7D8A4A}" type="presParOf" srcId="{5654D2F3-0BB4-4E47-B368-909288A5B2BD}" destId="{CD50A866-77B7-46A1-AFBB-CAE16E141989}" srcOrd="0" destOrd="0" presId="urn:microsoft.com/office/officeart/2005/8/layout/hierarchy1"/>
    <dgm:cxn modelId="{1708E196-57E8-4C6E-9527-BA3E576C7203}" type="presParOf" srcId="{CD50A866-77B7-46A1-AFBB-CAE16E141989}" destId="{CA2C5924-FEEE-41E7-8498-90F97462AB60}" srcOrd="0" destOrd="0" presId="urn:microsoft.com/office/officeart/2005/8/layout/hierarchy1"/>
    <dgm:cxn modelId="{DEFC47D3-F17C-4128-8087-EBC594B8A1E7}" type="presParOf" srcId="{CD50A866-77B7-46A1-AFBB-CAE16E141989}" destId="{464A5E94-15C8-483E-96F7-DE1ACC400150}" srcOrd="1" destOrd="0" presId="urn:microsoft.com/office/officeart/2005/8/layout/hierarchy1"/>
    <dgm:cxn modelId="{3136D6E1-4AB0-4735-839A-F019FBC2E0A6}" type="presParOf" srcId="{5654D2F3-0BB4-4E47-B368-909288A5B2BD}" destId="{E1C6EDBD-8470-4060-92F8-D31F6A8051C0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0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328612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383617" y="797580"/>
        <a:ext cx="2847502" cy="1768010"/>
      </dsp:txXfrm>
    </dsp:sp>
    <dsp:sp modelId="{FE1BC2AB-A6F4-451D-B5E4-EBBE2F580413}">
      <dsp:nvSpPr>
        <dsp:cNvPr id="0" name=""/>
        <dsp:cNvSpPr/>
      </dsp:nvSpPr>
      <dsp:spPr>
        <a:xfrm>
          <a:off x="3614737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3943350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3998355" y="797580"/>
        <a:ext cx="2847502" cy="1768010"/>
      </dsp:txXfrm>
    </dsp:sp>
    <dsp:sp modelId="{CA2C5924-FEEE-41E7-8498-90F97462AB60}">
      <dsp:nvSpPr>
        <dsp:cNvPr id="0" name=""/>
        <dsp:cNvSpPr/>
      </dsp:nvSpPr>
      <dsp:spPr>
        <a:xfrm>
          <a:off x="7229475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4A5E94-15C8-483E-96F7-DE1ACC400150}">
      <dsp:nvSpPr>
        <dsp:cNvPr id="0" name=""/>
        <dsp:cNvSpPr/>
      </dsp:nvSpPr>
      <dsp:spPr>
        <a:xfrm>
          <a:off x="7558087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7613092" y="797580"/>
        <a:ext cx="2847502" cy="17680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1903615" y="2544041"/>
            <a:ext cx="8101135" cy="342206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Begin Team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Implement Password Requirements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Begin Challenges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Minor frontend fixes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Complete Friends feature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Display Clubs on Dashboard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Fix Storing Private Activity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Limit viewing activities on dashboard: User and Friend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All activities stored as public, not registering private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Profile Like and Activity Like crossover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Email password recovery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Viewing Activities list too long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273" y="936048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6746378" y="936048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B4EC798-8386-CB36-1C33-949CA6568550}"/>
              </a:ext>
            </a:extLst>
          </p:cNvPr>
          <p:cNvSpPr txBox="1">
            <a:spLocks/>
          </p:cNvSpPr>
          <p:nvPr/>
        </p:nvSpPr>
        <p:spPr>
          <a:xfrm>
            <a:off x="5987006" y="2314461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Radio buttons were not ever connected on frontend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 New Database table for activity likes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Need more research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Limit Top 10 activities by sorting top newest dates entered</a:t>
            </a:r>
          </a:p>
          <a:p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1536" y="777555"/>
            <a:ext cx="3183892" cy="98742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28AC11-BFDF-42EF-80FF-717BBF909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CC56AF6-38E4-490B-8E2B-1A1037B4ED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D03CEA-C103-137A-6541-3C7919AF09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59" r="-1" b="-1"/>
          <a:stretch>
            <a:fillRect/>
          </a:stretch>
        </p:blipFill>
        <p:spPr>
          <a:xfrm>
            <a:off x="4038610" y="7"/>
            <a:ext cx="4039673" cy="6875812"/>
          </a:xfrm>
          <a:prstGeom prst="rect">
            <a:avLst/>
          </a:prstGeom>
        </p:spPr>
      </p:pic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32FD26B0-16CE-4AD4-9CE4-A63EBF3308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0954DF-016C-D845-8992-C5BD91CB8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5100" y="2945176"/>
            <a:ext cx="4278390" cy="2757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4000" dirty="0">
                <a:solidFill>
                  <a:srgbClr val="FFFFFF"/>
                </a:solidFill>
              </a:rPr>
              <a:t>Password</a:t>
            </a:r>
            <a:br>
              <a:rPr lang="en-US" sz="4000" dirty="0">
                <a:solidFill>
                  <a:srgbClr val="FFFFFF"/>
                </a:solidFill>
              </a:rPr>
            </a:br>
            <a:r>
              <a:rPr lang="en-US" sz="4000" dirty="0">
                <a:solidFill>
                  <a:srgbClr val="FFFFFF"/>
                </a:solidFill>
              </a:rPr>
              <a:t>Requirements </a:t>
            </a:r>
            <a:br>
              <a:rPr lang="en-US" sz="4000" dirty="0">
                <a:solidFill>
                  <a:srgbClr val="FFFFFF"/>
                </a:solidFill>
              </a:rPr>
            </a:br>
            <a:endParaRPr lang="en-US" sz="40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76D878-3A30-FB4D-7FBB-E2CAABFAC6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954" b="5013"/>
          <a:stretch>
            <a:fillRect/>
          </a:stretch>
        </p:blipFill>
        <p:spPr>
          <a:xfrm>
            <a:off x="8068007" y="-7"/>
            <a:ext cx="4123986" cy="6876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6504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05808F-7D44-6A85-D501-49B998EF5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Private  Activities Now Stored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870A30-2658-29DF-258E-C75A7497E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030" y="1623025"/>
            <a:ext cx="9451983" cy="4844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309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8A9E05-3407-06AF-8E14-D1D555C89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Friend View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7F6FE6-43B8-3F8D-BF8E-18511233E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25" y="2394124"/>
            <a:ext cx="11327549" cy="3596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3542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3F0D26-C404-6E35-D4F7-10155F5D3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Clubs and Likes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01547A-003F-2DA0-1CB8-4E92D18977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997"/>
          <a:stretch>
            <a:fillRect/>
          </a:stretch>
        </p:blipFill>
        <p:spPr>
          <a:xfrm>
            <a:off x="1643839" y="1966293"/>
            <a:ext cx="8904320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4861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/>
          <a:lstStyle/>
          <a:p>
            <a:r>
              <a:rPr lang="en-US" dirty="0"/>
              <a:t>Week 7 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7196459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D9BB01-16EE-371C-49E8-833A93D924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514"/>
          <a:stretch>
            <a:fillRect/>
          </a:stretch>
        </p:blipFill>
        <p:spPr>
          <a:xfrm>
            <a:off x="0" y="2219602"/>
            <a:ext cx="12191999" cy="4608716"/>
          </a:xfrm>
          <a:prstGeom prst="rect">
            <a:avLst/>
          </a:prstGeom>
          <a:ln w="28575"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193</Words>
  <Application>Microsoft Office PowerPoint</Application>
  <PresentationFormat>Widescreen</PresentationFormat>
  <Paragraphs>38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Challenges </vt:lpstr>
      <vt:lpstr> Progress </vt:lpstr>
      <vt:lpstr>Password Requirements  </vt:lpstr>
      <vt:lpstr>Private  Activities Now Stored</vt:lpstr>
      <vt:lpstr>Friend View </vt:lpstr>
      <vt:lpstr>Clubs and Likes</vt:lpstr>
      <vt:lpstr>Week 7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2</cp:revision>
  <dcterms:created xsi:type="dcterms:W3CDTF">2026-01-22T18:57:02Z</dcterms:created>
  <dcterms:modified xsi:type="dcterms:W3CDTF">2026-02-21T22:02:58Z</dcterms:modified>
</cp:coreProperties>
</file>