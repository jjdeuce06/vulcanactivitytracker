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67" r:id="rId5"/>
    <p:sldId id="268" r:id="rId6"/>
    <p:sldId id="266" r:id="rId7"/>
    <p:sldId id="258" r:id="rId8"/>
    <p:sldId id="264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19AF7A-92BB-46C1-950F-B886EA717ED2}" v="7" dt="2026-02-27T16:47:07.449"/>
    <p1510:client id="{D9D41E03-52DD-4057-9108-ECDA6CA8D6DC}" v="61" dt="2026-02-28T12:25:26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9" d="100"/>
          <a:sy n="79" d="100"/>
        </p:scale>
        <p:origin x="648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Gerega" userId="bd3e1e46fb6a714b" providerId="LiveId" clId="{45F0C402-C550-4C82-B31D-5B32217A5E94}"/>
    <pc:docChg chg="modSld">
      <pc:chgData name="John Gerega" userId="bd3e1e46fb6a714b" providerId="LiveId" clId="{45F0C402-C550-4C82-B31D-5B32217A5E94}" dt="2026-02-17T12:42:35.112" v="95" actId="20577"/>
      <pc:docMkLst>
        <pc:docMk/>
      </pc:docMkLst>
      <pc:sldChg chg="modSp mod">
        <pc:chgData name="John Gerega" userId="bd3e1e46fb6a714b" providerId="LiveId" clId="{45F0C402-C550-4C82-B31D-5B32217A5E94}" dt="2026-02-17T12:42:35.112" v="95" actId="20577"/>
        <pc:sldMkLst>
          <pc:docMk/>
          <pc:sldMk cId="2428741132" sldId="265"/>
        </pc:sldMkLst>
        <pc:spChg chg="mod">
          <ac:chgData name="John Gerega" userId="bd3e1e46fb6a714b" providerId="LiveId" clId="{45F0C402-C550-4C82-B31D-5B32217A5E94}" dt="2026-02-17T12:42:35.112" v="95" actId="20577"/>
          <ac:spMkLst>
            <pc:docMk/>
            <pc:sldMk cId="2428741132" sldId="265"/>
            <ac:spMk id="8" creationId="{7A067979-B2B3-BD33-28AB-42AF2BBE1977}"/>
          </ac:spMkLst>
        </pc:spChg>
      </pc:sldChg>
    </pc:docChg>
  </pc:docChgLst>
  <pc:docChgLst>
    <pc:chgData name="Margo Bonal" userId="18c9fa0f-b53d-478b-9dc0-6ad88786c19f" providerId="ADAL" clId="{93D479E5-F67F-4B8A-A78F-A0B574A116B6}"/>
    <pc:docChg chg="undo custSel addSld delSld modSld">
      <pc:chgData name="Margo Bonal" userId="18c9fa0f-b53d-478b-9dc0-6ad88786c19f" providerId="ADAL" clId="{93D479E5-F67F-4B8A-A78F-A0B574A116B6}" dt="2026-02-28T12:26:48.498" v="3198" actId="1076"/>
      <pc:docMkLst>
        <pc:docMk/>
      </pc:docMkLst>
      <pc:sldChg chg="addSp delSp modSp new mod setBg">
        <pc:chgData name="Margo Bonal" userId="18c9fa0f-b53d-478b-9dc0-6ad88786c19f" providerId="ADAL" clId="{93D479E5-F67F-4B8A-A78F-A0B574A116B6}" dt="2026-02-21T21:31:11.749" v="1042" actId="1076"/>
        <pc:sldMkLst>
          <pc:docMk/>
          <pc:sldMk cId="2065992260" sldId="258"/>
        </pc:sldMkLst>
        <pc:spChg chg="mod">
          <ac:chgData name="Margo Bonal" userId="18c9fa0f-b53d-478b-9dc0-6ad88786c19f" providerId="ADAL" clId="{93D479E5-F67F-4B8A-A78F-A0B574A116B6}" dt="2026-02-21T21:31:11.749" v="1042" actId="1076"/>
          <ac:spMkLst>
            <pc:docMk/>
            <pc:sldMk cId="2065992260" sldId="258"/>
            <ac:spMk id="16" creationId="{1BFE9597-EE45-D183-9C43-FB508195BFBC}"/>
          </ac:spMkLst>
        </pc:spChg>
      </pc:sldChg>
      <pc:sldChg chg="modSp mod">
        <pc:chgData name="Margo Bonal" userId="18c9fa0f-b53d-478b-9dc0-6ad88786c19f" providerId="ADAL" clId="{93D479E5-F67F-4B8A-A78F-A0B574A116B6}" dt="2026-02-22T13:30:29.735" v="2182" actId="20577"/>
        <pc:sldMkLst>
          <pc:docMk/>
          <pc:sldMk cId="2561402868" sldId="264"/>
        </pc:sldMkLst>
        <pc:spChg chg="mod">
          <ac:chgData name="Margo Bonal" userId="18c9fa0f-b53d-478b-9dc0-6ad88786c19f" providerId="ADAL" clId="{93D479E5-F67F-4B8A-A78F-A0B574A116B6}" dt="2026-02-20T16:43:18.756" v="1003" actId="20577"/>
          <ac:spMkLst>
            <pc:docMk/>
            <pc:sldMk cId="2561402868" sldId="264"/>
            <ac:spMk id="9" creationId="{D6D36DC8-D9BF-8C26-69EA-ED89E34DB644}"/>
          </ac:spMkLst>
        </pc:spChg>
        <pc:graphicFrameChg chg="mod modGraphic">
          <ac:chgData name="Margo Bonal" userId="18c9fa0f-b53d-478b-9dc0-6ad88786c19f" providerId="ADAL" clId="{93D479E5-F67F-4B8A-A78F-A0B574A116B6}" dt="2026-02-22T13:30:29.735" v="2182" actId="20577"/>
          <ac:graphicFrameMkLst>
            <pc:docMk/>
            <pc:sldMk cId="2561402868" sldId="264"/>
            <ac:graphicFrameMk id="27" creationId="{D6B93F0B-FEB0-EDAB-CFE1-A57DEFE97FCD}"/>
          </ac:graphicFrameMkLst>
        </pc:graphicFrameChg>
      </pc:sldChg>
      <pc:sldChg chg="addSp modSp mod">
        <pc:chgData name="Margo Bonal" userId="18c9fa0f-b53d-478b-9dc0-6ad88786c19f" providerId="ADAL" clId="{93D479E5-F67F-4B8A-A78F-A0B574A116B6}" dt="2026-02-28T12:23:38.929" v="3113" actId="20577"/>
        <pc:sldMkLst>
          <pc:docMk/>
          <pc:sldMk cId="2428741132" sldId="265"/>
        </pc:sldMkLst>
        <pc:spChg chg="add mod">
          <ac:chgData name="Margo Bonal" userId="18c9fa0f-b53d-478b-9dc0-6ad88786c19f" providerId="ADAL" clId="{93D479E5-F67F-4B8A-A78F-A0B574A116B6}" dt="2026-02-28T12:23:38.929" v="3113" actId="20577"/>
          <ac:spMkLst>
            <pc:docMk/>
            <pc:sldMk cId="2428741132" sldId="265"/>
            <ac:spMk id="2" creationId="{726ED135-95C1-5462-0C4A-3CB641B9D068}"/>
          </ac:spMkLst>
        </pc:spChg>
        <pc:spChg chg="mod">
          <ac:chgData name="Margo Bonal" userId="18c9fa0f-b53d-478b-9dc0-6ad88786c19f" providerId="ADAL" clId="{93D479E5-F67F-4B8A-A78F-A0B574A116B6}" dt="2026-02-21T21:42:54.604" v="1468" actId="20577"/>
          <ac:spMkLst>
            <pc:docMk/>
            <pc:sldMk cId="2428741132" sldId="265"/>
            <ac:spMk id="8" creationId="{7A067979-B2B3-BD33-28AB-42AF2BBE1977}"/>
          </ac:spMkLst>
        </pc:spChg>
      </pc:sldChg>
      <pc:sldChg chg="addSp delSp modSp mod">
        <pc:chgData name="Margo Bonal" userId="18c9fa0f-b53d-478b-9dc0-6ad88786c19f" providerId="ADAL" clId="{93D479E5-F67F-4B8A-A78F-A0B574A116B6}" dt="2026-02-28T12:22:35.190" v="3052" actId="20577"/>
        <pc:sldMkLst>
          <pc:docMk/>
          <pc:sldMk cId="3526335932" sldId="266"/>
        </pc:sldMkLst>
        <pc:spChg chg="add del mod">
          <ac:chgData name="Margo Bonal" userId="18c9fa0f-b53d-478b-9dc0-6ad88786c19f" providerId="ADAL" clId="{93D479E5-F67F-4B8A-A78F-A0B574A116B6}" dt="2026-02-28T12:19:21.486" v="2796" actId="478"/>
          <ac:spMkLst>
            <pc:docMk/>
            <pc:sldMk cId="3526335932" sldId="266"/>
            <ac:spMk id="2" creationId="{FB4EC798-8386-CB36-1C33-949CA6568550}"/>
          </ac:spMkLst>
        </pc:spChg>
        <pc:spChg chg="add mod">
          <ac:chgData name="Margo Bonal" userId="18c9fa0f-b53d-478b-9dc0-6ad88786c19f" providerId="ADAL" clId="{93D479E5-F67F-4B8A-A78F-A0B574A116B6}" dt="2026-02-28T12:22:19.720" v="3017" actId="255"/>
          <ac:spMkLst>
            <pc:docMk/>
            <pc:sldMk cId="3526335932" sldId="266"/>
            <ac:spMk id="3" creationId="{CCDEAB36-867D-95B6-8834-F42C5B9259D0}"/>
          </ac:spMkLst>
        </pc:spChg>
        <pc:spChg chg="mod">
          <ac:chgData name="Margo Bonal" userId="18c9fa0f-b53d-478b-9dc0-6ad88786c19f" providerId="ADAL" clId="{93D479E5-F67F-4B8A-A78F-A0B574A116B6}" dt="2026-02-28T12:22:35.190" v="3052" actId="20577"/>
          <ac:spMkLst>
            <pc:docMk/>
            <pc:sldMk cId="3526335932" sldId="266"/>
            <ac:spMk id="4" creationId="{86ED9EE4-56A8-6AFD-BE9A-A35D2ABC59A0}"/>
          </ac:spMkLst>
        </pc:spChg>
        <pc:spChg chg="mod">
          <ac:chgData name="Margo Bonal" userId="18c9fa0f-b53d-478b-9dc0-6ad88786c19f" providerId="ADAL" clId="{93D479E5-F67F-4B8A-A78F-A0B574A116B6}" dt="2026-02-20T15:51:55.089" v="1001" actId="20577"/>
          <ac:spMkLst>
            <pc:docMk/>
            <pc:sldMk cId="3526335932" sldId="266"/>
            <ac:spMk id="5" creationId="{E40DC201-0466-5D58-2422-48A1842C6A76}"/>
          </ac:spMkLst>
        </pc:spChg>
        <pc:spChg chg="mod">
          <ac:chgData name="Margo Bonal" userId="18c9fa0f-b53d-478b-9dc0-6ad88786c19f" providerId="ADAL" clId="{93D479E5-F67F-4B8A-A78F-A0B574A116B6}" dt="2026-02-20T15:51:28.008" v="998" actId="1076"/>
          <ac:spMkLst>
            <pc:docMk/>
            <pc:sldMk cId="3526335932" sldId="266"/>
            <ac:spMk id="8" creationId="{24AA2B82-D640-63C8-0949-8D61BA43585E}"/>
          </ac:spMkLst>
        </pc:spChg>
        <pc:spChg chg="mod">
          <ac:chgData name="Margo Bonal" userId="18c9fa0f-b53d-478b-9dc0-6ad88786c19f" providerId="ADAL" clId="{93D479E5-F67F-4B8A-A78F-A0B574A116B6}" dt="2026-02-20T15:51:41.661" v="999" actId="1076"/>
          <ac:spMkLst>
            <pc:docMk/>
            <pc:sldMk cId="3526335932" sldId="266"/>
            <ac:spMk id="11" creationId="{D6DB2568-1D7A-1154-06D4-C4FEF3D291A5}"/>
          </ac:spMkLst>
        </pc:spChg>
      </pc:sldChg>
      <pc:sldChg chg="addSp delSp modSp mod">
        <pc:chgData name="Margo Bonal" userId="18c9fa0f-b53d-478b-9dc0-6ad88786c19f" providerId="ADAL" clId="{93D479E5-F67F-4B8A-A78F-A0B574A116B6}" dt="2026-02-28T12:03:09.425" v="2383" actId="26606"/>
        <pc:sldMkLst>
          <pc:docMk/>
          <pc:sldMk cId="466827126" sldId="267"/>
        </pc:sldMkLst>
        <pc:spChg chg="add del">
          <ac:chgData name="Margo Bonal" userId="18c9fa0f-b53d-478b-9dc0-6ad88786c19f" providerId="ADAL" clId="{93D479E5-F67F-4B8A-A78F-A0B574A116B6}" dt="2026-02-28T12:03:09.425" v="2383" actId="26606"/>
          <ac:spMkLst>
            <pc:docMk/>
            <pc:sldMk cId="466827126" sldId="267"/>
            <ac:spMk id="3" creationId="{ED251D10-213C-75FF-8717-7ADF2D6C82F3}"/>
          </ac:spMkLst>
        </pc:spChg>
        <pc:graphicFrameChg chg="add del">
          <ac:chgData name="Margo Bonal" userId="18c9fa0f-b53d-478b-9dc0-6ad88786c19f" providerId="ADAL" clId="{93D479E5-F67F-4B8A-A78F-A0B574A116B6}" dt="2026-02-28T12:02:16.075" v="2376" actId="26606"/>
          <ac:graphicFrameMkLst>
            <pc:docMk/>
            <pc:sldMk cId="466827126" sldId="267"/>
            <ac:graphicFrameMk id="26" creationId="{EA78882D-FC5E-C726-38F8-4EB00491C692}"/>
          </ac:graphicFrameMkLst>
        </pc:graphicFrameChg>
        <pc:graphicFrameChg chg="add del">
          <ac:chgData name="Margo Bonal" userId="18c9fa0f-b53d-478b-9dc0-6ad88786c19f" providerId="ADAL" clId="{93D479E5-F67F-4B8A-A78F-A0B574A116B6}" dt="2026-02-28T12:02:19.470" v="2378" actId="26606"/>
          <ac:graphicFrameMkLst>
            <pc:docMk/>
            <pc:sldMk cId="466827126" sldId="267"/>
            <ac:graphicFrameMk id="28" creationId="{7542026F-62FC-4859-E398-79F501E62E5B}"/>
          </ac:graphicFrameMkLst>
        </pc:graphicFrameChg>
        <pc:graphicFrameChg chg="add del mod modGraphic">
          <ac:chgData name="Margo Bonal" userId="18c9fa0f-b53d-478b-9dc0-6ad88786c19f" providerId="ADAL" clId="{93D479E5-F67F-4B8A-A78F-A0B574A116B6}" dt="2026-02-28T12:03:09.425" v="2383" actId="26606"/>
          <ac:graphicFrameMkLst>
            <pc:docMk/>
            <pc:sldMk cId="466827126" sldId="267"/>
            <ac:graphicFrameMk id="30" creationId="{EA78882D-FC5E-C726-38F8-4EB00491C692}"/>
          </ac:graphicFrameMkLst>
        </pc:graphicFrameChg>
      </pc:sldChg>
      <pc:sldChg chg="addSp delSp modSp new mod setBg">
        <pc:chgData name="Margo Bonal" userId="18c9fa0f-b53d-478b-9dc0-6ad88786c19f" providerId="ADAL" clId="{93D479E5-F67F-4B8A-A78F-A0B574A116B6}" dt="2026-02-28T12:26:48.498" v="3198" actId="1076"/>
        <pc:sldMkLst>
          <pc:docMk/>
          <pc:sldMk cId="4219413297" sldId="268"/>
        </pc:sldMkLst>
        <pc:spChg chg="del mod">
          <ac:chgData name="Margo Bonal" userId="18c9fa0f-b53d-478b-9dc0-6ad88786c19f" providerId="ADAL" clId="{93D479E5-F67F-4B8A-A78F-A0B574A116B6}" dt="2026-02-28T12:10:08.851" v="2462" actId="478"/>
          <ac:spMkLst>
            <pc:docMk/>
            <pc:sldMk cId="4219413297" sldId="268"/>
            <ac:spMk id="2" creationId="{D0159786-1CB9-CF42-5F8B-07BFBD054CB1}"/>
          </ac:spMkLst>
        </pc:spChg>
        <pc:spChg chg="add del mod">
          <ac:chgData name="Margo Bonal" userId="18c9fa0f-b53d-478b-9dc0-6ad88786c19f" providerId="ADAL" clId="{93D479E5-F67F-4B8A-A78F-A0B574A116B6}" dt="2026-02-28T11:56:10.775" v="2209"/>
          <ac:spMkLst>
            <pc:docMk/>
            <pc:sldMk cId="4219413297" sldId="268"/>
            <ac:spMk id="3" creationId="{7E6AA633-D124-6BFD-932C-FCCD4316EC42}"/>
          </ac:spMkLst>
        </pc:spChg>
        <pc:spChg chg="add mod">
          <ac:chgData name="Margo Bonal" userId="18c9fa0f-b53d-478b-9dc0-6ad88786c19f" providerId="ADAL" clId="{93D479E5-F67F-4B8A-A78F-A0B574A116B6}" dt="2026-02-28T11:56:08.785" v="2208"/>
          <ac:spMkLst>
            <pc:docMk/>
            <pc:sldMk cId="4219413297" sldId="268"/>
            <ac:spMk id="4" creationId="{7FFAB0A8-C50E-2BD1-468C-8DEB05300F89}"/>
          </ac:spMkLst>
        </pc:spChg>
        <pc:spChg chg="add del mod">
          <ac:chgData name="Margo Bonal" userId="18c9fa0f-b53d-478b-9dc0-6ad88786c19f" providerId="ADAL" clId="{93D479E5-F67F-4B8A-A78F-A0B574A116B6}" dt="2026-02-28T12:10:08.851" v="2462" actId="478"/>
          <ac:spMkLst>
            <pc:docMk/>
            <pc:sldMk cId="4219413297" sldId="268"/>
            <ac:spMk id="5" creationId="{5A2C9213-F134-BC5B-CC76-C9CE4606D759}"/>
          </ac:spMkLst>
        </pc:spChg>
        <pc:spChg chg="add del mod">
          <ac:chgData name="Margo Bonal" userId="18c9fa0f-b53d-478b-9dc0-6ad88786c19f" providerId="ADAL" clId="{93D479E5-F67F-4B8A-A78F-A0B574A116B6}" dt="2026-02-28T12:10:08.851" v="2462" actId="478"/>
          <ac:spMkLst>
            <pc:docMk/>
            <pc:sldMk cId="4219413297" sldId="268"/>
            <ac:spMk id="6" creationId="{7FF7733F-EFF0-3D33-28E5-ED6826E06EF7}"/>
          </ac:spMkLst>
        </pc:spChg>
        <pc:spChg chg="add del mod">
          <ac:chgData name="Margo Bonal" userId="18c9fa0f-b53d-478b-9dc0-6ad88786c19f" providerId="ADAL" clId="{93D479E5-F67F-4B8A-A78F-A0B574A116B6}" dt="2026-02-28T12:10:08.851" v="2462" actId="478"/>
          <ac:spMkLst>
            <pc:docMk/>
            <pc:sldMk cId="4219413297" sldId="268"/>
            <ac:spMk id="7" creationId="{0726E6D1-BE52-7A2D-7789-3391BE7FDCEC}"/>
          </ac:spMkLst>
        </pc:spChg>
        <pc:spChg chg="add del mod">
          <ac:chgData name="Margo Bonal" userId="18c9fa0f-b53d-478b-9dc0-6ad88786c19f" providerId="ADAL" clId="{93D479E5-F67F-4B8A-A78F-A0B574A116B6}" dt="2026-02-28T11:58:02.271" v="2290"/>
          <ac:spMkLst>
            <pc:docMk/>
            <pc:sldMk cId="4219413297" sldId="268"/>
            <ac:spMk id="8" creationId="{A72D7248-D06F-00F8-17F4-5C82DFB18D0F}"/>
          </ac:spMkLst>
        </pc:spChg>
        <pc:spChg chg="add del mod">
          <ac:chgData name="Margo Bonal" userId="18c9fa0f-b53d-478b-9dc0-6ad88786c19f" providerId="ADAL" clId="{93D479E5-F67F-4B8A-A78F-A0B574A116B6}" dt="2026-02-28T12:10:08.851" v="2462" actId="478"/>
          <ac:spMkLst>
            <pc:docMk/>
            <pc:sldMk cId="4219413297" sldId="268"/>
            <ac:spMk id="9" creationId="{ADD9915B-6622-E290-B94C-1A2ED77E785F}"/>
          </ac:spMkLst>
        </pc:spChg>
        <pc:spChg chg="add mod">
          <ac:chgData name="Margo Bonal" userId="18c9fa0f-b53d-478b-9dc0-6ad88786c19f" providerId="ADAL" clId="{93D479E5-F67F-4B8A-A78F-A0B574A116B6}" dt="2026-02-28T12:00:08.196" v="2332" actId="20577"/>
          <ac:spMkLst>
            <pc:docMk/>
            <pc:sldMk cId="4219413297" sldId="268"/>
            <ac:spMk id="10" creationId="{BE354AA7-38E8-ED63-FAB8-CDBD10525986}"/>
          </ac:spMkLst>
        </pc:spChg>
        <pc:spChg chg="add">
          <ac:chgData name="Margo Bonal" userId="18c9fa0f-b53d-478b-9dc0-6ad88786c19f" providerId="ADAL" clId="{93D479E5-F67F-4B8A-A78F-A0B574A116B6}" dt="2026-02-28T12:01:03.186" v="2366"/>
          <ac:spMkLst>
            <pc:docMk/>
            <pc:sldMk cId="4219413297" sldId="268"/>
            <ac:spMk id="11" creationId="{0BE82091-74FC-648D-005D-059C30513381}"/>
          </ac:spMkLst>
        </pc:spChg>
        <pc:spChg chg="add del mod">
          <ac:chgData name="Margo Bonal" userId="18c9fa0f-b53d-478b-9dc0-6ad88786c19f" providerId="ADAL" clId="{93D479E5-F67F-4B8A-A78F-A0B574A116B6}" dt="2026-02-28T12:10:49.162" v="2467" actId="478"/>
          <ac:spMkLst>
            <pc:docMk/>
            <pc:sldMk cId="4219413297" sldId="268"/>
            <ac:spMk id="13" creationId="{46480A66-009C-CBDC-0D49-B2C08020754A}"/>
          </ac:spMkLst>
        </pc:spChg>
        <pc:spChg chg="add del mod">
          <ac:chgData name="Margo Bonal" userId="18c9fa0f-b53d-478b-9dc0-6ad88786c19f" providerId="ADAL" clId="{93D479E5-F67F-4B8A-A78F-A0B574A116B6}" dt="2026-02-28T12:10:47.705" v="2466" actId="478"/>
          <ac:spMkLst>
            <pc:docMk/>
            <pc:sldMk cId="4219413297" sldId="268"/>
            <ac:spMk id="14" creationId="{ABC30B39-865D-03F4-8399-21BE1B4D9C41}"/>
          </ac:spMkLst>
        </pc:spChg>
        <pc:spChg chg="add mod">
          <ac:chgData name="Margo Bonal" userId="18c9fa0f-b53d-478b-9dc0-6ad88786c19f" providerId="ADAL" clId="{93D479E5-F67F-4B8A-A78F-A0B574A116B6}" dt="2026-02-28T12:26:48.498" v="3198" actId="1076"/>
          <ac:spMkLst>
            <pc:docMk/>
            <pc:sldMk cId="4219413297" sldId="268"/>
            <ac:spMk id="15" creationId="{9DA9A664-A267-EB97-868E-C19A10CD5877}"/>
          </ac:spMkLst>
        </pc:spChg>
        <pc:spChg chg="add mod">
          <ac:chgData name="Margo Bonal" userId="18c9fa0f-b53d-478b-9dc0-6ad88786c19f" providerId="ADAL" clId="{93D479E5-F67F-4B8A-A78F-A0B574A116B6}" dt="2026-02-28T12:15:25.422" v="2513" actId="2711"/>
          <ac:spMkLst>
            <pc:docMk/>
            <pc:sldMk cId="4219413297" sldId="268"/>
            <ac:spMk id="16" creationId="{93A8E2B9-D4F6-3791-1230-411E65957120}"/>
          </ac:spMkLst>
        </pc:spChg>
        <pc:spChg chg="add mod">
          <ac:chgData name="Margo Bonal" userId="18c9fa0f-b53d-478b-9dc0-6ad88786c19f" providerId="ADAL" clId="{93D479E5-F67F-4B8A-A78F-A0B574A116B6}" dt="2026-02-28T12:11:50.736" v="2491" actId="14100"/>
          <ac:spMkLst>
            <pc:docMk/>
            <pc:sldMk cId="4219413297" sldId="268"/>
            <ac:spMk id="17" creationId="{608D539C-0FAA-4AF0-8032-7488D9480E72}"/>
          </ac:spMkLst>
        </pc:spChg>
        <pc:spChg chg="add mod">
          <ac:chgData name="Margo Bonal" userId="18c9fa0f-b53d-478b-9dc0-6ad88786c19f" providerId="ADAL" clId="{93D479E5-F67F-4B8A-A78F-A0B574A116B6}" dt="2026-02-28T12:11:17.926" v="2478" actId="14100"/>
          <ac:spMkLst>
            <pc:docMk/>
            <pc:sldMk cId="4219413297" sldId="268"/>
            <ac:spMk id="18" creationId="{2691CABF-B09E-C0C1-221E-9EFAED73D970}"/>
          </ac:spMkLst>
        </pc:spChg>
        <pc:spChg chg="add del">
          <ac:chgData name="Margo Bonal" userId="18c9fa0f-b53d-478b-9dc0-6ad88786c19f" providerId="ADAL" clId="{93D479E5-F67F-4B8A-A78F-A0B574A116B6}" dt="2026-02-28T12:10:30.714" v="2464" actId="26606"/>
          <ac:spMkLst>
            <pc:docMk/>
            <pc:sldMk cId="4219413297" sldId="268"/>
            <ac:spMk id="19" creationId="{D5B339F4-93B9-4E04-9721-143AD6782EA9}"/>
          </ac:spMkLst>
        </pc:spChg>
        <pc:spChg chg="add mod">
          <ac:chgData name="Margo Bonal" userId="18c9fa0f-b53d-478b-9dc0-6ad88786c19f" providerId="ADAL" clId="{93D479E5-F67F-4B8A-A78F-A0B574A116B6}" dt="2026-02-28T12:16:42.336" v="2582" actId="113"/>
          <ac:spMkLst>
            <pc:docMk/>
            <pc:sldMk cId="4219413297" sldId="268"/>
            <ac:spMk id="20" creationId="{6368A44F-08DC-BC2B-12BC-BDE3D552E763}"/>
          </ac:spMkLst>
        </pc:spChg>
        <pc:spChg chg="add mod">
          <ac:chgData name="Margo Bonal" userId="18c9fa0f-b53d-478b-9dc0-6ad88786c19f" providerId="ADAL" clId="{93D479E5-F67F-4B8A-A78F-A0B574A116B6}" dt="2026-02-28T12:25:18.909" v="3162" actId="11530"/>
          <ac:spMkLst>
            <pc:docMk/>
            <pc:sldMk cId="4219413297" sldId="268"/>
            <ac:spMk id="24" creationId="{A720C932-E1A0-9137-C906-ABA9F8B2648A}"/>
          </ac:spMkLst>
        </pc:spChg>
        <pc:spChg chg="add del">
          <ac:chgData name="Margo Bonal" userId="18c9fa0f-b53d-478b-9dc0-6ad88786c19f" providerId="ADAL" clId="{93D479E5-F67F-4B8A-A78F-A0B574A116B6}" dt="2026-02-28T12:10:30.714" v="2464" actId="26606"/>
          <ac:spMkLst>
            <pc:docMk/>
            <pc:sldMk cId="4219413297" sldId="268"/>
            <ac:spMk id="25" creationId="{871AEA07-1E14-44B4-8E55-64EF049CD66F}"/>
          </ac:spMkLst>
        </pc:spChg>
        <pc:spChg chg="add mod">
          <ac:chgData name="Margo Bonal" userId="18c9fa0f-b53d-478b-9dc0-6ad88786c19f" providerId="ADAL" clId="{93D479E5-F67F-4B8A-A78F-A0B574A116B6}" dt="2026-02-28T12:26:33.793" v="3197" actId="207"/>
          <ac:spMkLst>
            <pc:docMk/>
            <pc:sldMk cId="4219413297" sldId="268"/>
            <ac:spMk id="26" creationId="{5F31E57D-05C7-2381-D139-91E75C817E8D}"/>
          </ac:spMkLst>
        </pc:spChg>
        <pc:spChg chg="add">
          <ac:chgData name="Margo Bonal" userId="18c9fa0f-b53d-478b-9dc0-6ad88786c19f" providerId="ADAL" clId="{93D479E5-F67F-4B8A-A78F-A0B574A116B6}" dt="2026-02-28T12:10:30.718" v="2465" actId="26606"/>
          <ac:spMkLst>
            <pc:docMk/>
            <pc:sldMk cId="4219413297" sldId="268"/>
            <ac:spMk id="27" creationId="{B0EE8A42-107A-4D4C-8D56-BBAE95C7FC0D}"/>
          </ac:spMkLst>
        </pc:spChg>
        <pc:spChg chg="add">
          <ac:chgData name="Margo Bonal" userId="18c9fa0f-b53d-478b-9dc0-6ad88786c19f" providerId="ADAL" clId="{93D479E5-F67F-4B8A-A78F-A0B574A116B6}" dt="2026-02-28T12:10:30.718" v="2465" actId="26606"/>
          <ac:spMkLst>
            <pc:docMk/>
            <pc:sldMk cId="4219413297" sldId="268"/>
            <ac:spMk id="28" creationId="{A7895A40-19A4-42D6-9D30-DBC1E8002635}"/>
          </ac:spMkLst>
        </pc:spChg>
        <pc:spChg chg="add">
          <ac:chgData name="Margo Bonal" userId="18c9fa0f-b53d-478b-9dc0-6ad88786c19f" providerId="ADAL" clId="{93D479E5-F67F-4B8A-A78F-A0B574A116B6}" dt="2026-02-28T12:10:30.718" v="2465" actId="26606"/>
          <ac:spMkLst>
            <pc:docMk/>
            <pc:sldMk cId="4219413297" sldId="268"/>
            <ac:spMk id="29" creationId="{02F429C4-ABC9-46FC-818A-B5429CDE4A96}"/>
          </ac:spMkLst>
        </pc:spChg>
        <pc:spChg chg="add">
          <ac:chgData name="Margo Bonal" userId="18c9fa0f-b53d-478b-9dc0-6ad88786c19f" providerId="ADAL" clId="{93D479E5-F67F-4B8A-A78F-A0B574A116B6}" dt="2026-02-28T12:10:30.718" v="2465" actId="26606"/>
          <ac:spMkLst>
            <pc:docMk/>
            <pc:sldMk cId="4219413297" sldId="268"/>
            <ac:spMk id="30" creationId="{2CEF98E4-3709-4952-8F42-2305CCE34FA3}"/>
          </ac:spMkLst>
        </pc:spChg>
        <pc:spChg chg="add">
          <ac:chgData name="Margo Bonal" userId="18c9fa0f-b53d-478b-9dc0-6ad88786c19f" providerId="ADAL" clId="{93D479E5-F67F-4B8A-A78F-A0B574A116B6}" dt="2026-02-28T12:10:30.718" v="2465" actId="26606"/>
          <ac:spMkLst>
            <pc:docMk/>
            <pc:sldMk cId="4219413297" sldId="268"/>
            <ac:spMk id="31" creationId="{F10BCCF5-D685-47FF-B675-647EAEB72C8E}"/>
          </ac:spMkLst>
        </pc:spChg>
        <pc:grpChg chg="add del">
          <ac:chgData name="Margo Bonal" userId="18c9fa0f-b53d-478b-9dc0-6ad88786c19f" providerId="ADAL" clId="{93D479E5-F67F-4B8A-A78F-A0B574A116B6}" dt="2026-02-28T12:10:30.714" v="2464" actId="26606"/>
          <ac:grpSpMkLst>
            <pc:docMk/>
            <pc:sldMk cId="4219413297" sldId="268"/>
            <ac:grpSpMk id="21" creationId="{8734DDD3-F723-4DD3-8ABE-EC0B2AC87D74}"/>
          </ac:grpSpMkLst>
        </pc:grpChg>
        <pc:graphicFrameChg chg="add del mod">
          <ac:chgData name="Margo Bonal" userId="18c9fa0f-b53d-478b-9dc0-6ad88786c19f" providerId="ADAL" clId="{93D479E5-F67F-4B8A-A78F-A0B574A116B6}" dt="2026-02-28T12:04:44.769" v="2386" actId="26606"/>
          <ac:graphicFrameMkLst>
            <pc:docMk/>
            <pc:sldMk cId="4219413297" sldId="268"/>
            <ac:graphicFrameMk id="12" creationId="{B9665DE6-4866-E56A-8C19-495E5FB3DB4B}"/>
          </ac:graphicFrameMkLst>
        </pc:graphicFrameChg>
      </pc:sldChg>
      <pc:sldChg chg="addSp delSp modSp new del mod setBg">
        <pc:chgData name="Margo Bonal" userId="18c9fa0f-b53d-478b-9dc0-6ad88786c19f" providerId="ADAL" clId="{93D479E5-F67F-4B8A-A78F-A0B574A116B6}" dt="2026-02-28T12:13:50.323" v="2503" actId="2696"/>
        <pc:sldMkLst>
          <pc:docMk/>
          <pc:sldMk cId="677972112" sldId="269"/>
        </pc:sldMkLst>
        <pc:spChg chg="del mod">
          <ac:chgData name="Margo Bonal" userId="18c9fa0f-b53d-478b-9dc0-6ad88786c19f" providerId="ADAL" clId="{93D479E5-F67F-4B8A-A78F-A0B574A116B6}" dt="2026-02-28T12:08:06" v="2453" actId="478"/>
          <ac:spMkLst>
            <pc:docMk/>
            <pc:sldMk cId="677972112" sldId="269"/>
            <ac:spMk id="2" creationId="{308677E3-C1D7-2CB6-5CA8-9370A6745A8B}"/>
          </ac:spMkLst>
        </pc:spChg>
        <pc:spChg chg="del mod">
          <ac:chgData name="Margo Bonal" userId="18c9fa0f-b53d-478b-9dc0-6ad88786c19f" providerId="ADAL" clId="{93D479E5-F67F-4B8A-A78F-A0B574A116B6}" dt="2026-02-28T12:08:06" v="2453" actId="478"/>
          <ac:spMkLst>
            <pc:docMk/>
            <pc:sldMk cId="677972112" sldId="269"/>
            <ac:spMk id="3" creationId="{B3CD61B3-B6AC-30DF-790B-317DADC38051}"/>
          </ac:spMkLst>
        </pc:spChg>
        <pc:spChg chg="add mod">
          <ac:chgData name="Margo Bonal" userId="18c9fa0f-b53d-478b-9dc0-6ad88786c19f" providerId="ADAL" clId="{93D479E5-F67F-4B8A-A78F-A0B574A116B6}" dt="2026-02-28T12:08:27.520" v="2457" actId="1076"/>
          <ac:spMkLst>
            <pc:docMk/>
            <pc:sldMk cId="677972112" sldId="269"/>
            <ac:spMk id="4" creationId="{AA0DA36C-8D1A-D554-6638-6DFAFB96769E}"/>
          </ac:spMkLst>
        </pc:spChg>
        <pc:spChg chg="add mod">
          <ac:chgData name="Margo Bonal" userId="18c9fa0f-b53d-478b-9dc0-6ad88786c19f" providerId="ADAL" clId="{93D479E5-F67F-4B8A-A78F-A0B574A116B6}" dt="2026-02-28T12:08:35.134" v="2458" actId="1076"/>
          <ac:spMkLst>
            <pc:docMk/>
            <pc:sldMk cId="677972112" sldId="269"/>
            <ac:spMk id="5" creationId="{D615DDCF-6207-F3E9-A448-D6FF7C498F30}"/>
          </ac:spMkLst>
        </pc:spChg>
        <pc:spChg chg="add mod">
          <ac:chgData name="Margo Bonal" userId="18c9fa0f-b53d-478b-9dc0-6ad88786c19f" providerId="ADAL" clId="{93D479E5-F67F-4B8A-A78F-A0B574A116B6}" dt="2026-02-28T12:08:17.773" v="2455" actId="1076"/>
          <ac:spMkLst>
            <pc:docMk/>
            <pc:sldMk cId="677972112" sldId="269"/>
            <ac:spMk id="6" creationId="{FA8B2CB0-8EA3-B8FA-969A-B72FC085B460}"/>
          </ac:spMkLst>
        </pc:spChg>
        <pc:spChg chg="add mod">
          <ac:chgData name="Margo Bonal" userId="18c9fa0f-b53d-478b-9dc0-6ad88786c19f" providerId="ADAL" clId="{93D479E5-F67F-4B8A-A78F-A0B574A116B6}" dt="2026-02-28T12:09:07.751" v="2461" actId="1076"/>
          <ac:spMkLst>
            <pc:docMk/>
            <pc:sldMk cId="677972112" sldId="269"/>
            <ac:spMk id="7" creationId="{B0AB86BC-D14A-7E03-D951-F69B0D10FAA2}"/>
          </ac:spMkLst>
        </pc:spChg>
        <pc:spChg chg="add del">
          <ac:chgData name="Margo Bonal" userId="18c9fa0f-b53d-478b-9dc0-6ad88786c19f" providerId="ADAL" clId="{93D479E5-F67F-4B8A-A78F-A0B574A116B6}" dt="2026-02-28T12:06:18.990" v="2402" actId="26606"/>
          <ac:spMkLst>
            <pc:docMk/>
            <pc:sldMk cId="677972112" sldId="269"/>
            <ac:spMk id="8" creationId="{9095C1F4-AE7F-44E4-8693-40D3D6831140}"/>
          </ac:spMkLst>
        </pc:spChg>
        <pc:spChg chg="add mod">
          <ac:chgData name="Margo Bonal" userId="18c9fa0f-b53d-478b-9dc0-6ad88786c19f" providerId="ADAL" clId="{93D479E5-F67F-4B8A-A78F-A0B574A116B6}" dt="2026-02-28T12:08:56.175" v="2459" actId="1076"/>
          <ac:spMkLst>
            <pc:docMk/>
            <pc:sldMk cId="677972112" sldId="269"/>
            <ac:spMk id="9" creationId="{012AF27A-4CAC-30A5-00D6-5D878013F4A1}"/>
          </ac:spMkLst>
        </pc:spChg>
        <pc:spChg chg="add del">
          <ac:chgData name="Margo Bonal" userId="18c9fa0f-b53d-478b-9dc0-6ad88786c19f" providerId="ADAL" clId="{93D479E5-F67F-4B8A-A78F-A0B574A116B6}" dt="2026-02-28T12:06:26.301" v="2406" actId="26606"/>
          <ac:spMkLst>
            <pc:docMk/>
            <pc:sldMk cId="677972112" sldId="269"/>
            <ac:spMk id="12" creationId="{B36D2DE0-0628-4A9A-A59D-7BA8B5EB3022}"/>
          </ac:spMkLst>
        </pc:spChg>
        <pc:spChg chg="add del">
          <ac:chgData name="Margo Bonal" userId="18c9fa0f-b53d-478b-9dc0-6ad88786c19f" providerId="ADAL" clId="{93D479E5-F67F-4B8A-A78F-A0B574A116B6}" dt="2026-02-28T12:06:18.990" v="2402" actId="26606"/>
          <ac:spMkLst>
            <pc:docMk/>
            <pc:sldMk cId="677972112" sldId="269"/>
            <ac:spMk id="14" creationId="{871AEA07-1E14-44B4-8E55-64EF049CD66F}"/>
          </ac:spMkLst>
        </pc:spChg>
        <pc:spChg chg="add del">
          <ac:chgData name="Margo Bonal" userId="18c9fa0f-b53d-478b-9dc0-6ad88786c19f" providerId="ADAL" clId="{93D479E5-F67F-4B8A-A78F-A0B574A116B6}" dt="2026-02-28T12:06:24.163" v="2404" actId="26606"/>
          <ac:spMkLst>
            <pc:docMk/>
            <pc:sldMk cId="677972112" sldId="269"/>
            <ac:spMk id="16" creationId="{D5B339F4-93B9-4E04-9721-143AD6782EA9}"/>
          </ac:spMkLst>
        </pc:spChg>
        <pc:spChg chg="add del">
          <ac:chgData name="Margo Bonal" userId="18c9fa0f-b53d-478b-9dc0-6ad88786c19f" providerId="ADAL" clId="{93D479E5-F67F-4B8A-A78F-A0B574A116B6}" dt="2026-02-28T12:06:24.163" v="2404" actId="26606"/>
          <ac:spMkLst>
            <pc:docMk/>
            <pc:sldMk cId="677972112" sldId="269"/>
            <ac:spMk id="19" creationId="{871AEA07-1E14-44B4-8E55-64EF049CD66F}"/>
          </ac:spMkLst>
        </pc:spChg>
        <pc:spChg chg="add del">
          <ac:chgData name="Margo Bonal" userId="18c9fa0f-b53d-478b-9dc0-6ad88786c19f" providerId="ADAL" clId="{93D479E5-F67F-4B8A-A78F-A0B574A116B6}" dt="2026-02-28T12:06:26.301" v="2406" actId="26606"/>
          <ac:spMkLst>
            <pc:docMk/>
            <pc:sldMk cId="677972112" sldId="269"/>
            <ac:spMk id="21" creationId="{D278ADA9-6383-4BDD-80D2-8899A402687B}"/>
          </ac:spMkLst>
        </pc:spChg>
        <pc:spChg chg="add del">
          <ac:chgData name="Margo Bonal" userId="18c9fa0f-b53d-478b-9dc0-6ad88786c19f" providerId="ADAL" clId="{93D479E5-F67F-4B8A-A78F-A0B574A116B6}" dt="2026-02-28T12:06:26.301" v="2406" actId="26606"/>
          <ac:spMkLst>
            <pc:docMk/>
            <pc:sldMk cId="677972112" sldId="269"/>
            <ac:spMk id="22" creationId="{484B7147-B0F6-40ED-B5A2-FF72BC8198B6}"/>
          </ac:spMkLst>
        </pc:spChg>
        <pc:spChg chg="add del">
          <ac:chgData name="Margo Bonal" userId="18c9fa0f-b53d-478b-9dc0-6ad88786c19f" providerId="ADAL" clId="{93D479E5-F67F-4B8A-A78F-A0B574A116B6}" dt="2026-02-28T12:06:26.301" v="2406" actId="26606"/>
          <ac:spMkLst>
            <pc:docMk/>
            <pc:sldMk cId="677972112" sldId="269"/>
            <ac:spMk id="23" creationId="{48E405C9-94BE-41DA-928C-DEC9A8550E9F}"/>
          </ac:spMkLst>
        </pc:spChg>
        <pc:spChg chg="add del">
          <ac:chgData name="Margo Bonal" userId="18c9fa0f-b53d-478b-9dc0-6ad88786c19f" providerId="ADAL" clId="{93D479E5-F67F-4B8A-A78F-A0B574A116B6}" dt="2026-02-28T12:06:26.301" v="2406" actId="26606"/>
          <ac:spMkLst>
            <pc:docMk/>
            <pc:sldMk cId="677972112" sldId="269"/>
            <ac:spMk id="24" creationId="{D2091A72-D5BB-42AC-8FD3-F7747D90861E}"/>
          </ac:spMkLst>
        </pc:spChg>
        <pc:spChg chg="add del">
          <ac:chgData name="Margo Bonal" userId="18c9fa0f-b53d-478b-9dc0-6ad88786c19f" providerId="ADAL" clId="{93D479E5-F67F-4B8A-A78F-A0B574A116B6}" dt="2026-02-28T12:06:26.301" v="2406" actId="26606"/>
          <ac:spMkLst>
            <pc:docMk/>
            <pc:sldMk cId="677972112" sldId="269"/>
            <ac:spMk id="25" creationId="{6ED12BFC-A737-46AF-8411-481112D54B0C}"/>
          </ac:spMkLst>
        </pc:spChg>
        <pc:spChg chg="add del">
          <ac:chgData name="Margo Bonal" userId="18c9fa0f-b53d-478b-9dc0-6ad88786c19f" providerId="ADAL" clId="{93D479E5-F67F-4B8A-A78F-A0B574A116B6}" dt="2026-02-28T12:07:54.034" v="2452" actId="26606"/>
          <ac:spMkLst>
            <pc:docMk/>
            <pc:sldMk cId="677972112" sldId="269"/>
            <ac:spMk id="27" creationId="{0262E669-7774-4EAE-BBCE-F9FFE664D513}"/>
          </ac:spMkLst>
        </pc:spChg>
        <pc:spChg chg="add del">
          <ac:chgData name="Margo Bonal" userId="18c9fa0f-b53d-478b-9dc0-6ad88786c19f" providerId="ADAL" clId="{93D479E5-F67F-4B8A-A78F-A0B574A116B6}" dt="2026-02-28T12:07:54.034" v="2452" actId="26606"/>
          <ac:spMkLst>
            <pc:docMk/>
            <pc:sldMk cId="677972112" sldId="269"/>
            <ac:spMk id="28" creationId="{0CD485ED-328F-4350-AB3E-F6EA4514990B}"/>
          </ac:spMkLst>
        </pc:spChg>
        <pc:spChg chg="add del">
          <ac:chgData name="Margo Bonal" userId="18c9fa0f-b53d-478b-9dc0-6ad88786c19f" providerId="ADAL" clId="{93D479E5-F67F-4B8A-A78F-A0B574A116B6}" dt="2026-02-28T12:07:54.034" v="2452" actId="26606"/>
          <ac:spMkLst>
            <pc:docMk/>
            <pc:sldMk cId="677972112" sldId="269"/>
            <ac:spMk id="29" creationId="{5353D259-DA18-451D-9A95-02198BF55E20}"/>
          </ac:spMkLst>
        </pc:spChg>
        <pc:spChg chg="add del">
          <ac:chgData name="Margo Bonal" userId="18c9fa0f-b53d-478b-9dc0-6ad88786c19f" providerId="ADAL" clId="{93D479E5-F67F-4B8A-A78F-A0B574A116B6}" dt="2026-02-28T12:06:56.378" v="2431" actId="26606"/>
          <ac:spMkLst>
            <pc:docMk/>
            <pc:sldMk cId="677972112" sldId="269"/>
            <ac:spMk id="34" creationId="{54A6836E-C603-43CB-9DA7-89D8E3FA3838}"/>
          </ac:spMkLst>
        </pc:spChg>
        <pc:spChg chg="add del">
          <ac:chgData name="Margo Bonal" userId="18c9fa0f-b53d-478b-9dc0-6ad88786c19f" providerId="ADAL" clId="{93D479E5-F67F-4B8A-A78F-A0B574A116B6}" dt="2026-02-28T12:06:56.378" v="2431" actId="26606"/>
          <ac:spMkLst>
            <pc:docMk/>
            <pc:sldMk cId="677972112" sldId="269"/>
            <ac:spMk id="36" creationId="{296007DD-F9BF-4F0F-B8C6-C514B2841971}"/>
          </ac:spMkLst>
        </pc:spChg>
        <pc:spChg chg="add del">
          <ac:chgData name="Margo Bonal" userId="18c9fa0f-b53d-478b-9dc0-6ad88786c19f" providerId="ADAL" clId="{93D479E5-F67F-4B8A-A78F-A0B574A116B6}" dt="2026-02-28T12:07:16.364" v="2435" actId="26606"/>
          <ac:spMkLst>
            <pc:docMk/>
            <pc:sldMk cId="677972112" sldId="269"/>
            <ac:spMk id="42" creationId="{D8142CC3-2B5C-48E6-9DF0-6C8ACBAF23EF}"/>
          </ac:spMkLst>
        </pc:spChg>
        <pc:spChg chg="add del">
          <ac:chgData name="Margo Bonal" userId="18c9fa0f-b53d-478b-9dc0-6ad88786c19f" providerId="ADAL" clId="{93D479E5-F67F-4B8A-A78F-A0B574A116B6}" dt="2026-02-28T12:07:16.364" v="2435" actId="26606"/>
          <ac:spMkLst>
            <pc:docMk/>
            <pc:sldMk cId="677972112" sldId="269"/>
            <ac:spMk id="46" creationId="{46A89C79-8EF3-4AF9-B3D9-59A883F41C83}"/>
          </ac:spMkLst>
        </pc:spChg>
        <pc:spChg chg="add del">
          <ac:chgData name="Margo Bonal" userId="18c9fa0f-b53d-478b-9dc0-6ad88786c19f" providerId="ADAL" clId="{93D479E5-F67F-4B8A-A78F-A0B574A116B6}" dt="2026-02-28T12:06:58.515" v="2433" actId="26606"/>
          <ac:spMkLst>
            <pc:docMk/>
            <pc:sldMk cId="677972112" sldId="269"/>
            <ac:spMk id="50" creationId="{D278ADA9-6383-4BDD-80D2-8899A402687B}"/>
          </ac:spMkLst>
        </pc:spChg>
        <pc:spChg chg="add del">
          <ac:chgData name="Margo Bonal" userId="18c9fa0f-b53d-478b-9dc0-6ad88786c19f" providerId="ADAL" clId="{93D479E5-F67F-4B8A-A78F-A0B574A116B6}" dt="2026-02-28T12:06:58.515" v="2433" actId="26606"/>
          <ac:spMkLst>
            <pc:docMk/>
            <pc:sldMk cId="677972112" sldId="269"/>
            <ac:spMk id="52" creationId="{B36D2DE0-0628-4A9A-A59D-7BA8B5EB3022}"/>
          </ac:spMkLst>
        </pc:spChg>
        <pc:spChg chg="add del">
          <ac:chgData name="Margo Bonal" userId="18c9fa0f-b53d-478b-9dc0-6ad88786c19f" providerId="ADAL" clId="{93D479E5-F67F-4B8A-A78F-A0B574A116B6}" dt="2026-02-28T12:06:58.515" v="2433" actId="26606"/>
          <ac:spMkLst>
            <pc:docMk/>
            <pc:sldMk cId="677972112" sldId="269"/>
            <ac:spMk id="53" creationId="{48E405C9-94BE-41DA-928C-DEC9A8550E9F}"/>
          </ac:spMkLst>
        </pc:spChg>
        <pc:spChg chg="add del">
          <ac:chgData name="Margo Bonal" userId="18c9fa0f-b53d-478b-9dc0-6ad88786c19f" providerId="ADAL" clId="{93D479E5-F67F-4B8A-A78F-A0B574A116B6}" dt="2026-02-28T12:06:58.515" v="2433" actId="26606"/>
          <ac:spMkLst>
            <pc:docMk/>
            <pc:sldMk cId="677972112" sldId="269"/>
            <ac:spMk id="54" creationId="{D2091A72-D5BB-42AC-8FD3-F7747D90861E}"/>
          </ac:spMkLst>
        </pc:spChg>
        <pc:spChg chg="add del">
          <ac:chgData name="Margo Bonal" userId="18c9fa0f-b53d-478b-9dc0-6ad88786c19f" providerId="ADAL" clId="{93D479E5-F67F-4B8A-A78F-A0B574A116B6}" dt="2026-02-28T12:06:58.515" v="2433" actId="26606"/>
          <ac:spMkLst>
            <pc:docMk/>
            <pc:sldMk cId="677972112" sldId="269"/>
            <ac:spMk id="55" creationId="{6ED12BFC-A737-46AF-8411-481112D54B0C}"/>
          </ac:spMkLst>
        </pc:spChg>
        <pc:spChg chg="add del">
          <ac:chgData name="Margo Bonal" userId="18c9fa0f-b53d-478b-9dc0-6ad88786c19f" providerId="ADAL" clId="{93D479E5-F67F-4B8A-A78F-A0B574A116B6}" dt="2026-02-28T12:07:16.364" v="2435" actId="26606"/>
          <ac:spMkLst>
            <pc:docMk/>
            <pc:sldMk cId="677972112" sldId="269"/>
            <ac:spMk id="57" creationId="{46F1F2C8-798B-4CCE-A851-94AFAF350BED}"/>
          </ac:spMkLst>
        </pc:spChg>
        <pc:spChg chg="add del">
          <ac:chgData name="Margo Bonal" userId="18c9fa0f-b53d-478b-9dc0-6ad88786c19f" providerId="ADAL" clId="{93D479E5-F67F-4B8A-A78F-A0B574A116B6}" dt="2026-02-28T12:07:16.364" v="2435" actId="26606"/>
          <ac:spMkLst>
            <pc:docMk/>
            <pc:sldMk cId="677972112" sldId="269"/>
            <ac:spMk id="58" creationId="{755E9CD0-04B0-4A3C-B291-AD913379C713}"/>
          </ac:spMkLst>
        </pc:spChg>
        <pc:spChg chg="add del">
          <ac:chgData name="Margo Bonal" userId="18c9fa0f-b53d-478b-9dc0-6ad88786c19f" providerId="ADAL" clId="{93D479E5-F67F-4B8A-A78F-A0B574A116B6}" dt="2026-02-28T12:07:16.364" v="2435" actId="26606"/>
          <ac:spMkLst>
            <pc:docMk/>
            <pc:sldMk cId="677972112" sldId="269"/>
            <ac:spMk id="61" creationId="{72AF41FE-63D7-4695-81D2-66D2510E4486}"/>
          </ac:spMkLst>
        </pc:spChg>
        <pc:spChg chg="add del">
          <ac:chgData name="Margo Bonal" userId="18c9fa0f-b53d-478b-9dc0-6ad88786c19f" providerId="ADAL" clId="{93D479E5-F67F-4B8A-A78F-A0B574A116B6}" dt="2026-02-28T12:07:21.311" v="2437" actId="26606"/>
          <ac:spMkLst>
            <pc:docMk/>
            <pc:sldMk cId="677972112" sldId="269"/>
            <ac:spMk id="63" creationId="{D5B339F4-93B9-4E04-9721-143AD6782EA9}"/>
          </ac:spMkLst>
        </pc:spChg>
        <pc:spChg chg="add del">
          <ac:chgData name="Margo Bonal" userId="18c9fa0f-b53d-478b-9dc0-6ad88786c19f" providerId="ADAL" clId="{93D479E5-F67F-4B8A-A78F-A0B574A116B6}" dt="2026-02-28T12:07:21.311" v="2437" actId="26606"/>
          <ac:spMkLst>
            <pc:docMk/>
            <pc:sldMk cId="677972112" sldId="269"/>
            <ac:spMk id="66" creationId="{871AEA07-1E14-44B4-8E55-64EF049CD66F}"/>
          </ac:spMkLst>
        </pc:spChg>
        <pc:spChg chg="add del">
          <ac:chgData name="Margo Bonal" userId="18c9fa0f-b53d-478b-9dc0-6ad88786c19f" providerId="ADAL" clId="{93D479E5-F67F-4B8A-A78F-A0B574A116B6}" dt="2026-02-28T12:07:26.662" v="2439" actId="26606"/>
          <ac:spMkLst>
            <pc:docMk/>
            <pc:sldMk cId="677972112" sldId="269"/>
            <ac:spMk id="68" creationId="{0262E669-7774-4EAE-BBCE-F9FFE664D513}"/>
          </ac:spMkLst>
        </pc:spChg>
        <pc:spChg chg="add del">
          <ac:chgData name="Margo Bonal" userId="18c9fa0f-b53d-478b-9dc0-6ad88786c19f" providerId="ADAL" clId="{93D479E5-F67F-4B8A-A78F-A0B574A116B6}" dt="2026-02-28T12:07:26.662" v="2439" actId="26606"/>
          <ac:spMkLst>
            <pc:docMk/>
            <pc:sldMk cId="677972112" sldId="269"/>
            <ac:spMk id="69" creationId="{D0838CA9-6736-4868-BAC7-C020254B5B07}"/>
          </ac:spMkLst>
        </pc:spChg>
        <pc:spChg chg="add del">
          <ac:chgData name="Margo Bonal" userId="18c9fa0f-b53d-478b-9dc0-6ad88786c19f" providerId="ADAL" clId="{93D479E5-F67F-4B8A-A78F-A0B574A116B6}" dt="2026-02-28T12:07:26.662" v="2439" actId="26606"/>
          <ac:spMkLst>
            <pc:docMk/>
            <pc:sldMk cId="677972112" sldId="269"/>
            <ac:spMk id="70" creationId="{6AA9F379-605C-48FC-AA29-73D667134AED}"/>
          </ac:spMkLst>
        </pc:spChg>
        <pc:spChg chg="add del">
          <ac:chgData name="Margo Bonal" userId="18c9fa0f-b53d-478b-9dc0-6ad88786c19f" providerId="ADAL" clId="{93D479E5-F67F-4B8A-A78F-A0B574A116B6}" dt="2026-02-28T12:07:32.017" v="2441" actId="26606"/>
          <ac:spMkLst>
            <pc:docMk/>
            <pc:sldMk cId="677972112" sldId="269"/>
            <ac:spMk id="72" creationId="{D5B339F4-93B9-4E04-9721-143AD6782EA9}"/>
          </ac:spMkLst>
        </pc:spChg>
        <pc:spChg chg="add del">
          <ac:chgData name="Margo Bonal" userId="18c9fa0f-b53d-478b-9dc0-6ad88786c19f" providerId="ADAL" clId="{93D479E5-F67F-4B8A-A78F-A0B574A116B6}" dt="2026-02-28T12:07:32.017" v="2441" actId="26606"/>
          <ac:spMkLst>
            <pc:docMk/>
            <pc:sldMk cId="677972112" sldId="269"/>
            <ac:spMk id="75" creationId="{871AEA07-1E14-44B4-8E55-64EF049CD66F}"/>
          </ac:spMkLst>
        </pc:spChg>
        <pc:spChg chg="add">
          <ac:chgData name="Margo Bonal" userId="18c9fa0f-b53d-478b-9dc0-6ad88786c19f" providerId="ADAL" clId="{93D479E5-F67F-4B8A-A78F-A0B574A116B6}" dt="2026-02-28T12:07:32.028" v="2442" actId="26606"/>
          <ac:spMkLst>
            <pc:docMk/>
            <pc:sldMk cId="677972112" sldId="269"/>
            <ac:spMk id="77" creationId="{59EF30C2-29AC-4A0D-BC0A-A679CF113EDD}"/>
          </ac:spMkLst>
        </pc:spChg>
        <pc:spChg chg="del">
          <ac:chgData name="Margo Bonal" userId="18c9fa0f-b53d-478b-9dc0-6ad88786c19f" providerId="ADAL" clId="{93D479E5-F67F-4B8A-A78F-A0B574A116B6}" dt="2026-02-28T12:07:37.010" v="2443" actId="26606"/>
          <ac:spMkLst>
            <pc:docMk/>
            <pc:sldMk cId="677972112" sldId="269"/>
            <ac:spMk id="78" creationId="{9C682A1A-5B2D-4111-BBD6-620165633E5B}"/>
          </ac:spMkLst>
        </pc:spChg>
        <pc:spChg chg="add del">
          <ac:chgData name="Margo Bonal" userId="18c9fa0f-b53d-478b-9dc0-6ad88786c19f" providerId="ADAL" clId="{93D479E5-F67F-4B8A-A78F-A0B574A116B6}" dt="2026-02-28T12:07:37.010" v="2443" actId="26606"/>
          <ac:spMkLst>
            <pc:docMk/>
            <pc:sldMk cId="677972112" sldId="269"/>
            <ac:spMk id="80" creationId="{A04F1504-431A-4D86-9091-AE7E4B33376B}"/>
          </ac:spMkLst>
        </pc:spChg>
        <pc:spChg chg="add del">
          <ac:chgData name="Margo Bonal" userId="18c9fa0f-b53d-478b-9dc0-6ad88786c19f" providerId="ADAL" clId="{93D479E5-F67F-4B8A-A78F-A0B574A116B6}" dt="2026-02-28T12:07:37.010" v="2443" actId="26606"/>
          <ac:spMkLst>
            <pc:docMk/>
            <pc:sldMk cId="677972112" sldId="269"/>
            <ac:spMk id="81" creationId="{EA804283-B929-4503-802F-4585376E2B42}"/>
          </ac:spMkLst>
        </pc:spChg>
        <pc:spChg chg="add del">
          <ac:chgData name="Margo Bonal" userId="18c9fa0f-b53d-478b-9dc0-6ad88786c19f" providerId="ADAL" clId="{93D479E5-F67F-4B8A-A78F-A0B574A116B6}" dt="2026-02-28T12:07:37.010" v="2443" actId="26606"/>
          <ac:spMkLst>
            <pc:docMk/>
            <pc:sldMk cId="677972112" sldId="269"/>
            <ac:spMk id="83" creationId="{067AD921-1CEE-4C1B-9AA3-C66D908DDD14}"/>
          </ac:spMkLst>
        </pc:spChg>
        <pc:spChg chg="add del">
          <ac:chgData name="Margo Bonal" userId="18c9fa0f-b53d-478b-9dc0-6ad88786c19f" providerId="ADAL" clId="{93D479E5-F67F-4B8A-A78F-A0B574A116B6}" dt="2026-02-28T12:07:37.010" v="2443" actId="26606"/>
          <ac:spMkLst>
            <pc:docMk/>
            <pc:sldMk cId="677972112" sldId="269"/>
            <ac:spMk id="84" creationId="{C36A08F5-3B56-47C5-A371-9187BE56E1E5}"/>
          </ac:spMkLst>
        </pc:spChg>
        <pc:spChg chg="add del">
          <ac:chgData name="Margo Bonal" userId="18c9fa0f-b53d-478b-9dc0-6ad88786c19f" providerId="ADAL" clId="{93D479E5-F67F-4B8A-A78F-A0B574A116B6}" dt="2026-02-28T12:07:38.608" v="2445" actId="26606"/>
          <ac:spMkLst>
            <pc:docMk/>
            <pc:sldMk cId="677972112" sldId="269"/>
            <ac:spMk id="86" creationId="{9095C1F4-AE7F-44E4-8693-40D3D6831140}"/>
          </ac:spMkLst>
        </pc:spChg>
        <pc:spChg chg="add del">
          <ac:chgData name="Margo Bonal" userId="18c9fa0f-b53d-478b-9dc0-6ad88786c19f" providerId="ADAL" clId="{93D479E5-F67F-4B8A-A78F-A0B574A116B6}" dt="2026-02-28T12:07:38.608" v="2445" actId="26606"/>
          <ac:spMkLst>
            <pc:docMk/>
            <pc:sldMk cId="677972112" sldId="269"/>
            <ac:spMk id="89" creationId="{871AEA07-1E14-44B4-8E55-64EF049CD66F}"/>
          </ac:spMkLst>
        </pc:spChg>
        <pc:spChg chg="add del">
          <ac:chgData name="Margo Bonal" userId="18c9fa0f-b53d-478b-9dc0-6ad88786c19f" providerId="ADAL" clId="{93D479E5-F67F-4B8A-A78F-A0B574A116B6}" dt="2026-02-28T12:07:42.048" v="2447" actId="26606"/>
          <ac:spMkLst>
            <pc:docMk/>
            <pc:sldMk cId="677972112" sldId="269"/>
            <ac:spMk id="91" creationId="{1ACA2EA0-FFD3-42EC-9406-B595015ED96E}"/>
          </ac:spMkLst>
        </pc:spChg>
        <pc:spChg chg="add del">
          <ac:chgData name="Margo Bonal" userId="18c9fa0f-b53d-478b-9dc0-6ad88786c19f" providerId="ADAL" clId="{93D479E5-F67F-4B8A-A78F-A0B574A116B6}" dt="2026-02-28T12:07:42.048" v="2447" actId="26606"/>
          <ac:spMkLst>
            <pc:docMk/>
            <pc:sldMk cId="677972112" sldId="269"/>
            <ac:spMk id="92" creationId="{D5288BCE-665C-472A-8C43-664BCFA31E43}"/>
          </ac:spMkLst>
        </pc:spChg>
        <pc:spChg chg="add del">
          <ac:chgData name="Margo Bonal" userId="18c9fa0f-b53d-478b-9dc0-6ad88786c19f" providerId="ADAL" clId="{93D479E5-F67F-4B8A-A78F-A0B574A116B6}" dt="2026-02-28T12:07:42.048" v="2447" actId="26606"/>
          <ac:spMkLst>
            <pc:docMk/>
            <pc:sldMk cId="677972112" sldId="269"/>
            <ac:spMk id="93" creationId="{46C57131-53A7-4C1A-BEA8-25F06A06AD29}"/>
          </ac:spMkLst>
        </pc:spChg>
        <pc:spChg chg="add del">
          <ac:chgData name="Margo Bonal" userId="18c9fa0f-b53d-478b-9dc0-6ad88786c19f" providerId="ADAL" clId="{93D479E5-F67F-4B8A-A78F-A0B574A116B6}" dt="2026-02-28T12:07:46.212" v="2449" actId="26606"/>
          <ac:spMkLst>
            <pc:docMk/>
            <pc:sldMk cId="677972112" sldId="269"/>
            <ac:spMk id="95" creationId="{D5B339F4-93B9-4E04-9721-143AD6782EA9}"/>
          </ac:spMkLst>
        </pc:spChg>
        <pc:spChg chg="add del">
          <ac:chgData name="Margo Bonal" userId="18c9fa0f-b53d-478b-9dc0-6ad88786c19f" providerId="ADAL" clId="{93D479E5-F67F-4B8A-A78F-A0B574A116B6}" dt="2026-02-28T12:07:46.212" v="2449" actId="26606"/>
          <ac:spMkLst>
            <pc:docMk/>
            <pc:sldMk cId="677972112" sldId="269"/>
            <ac:spMk id="98" creationId="{871AEA07-1E14-44B4-8E55-64EF049CD66F}"/>
          </ac:spMkLst>
        </pc:spChg>
        <pc:spChg chg="add del">
          <ac:chgData name="Margo Bonal" userId="18c9fa0f-b53d-478b-9dc0-6ad88786c19f" providerId="ADAL" clId="{93D479E5-F67F-4B8A-A78F-A0B574A116B6}" dt="2026-02-28T12:07:54.028" v="2451" actId="26606"/>
          <ac:spMkLst>
            <pc:docMk/>
            <pc:sldMk cId="677972112" sldId="269"/>
            <ac:spMk id="100" creationId="{54A6836E-C603-43CB-9DA7-89D8E3FA3838}"/>
          </ac:spMkLst>
        </pc:spChg>
        <pc:spChg chg="add del">
          <ac:chgData name="Margo Bonal" userId="18c9fa0f-b53d-478b-9dc0-6ad88786c19f" providerId="ADAL" clId="{93D479E5-F67F-4B8A-A78F-A0B574A116B6}" dt="2026-02-28T12:07:54.028" v="2451" actId="26606"/>
          <ac:spMkLst>
            <pc:docMk/>
            <pc:sldMk cId="677972112" sldId="269"/>
            <ac:spMk id="101" creationId="{296007DD-F9BF-4F0F-B8C6-C514B2841971}"/>
          </ac:spMkLst>
        </pc:spChg>
        <pc:spChg chg="add">
          <ac:chgData name="Margo Bonal" userId="18c9fa0f-b53d-478b-9dc0-6ad88786c19f" providerId="ADAL" clId="{93D479E5-F67F-4B8A-A78F-A0B574A116B6}" dt="2026-02-28T12:07:54.034" v="2452" actId="26606"/>
          <ac:spMkLst>
            <pc:docMk/>
            <pc:sldMk cId="677972112" sldId="269"/>
            <ac:spMk id="109" creationId="{0262E669-7774-4EAE-BBCE-F9FFE664D513}"/>
          </ac:spMkLst>
        </pc:spChg>
        <pc:spChg chg="add">
          <ac:chgData name="Margo Bonal" userId="18c9fa0f-b53d-478b-9dc0-6ad88786c19f" providerId="ADAL" clId="{93D479E5-F67F-4B8A-A78F-A0B574A116B6}" dt="2026-02-28T12:07:54.034" v="2452" actId="26606"/>
          <ac:spMkLst>
            <pc:docMk/>
            <pc:sldMk cId="677972112" sldId="269"/>
            <ac:spMk id="110" creationId="{0CD485ED-328F-4350-AB3E-F6EA4514990B}"/>
          </ac:spMkLst>
        </pc:spChg>
        <pc:spChg chg="add">
          <ac:chgData name="Margo Bonal" userId="18c9fa0f-b53d-478b-9dc0-6ad88786c19f" providerId="ADAL" clId="{93D479E5-F67F-4B8A-A78F-A0B574A116B6}" dt="2026-02-28T12:07:54.034" v="2452" actId="26606"/>
          <ac:spMkLst>
            <pc:docMk/>
            <pc:sldMk cId="677972112" sldId="269"/>
            <ac:spMk id="111" creationId="{5353D259-DA18-451D-9A95-02198BF55E20}"/>
          </ac:spMkLst>
        </pc:spChg>
        <pc:grpChg chg="add del">
          <ac:chgData name="Margo Bonal" userId="18c9fa0f-b53d-478b-9dc0-6ad88786c19f" providerId="ADAL" clId="{93D479E5-F67F-4B8A-A78F-A0B574A116B6}" dt="2026-02-28T12:06:18.990" v="2402" actId="26606"/>
          <ac:grpSpMkLst>
            <pc:docMk/>
            <pc:sldMk cId="677972112" sldId="269"/>
            <ac:grpSpMk id="10" creationId="{8734DDD3-F723-4DD3-8ABE-EC0B2AC87D74}"/>
          </ac:grpSpMkLst>
        </pc:grpChg>
        <pc:grpChg chg="add del">
          <ac:chgData name="Margo Bonal" userId="18c9fa0f-b53d-478b-9dc0-6ad88786c19f" providerId="ADAL" clId="{93D479E5-F67F-4B8A-A78F-A0B574A116B6}" dt="2026-02-28T12:06:24.163" v="2404" actId="26606"/>
          <ac:grpSpMkLst>
            <pc:docMk/>
            <pc:sldMk cId="677972112" sldId="269"/>
            <ac:grpSpMk id="17" creationId="{8734DDD3-F723-4DD3-8ABE-EC0B2AC87D74}"/>
          </ac:grpSpMkLst>
        </pc:grpChg>
        <pc:grpChg chg="add del">
          <ac:chgData name="Margo Bonal" userId="18c9fa0f-b53d-478b-9dc0-6ad88786c19f" providerId="ADAL" clId="{93D479E5-F67F-4B8A-A78F-A0B574A116B6}" dt="2026-02-28T12:06:56.378" v="2431" actId="26606"/>
          <ac:grpSpMkLst>
            <pc:docMk/>
            <pc:sldMk cId="677972112" sldId="269"/>
            <ac:grpSpMk id="38" creationId="{8A0FAFCA-5C96-453B-83B7-A9AEF7F18960}"/>
          </ac:grpSpMkLst>
        </pc:grpChg>
        <pc:grpChg chg="add del">
          <ac:chgData name="Margo Bonal" userId="18c9fa0f-b53d-478b-9dc0-6ad88786c19f" providerId="ADAL" clId="{93D479E5-F67F-4B8A-A78F-A0B574A116B6}" dt="2026-02-28T12:06:56.378" v="2431" actId="26606"/>
          <ac:grpSpMkLst>
            <pc:docMk/>
            <pc:sldMk cId="677972112" sldId="269"/>
            <ac:grpSpMk id="44" creationId="{CD0398DD-AD75-4E2B-A3C6-35073082A8B4}"/>
          </ac:grpSpMkLst>
        </pc:grpChg>
        <pc:grpChg chg="add del">
          <ac:chgData name="Margo Bonal" userId="18c9fa0f-b53d-478b-9dc0-6ad88786c19f" providerId="ADAL" clId="{93D479E5-F67F-4B8A-A78F-A0B574A116B6}" dt="2026-02-28T12:07:21.311" v="2437" actId="26606"/>
          <ac:grpSpMkLst>
            <pc:docMk/>
            <pc:sldMk cId="677972112" sldId="269"/>
            <ac:grpSpMk id="64" creationId="{8734DDD3-F723-4DD3-8ABE-EC0B2AC87D74}"/>
          </ac:grpSpMkLst>
        </pc:grpChg>
        <pc:grpChg chg="add del">
          <ac:chgData name="Margo Bonal" userId="18c9fa0f-b53d-478b-9dc0-6ad88786c19f" providerId="ADAL" clId="{93D479E5-F67F-4B8A-A78F-A0B574A116B6}" dt="2026-02-28T12:07:32.017" v="2441" actId="26606"/>
          <ac:grpSpMkLst>
            <pc:docMk/>
            <pc:sldMk cId="677972112" sldId="269"/>
            <ac:grpSpMk id="73" creationId="{8734DDD3-F723-4DD3-8ABE-EC0B2AC87D74}"/>
          </ac:grpSpMkLst>
        </pc:grpChg>
        <pc:grpChg chg="add del">
          <ac:chgData name="Margo Bonal" userId="18c9fa0f-b53d-478b-9dc0-6ad88786c19f" providerId="ADAL" clId="{93D479E5-F67F-4B8A-A78F-A0B574A116B6}" dt="2026-02-28T12:07:38.608" v="2445" actId="26606"/>
          <ac:grpSpMkLst>
            <pc:docMk/>
            <pc:sldMk cId="677972112" sldId="269"/>
            <ac:grpSpMk id="87" creationId="{8734DDD3-F723-4DD3-8ABE-EC0B2AC87D74}"/>
          </ac:grpSpMkLst>
        </pc:grpChg>
        <pc:grpChg chg="add del">
          <ac:chgData name="Margo Bonal" userId="18c9fa0f-b53d-478b-9dc0-6ad88786c19f" providerId="ADAL" clId="{93D479E5-F67F-4B8A-A78F-A0B574A116B6}" dt="2026-02-28T12:07:46.212" v="2449" actId="26606"/>
          <ac:grpSpMkLst>
            <pc:docMk/>
            <pc:sldMk cId="677972112" sldId="269"/>
            <ac:grpSpMk id="96" creationId="{8734DDD3-F723-4DD3-8ABE-EC0B2AC87D74}"/>
          </ac:grpSpMkLst>
        </pc:grpChg>
        <pc:grpChg chg="add del">
          <ac:chgData name="Margo Bonal" userId="18c9fa0f-b53d-478b-9dc0-6ad88786c19f" providerId="ADAL" clId="{93D479E5-F67F-4B8A-A78F-A0B574A116B6}" dt="2026-02-28T12:07:54.028" v="2451" actId="26606"/>
          <ac:grpSpMkLst>
            <pc:docMk/>
            <pc:sldMk cId="677972112" sldId="269"/>
            <ac:grpSpMk id="102" creationId="{8A0FAFCA-5C96-453B-83B7-A9AEF7F18960}"/>
          </ac:grpSpMkLst>
        </pc:grpChg>
        <pc:grpChg chg="add del">
          <ac:chgData name="Margo Bonal" userId="18c9fa0f-b53d-478b-9dc0-6ad88786c19f" providerId="ADAL" clId="{93D479E5-F67F-4B8A-A78F-A0B574A116B6}" dt="2026-02-28T12:07:54.028" v="2451" actId="26606"/>
          <ac:grpSpMkLst>
            <pc:docMk/>
            <pc:sldMk cId="677972112" sldId="269"/>
            <ac:grpSpMk id="105" creationId="{CD0398DD-AD75-4E2B-A3C6-35073082A8B4}"/>
          </ac:grpSpMkLst>
        </pc:grpChg>
      </pc:sldChg>
      <pc:sldChg chg="new del">
        <pc:chgData name="Margo Bonal" userId="18c9fa0f-b53d-478b-9dc0-6ad88786c19f" providerId="ADAL" clId="{93D479E5-F67F-4B8A-A78F-A0B574A116B6}" dt="2026-02-28T12:16:53.835" v="2584" actId="680"/>
        <pc:sldMkLst>
          <pc:docMk/>
          <pc:sldMk cId="2177194364" sldId="269"/>
        </pc:sldMkLst>
      </pc:sldChg>
    </pc:docChg>
  </pc:docChgLst>
  <pc:docChgLst>
    <pc:chgData name="Margo Bonal" userId="18c9fa0f-b53d-478b-9dc0-6ad88786c19f" providerId="ADAL" clId="{57E2D5E0-CA32-47BE-A2DC-7B0365E99328}"/>
    <pc:docChg chg="undo redo custSel addSld delSld modSld sldOrd">
      <pc:chgData name="Margo Bonal" userId="18c9fa0f-b53d-478b-9dc0-6ad88786c19f" providerId="ADAL" clId="{57E2D5E0-CA32-47BE-A2DC-7B0365E99328}" dt="2026-02-27T16:48:19.424" v="776" actId="20577"/>
      <pc:docMkLst>
        <pc:docMk/>
      </pc:docMkLst>
      <pc:sldChg chg="modSp mod">
        <pc:chgData name="Margo Bonal" userId="18c9fa0f-b53d-478b-9dc0-6ad88786c19f" providerId="ADAL" clId="{57E2D5E0-CA32-47BE-A2DC-7B0365E99328}" dt="2026-02-13T23:03:42.609" v="551" actId="27636"/>
        <pc:sldMkLst>
          <pc:docMk/>
          <pc:sldMk cId="850630602" sldId="257"/>
        </pc:sldMkLst>
        <pc:spChg chg="mod">
          <ac:chgData name="Margo Bonal" userId="18c9fa0f-b53d-478b-9dc0-6ad88786c19f" providerId="ADAL" clId="{57E2D5E0-CA32-47BE-A2DC-7B0365E99328}" dt="2026-02-13T23:03:42.609" v="551" actId="27636"/>
          <ac:spMkLst>
            <pc:docMk/>
            <pc:sldMk cId="850630602" sldId="257"/>
            <ac:spMk id="3" creationId="{3AD821AA-AA04-E3EB-5027-44FA0EFD591D}"/>
          </ac:spMkLst>
        </pc:spChg>
      </pc:sldChg>
      <pc:sldChg chg="addSp delSp modSp mod">
        <pc:chgData name="Margo Bonal" userId="18c9fa0f-b53d-478b-9dc0-6ad88786c19f" providerId="ADAL" clId="{57E2D5E0-CA32-47BE-A2DC-7B0365E99328}" dt="2026-02-13T23:01:24.470" v="495" actId="1076"/>
        <pc:sldMkLst>
          <pc:docMk/>
          <pc:sldMk cId="2065992260" sldId="258"/>
        </pc:sldMkLst>
        <pc:spChg chg="add mod">
          <ac:chgData name="Margo Bonal" userId="18c9fa0f-b53d-478b-9dc0-6ad88786c19f" providerId="ADAL" clId="{57E2D5E0-CA32-47BE-A2DC-7B0365E99328}" dt="2026-02-13T23:01:24.470" v="495" actId="1076"/>
          <ac:spMkLst>
            <pc:docMk/>
            <pc:sldMk cId="2065992260" sldId="258"/>
            <ac:spMk id="16" creationId="{1BFE9597-EE45-D183-9C43-FB508195BFBC}"/>
          </ac:spMkLst>
        </pc:spChg>
        <pc:graphicFrameChg chg="add mod">
          <ac:chgData name="Margo Bonal" userId="18c9fa0f-b53d-478b-9dc0-6ad88786c19f" providerId="ADAL" clId="{57E2D5E0-CA32-47BE-A2DC-7B0365E99328}" dt="2026-02-13T23:01:13.304" v="492" actId="1076"/>
          <ac:graphicFrameMkLst>
            <pc:docMk/>
            <pc:sldMk cId="2065992260" sldId="258"/>
            <ac:graphicFrameMk id="15" creationId="{FC544CC5-203D-7012-0096-763F5234B0F3}"/>
          </ac:graphicFrameMkLst>
        </pc:graphicFrameChg>
      </pc:sldChg>
      <pc:sldChg chg="addSp delSp modSp mod">
        <pc:chgData name="Margo Bonal" userId="18c9fa0f-b53d-478b-9dc0-6ad88786c19f" providerId="ADAL" clId="{57E2D5E0-CA32-47BE-A2DC-7B0365E99328}" dt="2026-02-13T22:52:16.211" v="233" actId="14100"/>
        <pc:sldMkLst>
          <pc:docMk/>
          <pc:sldMk cId="3713997872" sldId="259"/>
        </pc:sldMkLst>
        <pc:picChg chg="add mod modCrop">
          <ac:chgData name="Margo Bonal" userId="18c9fa0f-b53d-478b-9dc0-6ad88786c19f" providerId="ADAL" clId="{57E2D5E0-CA32-47BE-A2DC-7B0365E99328}" dt="2026-02-13T22:52:16.211" v="233" actId="14100"/>
          <ac:picMkLst>
            <pc:docMk/>
            <pc:sldMk cId="3713997872" sldId="259"/>
            <ac:picMk id="5" creationId="{30D9BB01-16EE-371C-49E8-833A93D92451}"/>
          </ac:picMkLst>
        </pc:picChg>
      </pc:sldChg>
      <pc:sldChg chg="addSp delSp modSp add mod ord">
        <pc:chgData name="Margo Bonal" userId="18c9fa0f-b53d-478b-9dc0-6ad88786c19f" providerId="ADAL" clId="{57E2D5E0-CA32-47BE-A2DC-7B0365E99328}" dt="2026-02-27T16:48:19.424" v="776" actId="20577"/>
        <pc:sldMkLst>
          <pc:docMk/>
          <pc:sldMk cId="2561402868" sldId="264"/>
        </pc:sldMkLst>
        <pc:spChg chg="add mod">
          <ac:chgData name="Margo Bonal" userId="18c9fa0f-b53d-478b-9dc0-6ad88786c19f" providerId="ADAL" clId="{57E2D5E0-CA32-47BE-A2DC-7B0365E99328}" dt="2026-02-27T16:48:19.424" v="776" actId="20577"/>
          <ac:spMkLst>
            <pc:docMk/>
            <pc:sldMk cId="2561402868" sldId="264"/>
            <ac:spMk id="9" creationId="{D6D36DC8-D9BF-8C26-69EA-ED89E34DB644}"/>
          </ac:spMkLst>
        </pc:spChg>
        <pc:graphicFrameChg chg="add mod modGraphic">
          <ac:chgData name="Margo Bonal" userId="18c9fa0f-b53d-478b-9dc0-6ad88786c19f" providerId="ADAL" clId="{57E2D5E0-CA32-47BE-A2DC-7B0365E99328}" dt="2026-02-27T16:39:59.240" v="681" actId="20577"/>
          <ac:graphicFrameMkLst>
            <pc:docMk/>
            <pc:sldMk cId="2561402868" sldId="264"/>
            <ac:graphicFrameMk id="27" creationId="{D6B93F0B-FEB0-EDAB-CFE1-A57DEFE97FCD}"/>
          </ac:graphicFrameMkLst>
        </pc:graphicFrameChg>
      </pc:sldChg>
      <pc:sldChg chg="addSp delSp modSp add mod ord">
        <pc:chgData name="Margo Bonal" userId="18c9fa0f-b53d-478b-9dc0-6ad88786c19f" providerId="ADAL" clId="{57E2D5E0-CA32-47BE-A2DC-7B0365E99328}" dt="2026-02-27T16:39:18.421" v="620" actId="27636"/>
        <pc:sldMkLst>
          <pc:docMk/>
          <pc:sldMk cId="2428741132" sldId="265"/>
        </pc:sldMkLst>
        <pc:spChg chg="mod">
          <ac:chgData name="Margo Bonal" userId="18c9fa0f-b53d-478b-9dc0-6ad88786c19f" providerId="ADAL" clId="{57E2D5E0-CA32-47BE-A2DC-7B0365E99328}" dt="2026-02-13T22:51:00.114" v="220" actId="20577"/>
          <ac:spMkLst>
            <pc:docMk/>
            <pc:sldMk cId="2428741132" sldId="265"/>
            <ac:spMk id="3" creationId="{73DA28DD-1D93-45FF-9FF1-D9C602F501F5}"/>
          </ac:spMkLst>
        </pc:spChg>
        <pc:spChg chg="add mod">
          <ac:chgData name="Margo Bonal" userId="18c9fa0f-b53d-478b-9dc0-6ad88786c19f" providerId="ADAL" clId="{57E2D5E0-CA32-47BE-A2DC-7B0365E99328}" dt="2026-02-13T22:51:15.940" v="222" actId="1076"/>
          <ac:spMkLst>
            <pc:docMk/>
            <pc:sldMk cId="2428741132" sldId="265"/>
            <ac:spMk id="4" creationId="{A5AF426B-43FF-4BB7-086D-F7F73A587A96}"/>
          </ac:spMkLst>
        </pc:spChg>
        <pc:spChg chg="add mod">
          <ac:chgData name="Margo Bonal" userId="18c9fa0f-b53d-478b-9dc0-6ad88786c19f" providerId="ADAL" clId="{57E2D5E0-CA32-47BE-A2DC-7B0365E99328}" dt="2026-02-27T16:39:18.421" v="620" actId="27636"/>
          <ac:spMkLst>
            <pc:docMk/>
            <pc:sldMk cId="2428741132" sldId="265"/>
            <ac:spMk id="8" creationId="{7A067979-B2B3-BD33-28AB-42AF2BBE1977}"/>
          </ac:spMkLst>
        </pc:spChg>
      </pc:sldChg>
      <pc:sldChg chg="addSp delSp modSp add mod ord">
        <pc:chgData name="Margo Bonal" userId="18c9fa0f-b53d-478b-9dc0-6ad88786c19f" providerId="ADAL" clId="{57E2D5E0-CA32-47BE-A2DC-7B0365E99328}" dt="2026-02-27T16:39:29.840" v="659" actId="12"/>
        <pc:sldMkLst>
          <pc:docMk/>
          <pc:sldMk cId="3526335932" sldId="266"/>
        </pc:sldMkLst>
        <pc:spChg chg="mod">
          <ac:chgData name="Margo Bonal" userId="18c9fa0f-b53d-478b-9dc0-6ad88786c19f" providerId="ADAL" clId="{57E2D5E0-CA32-47BE-A2DC-7B0365E99328}" dt="2026-02-27T16:39:29.840" v="659" actId="12"/>
          <ac:spMkLst>
            <pc:docMk/>
            <pc:sldMk cId="3526335932" sldId="266"/>
            <ac:spMk id="2" creationId="{FB4EC798-8386-CB36-1C33-949CA6568550}"/>
          </ac:spMkLst>
        </pc:spChg>
        <pc:spChg chg="add mod">
          <ac:chgData name="Margo Bonal" userId="18c9fa0f-b53d-478b-9dc0-6ad88786c19f" providerId="ADAL" clId="{57E2D5E0-CA32-47BE-A2DC-7B0365E99328}" dt="2026-02-27T16:39:25.479" v="657" actId="20577"/>
          <ac:spMkLst>
            <pc:docMk/>
            <pc:sldMk cId="3526335932" sldId="266"/>
            <ac:spMk id="4" creationId="{86ED9EE4-56A8-6AFD-BE9A-A35D2ABC59A0}"/>
          </ac:spMkLst>
        </pc:spChg>
        <pc:spChg chg="add mod">
          <ac:chgData name="Margo Bonal" userId="18c9fa0f-b53d-478b-9dc0-6ad88786c19f" providerId="ADAL" clId="{57E2D5E0-CA32-47BE-A2DC-7B0365E99328}" dt="2026-02-13T23:02:06.751" v="514" actId="20577"/>
          <ac:spMkLst>
            <pc:docMk/>
            <pc:sldMk cId="3526335932" sldId="266"/>
            <ac:spMk id="5" creationId="{E40DC201-0466-5D58-2422-48A1842C6A76}"/>
          </ac:spMkLst>
        </pc:spChg>
        <pc:spChg chg="add mod">
          <ac:chgData name="Margo Bonal" userId="18c9fa0f-b53d-478b-9dc0-6ad88786c19f" providerId="ADAL" clId="{57E2D5E0-CA32-47BE-A2DC-7B0365E99328}" dt="2026-02-13T23:01:33.171" v="497" actId="1076"/>
          <ac:spMkLst>
            <pc:docMk/>
            <pc:sldMk cId="3526335932" sldId="266"/>
            <ac:spMk id="8" creationId="{24AA2B82-D640-63C8-0949-8D61BA43585E}"/>
          </ac:spMkLst>
        </pc:spChg>
        <pc:spChg chg="add mod">
          <ac:chgData name="Margo Bonal" userId="18c9fa0f-b53d-478b-9dc0-6ad88786c19f" providerId="ADAL" clId="{57E2D5E0-CA32-47BE-A2DC-7B0365E99328}" dt="2026-02-13T23:01:36.208" v="498" actId="1076"/>
          <ac:spMkLst>
            <pc:docMk/>
            <pc:sldMk cId="3526335932" sldId="266"/>
            <ac:spMk id="11" creationId="{D6DB2568-1D7A-1154-06D4-C4FEF3D291A5}"/>
          </ac:spMkLst>
        </pc:spChg>
      </pc:sldChg>
      <pc:sldChg chg="addSp delSp modSp new mod setBg">
        <pc:chgData name="Margo Bonal" userId="18c9fa0f-b53d-478b-9dc0-6ad88786c19f" providerId="ADAL" clId="{57E2D5E0-CA32-47BE-A2DC-7B0365E99328}" dt="2026-02-27T16:47:37.952" v="774" actId="20577"/>
        <pc:sldMkLst>
          <pc:docMk/>
          <pc:sldMk cId="466827126" sldId="267"/>
        </pc:sldMkLst>
        <pc:spChg chg="mod">
          <ac:chgData name="Margo Bonal" userId="18c9fa0f-b53d-478b-9dc0-6ad88786c19f" providerId="ADAL" clId="{57E2D5E0-CA32-47BE-A2DC-7B0365E99328}" dt="2026-02-27T16:40:51.518" v="711" actId="20577"/>
          <ac:spMkLst>
            <pc:docMk/>
            <pc:sldMk cId="466827126" sldId="267"/>
            <ac:spMk id="2" creationId="{E4A45707-0E58-D064-5326-14385A7EE13B}"/>
          </ac:spMkLst>
        </pc:spChg>
        <pc:spChg chg="mod">
          <ac:chgData name="Margo Bonal" userId="18c9fa0f-b53d-478b-9dc0-6ad88786c19f" providerId="ADAL" clId="{57E2D5E0-CA32-47BE-A2DC-7B0365E99328}" dt="2026-02-27T16:47:37.952" v="774" actId="20577"/>
          <ac:spMkLst>
            <pc:docMk/>
            <pc:sldMk cId="466827126" sldId="267"/>
            <ac:spMk id="3" creationId="{ED251D10-213C-75FF-8717-7ADF2D6C82F3}"/>
          </ac:spMkLst>
        </pc:spChg>
        <pc:spChg chg="add del">
          <ac:chgData name="Margo Bonal" userId="18c9fa0f-b53d-478b-9dc0-6ad88786c19f" providerId="ADAL" clId="{57E2D5E0-CA32-47BE-A2DC-7B0365E99328}" dt="2026-02-27T16:40:30.879" v="700" actId="26606"/>
          <ac:spMkLst>
            <pc:docMk/>
            <pc:sldMk cId="466827126" sldId="267"/>
            <ac:spMk id="8" creationId="{943CAA20-3569-4189-9E48-239A229A86CA}"/>
          </ac:spMkLst>
        </pc:spChg>
        <pc:spChg chg="add del">
          <ac:chgData name="Margo Bonal" userId="18c9fa0f-b53d-478b-9dc0-6ad88786c19f" providerId="ADAL" clId="{57E2D5E0-CA32-47BE-A2DC-7B0365E99328}" dt="2026-02-27T16:40:30.879" v="700" actId="26606"/>
          <ac:spMkLst>
            <pc:docMk/>
            <pc:sldMk cId="466827126" sldId="267"/>
            <ac:spMk id="10" creationId="{DA542B6D-E775-4832-91DC-2D20F857813A}"/>
          </ac:spMkLst>
        </pc:spChg>
        <pc:spChg chg="add del">
          <ac:chgData name="Margo Bonal" userId="18c9fa0f-b53d-478b-9dc0-6ad88786c19f" providerId="ADAL" clId="{57E2D5E0-CA32-47BE-A2DC-7B0365E99328}" dt="2026-02-27T16:40:32.665" v="702" actId="26606"/>
          <ac:spMkLst>
            <pc:docMk/>
            <pc:sldMk cId="466827126" sldId="267"/>
            <ac:spMk id="12" creationId="{871AEA07-1E14-44B4-8E55-64EF049CD66F}"/>
          </ac:spMkLst>
        </pc:spChg>
        <pc:spChg chg="add del">
          <ac:chgData name="Margo Bonal" userId="18c9fa0f-b53d-478b-9dc0-6ad88786c19f" providerId="ADAL" clId="{57E2D5E0-CA32-47BE-A2DC-7B0365E99328}" dt="2026-02-27T16:40:32.665" v="702" actId="26606"/>
          <ac:spMkLst>
            <pc:docMk/>
            <pc:sldMk cId="466827126" sldId="267"/>
            <ac:spMk id="13" creationId="{4522B21E-B2B9-4C72-9A71-C87EFD137480}"/>
          </ac:spMkLst>
        </pc:spChg>
        <pc:spChg chg="add del">
          <ac:chgData name="Margo Bonal" userId="18c9fa0f-b53d-478b-9dc0-6ad88786c19f" providerId="ADAL" clId="{57E2D5E0-CA32-47BE-A2DC-7B0365E99328}" dt="2026-02-27T16:40:32.665" v="702" actId="26606"/>
          <ac:spMkLst>
            <pc:docMk/>
            <pc:sldMk cId="466827126" sldId="267"/>
            <ac:spMk id="15" creationId="{5EB7D2A2-F448-44D4-938C-DC84CBCB3B1E}"/>
          </ac:spMkLst>
        </pc:spChg>
        <pc:spChg chg="add">
          <ac:chgData name="Margo Bonal" userId="18c9fa0f-b53d-478b-9dc0-6ad88786c19f" providerId="ADAL" clId="{57E2D5E0-CA32-47BE-A2DC-7B0365E99328}" dt="2026-02-27T16:40:32.665" v="703" actId="26606"/>
          <ac:spMkLst>
            <pc:docMk/>
            <pc:sldMk cId="466827126" sldId="267"/>
            <ac:spMk id="16" creationId="{D8142CC3-2B5C-48E6-9DF0-6C8ACBAF23EF}"/>
          </ac:spMkLst>
        </pc:spChg>
        <pc:spChg chg="add">
          <ac:chgData name="Margo Bonal" userId="18c9fa0f-b53d-478b-9dc0-6ad88786c19f" providerId="ADAL" clId="{57E2D5E0-CA32-47BE-A2DC-7B0365E99328}" dt="2026-02-27T16:40:32.665" v="703" actId="26606"/>
          <ac:spMkLst>
            <pc:docMk/>
            <pc:sldMk cId="466827126" sldId="267"/>
            <ac:spMk id="17" creationId="{46F1F2C8-798B-4CCE-A851-94AFAF350BED}"/>
          </ac:spMkLst>
        </pc:spChg>
        <pc:spChg chg="add">
          <ac:chgData name="Margo Bonal" userId="18c9fa0f-b53d-478b-9dc0-6ad88786c19f" providerId="ADAL" clId="{57E2D5E0-CA32-47BE-A2DC-7B0365E99328}" dt="2026-02-27T16:40:32.665" v="703" actId="26606"/>
          <ac:spMkLst>
            <pc:docMk/>
            <pc:sldMk cId="466827126" sldId="267"/>
            <ac:spMk id="19" creationId="{755E9CD0-04B0-4A3C-B291-AD913379C713}"/>
          </ac:spMkLst>
        </pc:spChg>
        <pc:spChg chg="add">
          <ac:chgData name="Margo Bonal" userId="18c9fa0f-b53d-478b-9dc0-6ad88786c19f" providerId="ADAL" clId="{57E2D5E0-CA32-47BE-A2DC-7B0365E99328}" dt="2026-02-27T16:40:32.665" v="703" actId="26606"/>
          <ac:spMkLst>
            <pc:docMk/>
            <pc:sldMk cId="466827126" sldId="267"/>
            <ac:spMk id="20" creationId="{46A89C79-8EF3-4AF9-B3D9-59A883F41C83}"/>
          </ac:spMkLst>
        </pc:spChg>
        <pc:spChg chg="add">
          <ac:chgData name="Margo Bonal" userId="18c9fa0f-b53d-478b-9dc0-6ad88786c19f" providerId="ADAL" clId="{57E2D5E0-CA32-47BE-A2DC-7B0365E99328}" dt="2026-02-27T16:40:32.665" v="703" actId="26606"/>
          <ac:spMkLst>
            <pc:docMk/>
            <pc:sldMk cId="466827126" sldId="267"/>
            <ac:spMk id="21" creationId="{1DD8BF3B-6066-418C-8D1A-75C5E396FC04}"/>
          </ac:spMkLst>
        </pc:spChg>
        <pc:spChg chg="add">
          <ac:chgData name="Margo Bonal" userId="18c9fa0f-b53d-478b-9dc0-6ad88786c19f" providerId="ADAL" clId="{57E2D5E0-CA32-47BE-A2DC-7B0365E99328}" dt="2026-02-27T16:40:32.665" v="703" actId="26606"/>
          <ac:spMkLst>
            <pc:docMk/>
            <pc:sldMk cId="466827126" sldId="267"/>
            <ac:spMk id="22" creationId="{EFE5CE34-4543-42E5-B82C-1F3D12422CDD}"/>
          </ac:spMkLst>
        </pc:spChg>
        <pc:spChg chg="add">
          <ac:chgData name="Margo Bonal" userId="18c9fa0f-b53d-478b-9dc0-6ad88786c19f" providerId="ADAL" clId="{57E2D5E0-CA32-47BE-A2DC-7B0365E99328}" dt="2026-02-27T16:40:32.665" v="703" actId="26606"/>
          <ac:spMkLst>
            <pc:docMk/>
            <pc:sldMk cId="466827126" sldId="267"/>
            <ac:spMk id="23" creationId="{80BC66F9-7A74-4286-AD22-1174052CC22C}"/>
          </ac:spMkLst>
        </pc:spChg>
        <pc:spChg chg="add">
          <ac:chgData name="Margo Bonal" userId="18c9fa0f-b53d-478b-9dc0-6ad88786c19f" providerId="ADAL" clId="{57E2D5E0-CA32-47BE-A2DC-7B0365E99328}" dt="2026-02-27T16:40:32.665" v="703" actId="26606"/>
          <ac:spMkLst>
            <pc:docMk/>
            <pc:sldMk cId="466827126" sldId="267"/>
            <ac:spMk id="24" creationId="{72AF41FE-63D7-4695-81D2-66D2510E4486}"/>
          </ac:spMkLst>
        </pc:spChg>
        <pc:cxnChg chg="add del">
          <ac:chgData name="Margo Bonal" userId="18c9fa0f-b53d-478b-9dc0-6ad88786c19f" providerId="ADAL" clId="{57E2D5E0-CA32-47BE-A2DC-7B0365E99328}" dt="2026-02-27T16:40:32.665" v="702" actId="26606"/>
          <ac:cxnSpMkLst>
            <pc:docMk/>
            <pc:sldMk cId="466827126" sldId="267"/>
            <ac:cxnSpMk id="14" creationId="{F7C8EA93-3210-4C62-99E9-153C275E3A87}"/>
          </ac:cxnSpMkLst>
        </pc:cxnChg>
      </pc:sldChg>
      <pc:sldChg chg="del">
        <pc:chgData name="Margo Bonal" userId="18c9fa0f-b53d-478b-9dc0-6ad88786c19f" providerId="ADAL" clId="{57E2D5E0-CA32-47BE-A2DC-7B0365E99328}" dt="2026-02-27T16:39:51.443" v="660" actId="2696"/>
        <pc:sldMkLst>
          <pc:docMk/>
          <pc:sldMk cId="3667650440" sldId="267"/>
        </pc:sldMkLst>
      </pc:sldChg>
      <pc:sldChg chg="del">
        <pc:chgData name="Margo Bonal" userId="18c9fa0f-b53d-478b-9dc0-6ad88786c19f" providerId="ADAL" clId="{57E2D5E0-CA32-47BE-A2DC-7B0365E99328}" dt="2026-02-27T16:39:51.443" v="660" actId="2696"/>
        <pc:sldMkLst>
          <pc:docMk/>
          <pc:sldMk cId="2380309321" sldId="268"/>
        </pc:sldMkLst>
      </pc:sldChg>
      <pc:sldChg chg="del">
        <pc:chgData name="Margo Bonal" userId="18c9fa0f-b53d-478b-9dc0-6ad88786c19f" providerId="ADAL" clId="{57E2D5E0-CA32-47BE-A2DC-7B0365E99328}" dt="2026-02-27T16:39:51.443" v="660" actId="2696"/>
        <pc:sldMkLst>
          <pc:docMk/>
          <pc:sldMk cId="884354200" sldId="269"/>
        </pc:sldMkLst>
      </pc:sldChg>
      <pc:sldChg chg="del">
        <pc:chgData name="Margo Bonal" userId="18c9fa0f-b53d-478b-9dc0-6ad88786c19f" providerId="ADAL" clId="{57E2D5E0-CA32-47BE-A2DC-7B0365E99328}" dt="2026-02-27T16:39:51.443" v="660" actId="2696"/>
        <pc:sldMkLst>
          <pc:docMk/>
          <pc:sldMk cId="3857486133" sldId="270"/>
        </pc:sldMkLst>
      </pc:sldChg>
      <pc:sldChg chg="del">
        <pc:chgData name="Margo Bonal" userId="18c9fa0f-b53d-478b-9dc0-6ad88786c19f" providerId="ADAL" clId="{57E2D5E0-CA32-47BE-A2DC-7B0365E99328}" dt="2026-02-27T16:39:51.443" v="660" actId="2696"/>
        <pc:sldMkLst>
          <pc:docMk/>
          <pc:sldMk cId="169300139" sldId="271"/>
        </pc:sldMkLst>
      </pc:sldChg>
      <pc:sldChg chg="del">
        <pc:chgData name="Margo Bonal" userId="18c9fa0f-b53d-478b-9dc0-6ad88786c19f" providerId="ADAL" clId="{57E2D5E0-CA32-47BE-A2DC-7B0365E99328}" dt="2026-02-27T16:39:51.443" v="660" actId="2696"/>
        <pc:sldMkLst>
          <pc:docMk/>
          <pc:sldMk cId="1553250187" sldId="272"/>
        </pc:sldMkLst>
      </pc:sldChg>
      <pc:sldChg chg="del">
        <pc:chgData name="Margo Bonal" userId="18c9fa0f-b53d-478b-9dc0-6ad88786c19f" providerId="ADAL" clId="{57E2D5E0-CA32-47BE-A2DC-7B0365E99328}" dt="2026-02-27T16:39:51.443" v="660" actId="2696"/>
        <pc:sldMkLst>
          <pc:docMk/>
          <pc:sldMk cId="3338242679" sldId="273"/>
        </pc:sldMkLst>
      </pc:sldChg>
      <pc:sldChg chg="del">
        <pc:chgData name="Margo Bonal" userId="18c9fa0f-b53d-478b-9dc0-6ad88786c19f" providerId="ADAL" clId="{57E2D5E0-CA32-47BE-A2DC-7B0365E99328}" dt="2026-02-27T16:39:51.443" v="660" actId="2696"/>
        <pc:sldMkLst>
          <pc:docMk/>
          <pc:sldMk cId="2081720052" sldId="274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9AED39-6EA4-4C8F-8F93-0109BCE29F73}" type="doc">
      <dgm:prSet loTypeId="urn:microsoft.com/office/officeart/2018/5/layout/IconCircleLabelList" loCatId="icon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A943B02-5C04-46D6-A68D-B6CA786424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Vulcan Platform</a:t>
          </a:r>
        </a:p>
      </dgm:t>
    </dgm:pt>
    <dgm:pt modelId="{DCE7D11E-72ED-4379-92AB-B4DD3163FFDD}" type="parTrans" cxnId="{0607399A-5388-4DF6-AF8F-B30347370EA9}">
      <dgm:prSet/>
      <dgm:spPr/>
      <dgm:t>
        <a:bodyPr/>
        <a:lstStyle/>
        <a:p>
          <a:endParaRPr lang="en-US"/>
        </a:p>
      </dgm:t>
    </dgm:pt>
    <dgm:pt modelId="{40F66F96-190F-4E10-A10D-B436D4D705FE}" type="sibTrans" cxnId="{0607399A-5388-4DF6-AF8F-B30347370EA9}">
      <dgm:prSet/>
      <dgm:spPr/>
      <dgm:t>
        <a:bodyPr/>
        <a:lstStyle/>
        <a:p>
          <a:endParaRPr lang="en-US"/>
        </a:p>
      </dgm:t>
    </dgm:pt>
    <dgm:pt modelId="{B95C487C-5DFF-4263-92CB-57434121393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Database</a:t>
          </a:r>
        </a:p>
      </dgm:t>
    </dgm:pt>
    <dgm:pt modelId="{D039C51C-121D-4A59-95DB-0DFFAA9D1793}" type="parTrans" cxnId="{FD2FD9E5-C328-47DA-8160-3C42737E9923}">
      <dgm:prSet/>
      <dgm:spPr/>
      <dgm:t>
        <a:bodyPr/>
        <a:lstStyle/>
        <a:p>
          <a:endParaRPr lang="en-US"/>
        </a:p>
      </dgm:t>
    </dgm:pt>
    <dgm:pt modelId="{37A95161-BDCF-49DB-9C9F-BC4185772BE6}" type="sibTrans" cxnId="{FD2FD9E5-C328-47DA-8160-3C42737E9923}">
      <dgm:prSet/>
      <dgm:spPr/>
      <dgm:t>
        <a:bodyPr/>
        <a:lstStyle/>
        <a:p>
          <a:endParaRPr lang="en-US"/>
        </a:p>
      </dgm:t>
    </dgm:pt>
    <dgm:pt modelId="{6ADC3160-FE5A-4FDC-9ACC-8081A1A0D12D}" type="pres">
      <dgm:prSet presAssocID="{BD9AED39-6EA4-4C8F-8F93-0109BCE29F73}" presName="root" presStyleCnt="0">
        <dgm:presLayoutVars>
          <dgm:dir/>
          <dgm:resizeHandles val="exact"/>
        </dgm:presLayoutVars>
      </dgm:prSet>
      <dgm:spPr/>
    </dgm:pt>
    <dgm:pt modelId="{CB887E09-0A00-423D-9B72-FD8DEBCB5097}" type="pres">
      <dgm:prSet presAssocID="{7A943B02-5C04-46D6-A68D-B6CA78642443}" presName="compNode" presStyleCnt="0"/>
      <dgm:spPr/>
    </dgm:pt>
    <dgm:pt modelId="{79E1EB82-49C8-4027-977A-55C555C6DB5E}" type="pres">
      <dgm:prSet presAssocID="{7A943B02-5C04-46D6-A68D-B6CA78642443}" presName="iconBgRect" presStyleLbl="bgShp" presStyleIdx="0" presStyleCnt="2"/>
      <dgm:spPr/>
    </dgm:pt>
    <dgm:pt modelId="{EE9957DB-4DBB-4C87-A7DF-CEBE683705E8}" type="pres">
      <dgm:prSet presAssocID="{7A943B02-5C04-46D6-A68D-B6CA7864244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31524B0-6C4F-4FA3-BE59-A01E2F7E3514}" type="pres">
      <dgm:prSet presAssocID="{7A943B02-5C04-46D6-A68D-B6CA78642443}" presName="spaceRect" presStyleCnt="0"/>
      <dgm:spPr/>
    </dgm:pt>
    <dgm:pt modelId="{A2A5588E-9AB3-4A06-B57B-7CACF275F84C}" type="pres">
      <dgm:prSet presAssocID="{7A943B02-5C04-46D6-A68D-B6CA78642443}" presName="textRect" presStyleLbl="revTx" presStyleIdx="0" presStyleCnt="2">
        <dgm:presLayoutVars>
          <dgm:chMax val="1"/>
          <dgm:chPref val="1"/>
        </dgm:presLayoutVars>
      </dgm:prSet>
      <dgm:spPr/>
    </dgm:pt>
    <dgm:pt modelId="{8B84A864-80EF-42E6-8432-9BC8549F8B45}" type="pres">
      <dgm:prSet presAssocID="{40F66F96-190F-4E10-A10D-B436D4D705FE}" presName="sibTrans" presStyleCnt="0"/>
      <dgm:spPr/>
    </dgm:pt>
    <dgm:pt modelId="{F76718A8-D756-4C0B-A9B5-8301B101F5AD}" type="pres">
      <dgm:prSet presAssocID="{B95C487C-5DFF-4263-92CB-57434121393C}" presName="compNode" presStyleCnt="0"/>
      <dgm:spPr/>
    </dgm:pt>
    <dgm:pt modelId="{C43FB53B-5B3D-4EC6-A472-577624A94EC7}" type="pres">
      <dgm:prSet presAssocID="{B95C487C-5DFF-4263-92CB-57434121393C}" presName="iconBgRect" presStyleLbl="bgShp" presStyleIdx="1" presStyleCnt="2"/>
      <dgm:spPr/>
    </dgm:pt>
    <dgm:pt modelId="{21D22EAE-5269-42A0-B695-2F6CC60D6AD6}" type="pres">
      <dgm:prSet presAssocID="{B95C487C-5DFF-4263-92CB-57434121393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02225CF-79DE-4D57-8F67-920CCF5C2E06}" type="pres">
      <dgm:prSet presAssocID="{B95C487C-5DFF-4263-92CB-57434121393C}" presName="spaceRect" presStyleCnt="0"/>
      <dgm:spPr/>
    </dgm:pt>
    <dgm:pt modelId="{42D8A5A2-BFA7-4F94-9EE5-C3FE673BB678}" type="pres">
      <dgm:prSet presAssocID="{B95C487C-5DFF-4263-92CB-57434121393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4088726-4005-49CF-B1FB-ACBFC6C21C05}" type="presOf" srcId="{B95C487C-5DFF-4263-92CB-57434121393C}" destId="{42D8A5A2-BFA7-4F94-9EE5-C3FE673BB678}" srcOrd="0" destOrd="0" presId="urn:microsoft.com/office/officeart/2018/5/layout/IconCircleLabelList"/>
    <dgm:cxn modelId="{461EE388-E613-474A-B334-C6CBD8611525}" type="presOf" srcId="{7A943B02-5C04-46D6-A68D-B6CA78642443}" destId="{A2A5588E-9AB3-4A06-B57B-7CACF275F84C}" srcOrd="0" destOrd="0" presId="urn:microsoft.com/office/officeart/2018/5/layout/IconCircleLabelList"/>
    <dgm:cxn modelId="{DDE1F394-0A0A-4939-825A-48F1721D5ED0}" type="presOf" srcId="{BD9AED39-6EA4-4C8F-8F93-0109BCE29F73}" destId="{6ADC3160-FE5A-4FDC-9ACC-8081A1A0D12D}" srcOrd="0" destOrd="0" presId="urn:microsoft.com/office/officeart/2018/5/layout/IconCircleLabelList"/>
    <dgm:cxn modelId="{0607399A-5388-4DF6-AF8F-B30347370EA9}" srcId="{BD9AED39-6EA4-4C8F-8F93-0109BCE29F73}" destId="{7A943B02-5C04-46D6-A68D-B6CA78642443}" srcOrd="0" destOrd="0" parTransId="{DCE7D11E-72ED-4379-92AB-B4DD3163FFDD}" sibTransId="{40F66F96-190F-4E10-A10D-B436D4D705FE}"/>
    <dgm:cxn modelId="{FD2FD9E5-C328-47DA-8160-3C42737E9923}" srcId="{BD9AED39-6EA4-4C8F-8F93-0109BCE29F73}" destId="{B95C487C-5DFF-4263-92CB-57434121393C}" srcOrd="1" destOrd="0" parTransId="{D039C51C-121D-4A59-95DB-0DFFAA9D1793}" sibTransId="{37A95161-BDCF-49DB-9C9F-BC4185772BE6}"/>
    <dgm:cxn modelId="{65A798A2-71D1-4111-8321-D24E38B846E0}" type="presParOf" srcId="{6ADC3160-FE5A-4FDC-9ACC-8081A1A0D12D}" destId="{CB887E09-0A00-423D-9B72-FD8DEBCB5097}" srcOrd="0" destOrd="0" presId="urn:microsoft.com/office/officeart/2018/5/layout/IconCircleLabelList"/>
    <dgm:cxn modelId="{475E1201-BC90-47EB-A9B3-955A80539DC1}" type="presParOf" srcId="{CB887E09-0A00-423D-9B72-FD8DEBCB5097}" destId="{79E1EB82-49C8-4027-977A-55C555C6DB5E}" srcOrd="0" destOrd="0" presId="urn:microsoft.com/office/officeart/2018/5/layout/IconCircleLabelList"/>
    <dgm:cxn modelId="{710AE4DB-FFDE-44E2-BF95-A4A284FA5ACE}" type="presParOf" srcId="{CB887E09-0A00-423D-9B72-FD8DEBCB5097}" destId="{EE9957DB-4DBB-4C87-A7DF-CEBE683705E8}" srcOrd="1" destOrd="0" presId="urn:microsoft.com/office/officeart/2018/5/layout/IconCircleLabelList"/>
    <dgm:cxn modelId="{FFA1DA79-9F4F-437E-89E8-A350BE88FFE8}" type="presParOf" srcId="{CB887E09-0A00-423D-9B72-FD8DEBCB5097}" destId="{031524B0-6C4F-4FA3-BE59-A01E2F7E3514}" srcOrd="2" destOrd="0" presId="urn:microsoft.com/office/officeart/2018/5/layout/IconCircleLabelList"/>
    <dgm:cxn modelId="{1544563A-B8AB-41E0-A184-E15E05C4B4CD}" type="presParOf" srcId="{CB887E09-0A00-423D-9B72-FD8DEBCB5097}" destId="{A2A5588E-9AB3-4A06-B57B-7CACF275F84C}" srcOrd="3" destOrd="0" presId="urn:microsoft.com/office/officeart/2018/5/layout/IconCircleLabelList"/>
    <dgm:cxn modelId="{5C9D72FD-BA1D-4BA7-A584-2136B002641A}" type="presParOf" srcId="{6ADC3160-FE5A-4FDC-9ACC-8081A1A0D12D}" destId="{8B84A864-80EF-42E6-8432-9BC8549F8B45}" srcOrd="1" destOrd="0" presId="urn:microsoft.com/office/officeart/2018/5/layout/IconCircleLabelList"/>
    <dgm:cxn modelId="{22073DB5-229A-4677-AE50-478BD50DAB39}" type="presParOf" srcId="{6ADC3160-FE5A-4FDC-9ACC-8081A1A0D12D}" destId="{F76718A8-D756-4C0B-A9B5-8301B101F5AD}" srcOrd="2" destOrd="0" presId="urn:microsoft.com/office/officeart/2018/5/layout/IconCircleLabelList"/>
    <dgm:cxn modelId="{22B147C1-75E5-4932-A0DD-75F9C28E8EDB}" type="presParOf" srcId="{F76718A8-D756-4C0B-A9B5-8301B101F5AD}" destId="{C43FB53B-5B3D-4EC6-A472-577624A94EC7}" srcOrd="0" destOrd="0" presId="urn:microsoft.com/office/officeart/2018/5/layout/IconCircleLabelList"/>
    <dgm:cxn modelId="{631F24DB-2ED0-49CA-9DD5-7A878907883C}" type="presParOf" srcId="{F76718A8-D756-4C0B-A9B5-8301B101F5AD}" destId="{21D22EAE-5269-42A0-B695-2F6CC60D6AD6}" srcOrd="1" destOrd="0" presId="urn:microsoft.com/office/officeart/2018/5/layout/IconCircleLabelList"/>
    <dgm:cxn modelId="{A5A3F903-018D-440B-8E9F-7D40DC313B9D}" type="presParOf" srcId="{F76718A8-D756-4C0B-A9B5-8301B101F5AD}" destId="{002225CF-79DE-4D57-8F67-920CCF5C2E06}" srcOrd="2" destOrd="0" presId="urn:microsoft.com/office/officeart/2018/5/layout/IconCircleLabelList"/>
    <dgm:cxn modelId="{7B3B07DE-CF57-4A86-9BC5-44B672A7EE60}" type="presParOf" srcId="{F76718A8-D756-4C0B-A9B5-8301B101F5AD}" destId="{42D8A5A2-BFA7-4F94-9EE5-C3FE673BB67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5220B3-5F43-41BF-82F0-F1D5090E78B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D77D55D-8CCB-40C4-94CB-4B06CD8B8779}">
      <dgm:prSet/>
      <dgm:spPr/>
      <dgm:t>
        <a:bodyPr/>
        <a:lstStyle/>
        <a:p>
          <a:endParaRPr lang="en-US" dirty="0"/>
        </a:p>
      </dgm:t>
    </dgm:pt>
    <dgm:pt modelId="{6A9C7EF0-5CCC-409B-8130-14FC63A16319}" type="parTrans" cxnId="{A836B724-0D4D-49B8-8C7E-FE8E2C59804C}">
      <dgm:prSet/>
      <dgm:spPr/>
      <dgm:t>
        <a:bodyPr/>
        <a:lstStyle/>
        <a:p>
          <a:endParaRPr lang="en-US"/>
        </a:p>
      </dgm:t>
    </dgm:pt>
    <dgm:pt modelId="{3EAD9D27-CDC1-4D2B-8EDB-51D7B39371E6}" type="sibTrans" cxnId="{A836B724-0D4D-49B8-8C7E-FE8E2C59804C}">
      <dgm:prSet/>
      <dgm:spPr/>
      <dgm:t>
        <a:bodyPr/>
        <a:lstStyle/>
        <a:p>
          <a:endParaRPr lang="en-US"/>
        </a:p>
      </dgm:t>
    </dgm:pt>
    <dgm:pt modelId="{9C35D664-F4ED-4924-B85E-A22D43967662}">
      <dgm:prSet/>
      <dgm:spPr/>
      <dgm:t>
        <a:bodyPr/>
        <a:lstStyle/>
        <a:p>
          <a:endParaRPr lang="en-US" dirty="0"/>
        </a:p>
      </dgm:t>
    </dgm:pt>
    <dgm:pt modelId="{C36022C4-2A61-4049-9E7C-3331704CC85B}" type="parTrans" cxnId="{96D4C5E8-25DD-4F37-89A6-060DD8940082}">
      <dgm:prSet/>
      <dgm:spPr/>
      <dgm:t>
        <a:bodyPr/>
        <a:lstStyle/>
        <a:p>
          <a:endParaRPr lang="en-US"/>
        </a:p>
      </dgm:t>
    </dgm:pt>
    <dgm:pt modelId="{8166ABFB-FA54-4D42-B19D-457B349DE33D}" type="sibTrans" cxnId="{96D4C5E8-25DD-4F37-89A6-060DD8940082}">
      <dgm:prSet/>
      <dgm:spPr/>
      <dgm:t>
        <a:bodyPr/>
        <a:lstStyle/>
        <a:p>
          <a:endParaRPr lang="en-US"/>
        </a:p>
      </dgm:t>
    </dgm:pt>
    <dgm:pt modelId="{D164FE33-84B1-4569-B205-B8D56A463CA2}">
      <dgm:prSet/>
      <dgm:spPr/>
      <dgm:t>
        <a:bodyPr/>
        <a:lstStyle/>
        <a:p>
          <a:endParaRPr lang="en-US" dirty="0"/>
        </a:p>
      </dgm:t>
    </dgm:pt>
    <dgm:pt modelId="{7DA97775-1858-48FE-BDF4-3C1835F95D31}" type="parTrans" cxnId="{1D79B17F-FF0A-433C-AD09-31B22D2982FD}">
      <dgm:prSet/>
      <dgm:spPr/>
      <dgm:t>
        <a:bodyPr/>
        <a:lstStyle/>
        <a:p>
          <a:endParaRPr lang="en-US"/>
        </a:p>
      </dgm:t>
    </dgm:pt>
    <dgm:pt modelId="{2E6446DA-01C1-4120-833E-FA0E55DC486E}" type="sibTrans" cxnId="{1D79B17F-FF0A-433C-AD09-31B22D2982FD}">
      <dgm:prSet/>
      <dgm:spPr/>
      <dgm:t>
        <a:bodyPr/>
        <a:lstStyle/>
        <a:p>
          <a:endParaRPr lang="en-US"/>
        </a:p>
      </dgm:t>
    </dgm:pt>
    <dgm:pt modelId="{F85EEB6F-AAF0-4C94-BC92-C847D8A79108}" type="pres">
      <dgm:prSet presAssocID="{875220B3-5F43-41BF-82F0-F1D5090E78B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B7C8F59-19C7-4811-ACF5-94E83EF18D53}" type="pres">
      <dgm:prSet presAssocID="{7D77D55D-8CCB-40C4-94CB-4B06CD8B8779}" presName="hierRoot1" presStyleCnt="0"/>
      <dgm:spPr/>
    </dgm:pt>
    <dgm:pt modelId="{8918ADED-6A57-4174-8DFD-B8853753C67B}" type="pres">
      <dgm:prSet presAssocID="{7D77D55D-8CCB-40C4-94CB-4B06CD8B8779}" presName="composite" presStyleCnt="0"/>
      <dgm:spPr/>
    </dgm:pt>
    <dgm:pt modelId="{98190555-19A4-4CFA-B5ED-89857792E0B9}" type="pres">
      <dgm:prSet presAssocID="{7D77D55D-8CCB-40C4-94CB-4B06CD8B8779}" presName="background" presStyleLbl="node0" presStyleIdx="0" presStyleCnt="3"/>
      <dgm:spPr/>
    </dgm:pt>
    <dgm:pt modelId="{1183B01D-027F-4222-9A5D-26614D621D81}" type="pres">
      <dgm:prSet presAssocID="{7D77D55D-8CCB-40C4-94CB-4B06CD8B8779}" presName="text" presStyleLbl="fgAcc0" presStyleIdx="0" presStyleCnt="3">
        <dgm:presLayoutVars>
          <dgm:chPref val="3"/>
        </dgm:presLayoutVars>
      </dgm:prSet>
      <dgm:spPr/>
    </dgm:pt>
    <dgm:pt modelId="{769B866C-995B-4621-BF4F-632E3E797DE6}" type="pres">
      <dgm:prSet presAssocID="{7D77D55D-8CCB-40C4-94CB-4B06CD8B8779}" presName="hierChild2" presStyleCnt="0"/>
      <dgm:spPr/>
    </dgm:pt>
    <dgm:pt modelId="{7C0E07B7-20A4-4341-8762-1E58F807E8BA}" type="pres">
      <dgm:prSet presAssocID="{9C35D664-F4ED-4924-B85E-A22D43967662}" presName="hierRoot1" presStyleCnt="0"/>
      <dgm:spPr/>
    </dgm:pt>
    <dgm:pt modelId="{167A3E1F-AD74-4598-B50A-3C9D400D900E}" type="pres">
      <dgm:prSet presAssocID="{9C35D664-F4ED-4924-B85E-A22D43967662}" presName="composite" presStyleCnt="0"/>
      <dgm:spPr/>
    </dgm:pt>
    <dgm:pt modelId="{FE1BC2AB-A6F4-451D-B5E4-EBBE2F580413}" type="pres">
      <dgm:prSet presAssocID="{9C35D664-F4ED-4924-B85E-A22D43967662}" presName="background" presStyleLbl="node0" presStyleIdx="1" presStyleCnt="3"/>
      <dgm:spPr/>
    </dgm:pt>
    <dgm:pt modelId="{EE8EEF36-F451-494C-9D0C-6D4B4B602222}" type="pres">
      <dgm:prSet presAssocID="{9C35D664-F4ED-4924-B85E-A22D43967662}" presName="text" presStyleLbl="fgAcc0" presStyleIdx="1" presStyleCnt="3">
        <dgm:presLayoutVars>
          <dgm:chPref val="3"/>
        </dgm:presLayoutVars>
      </dgm:prSet>
      <dgm:spPr/>
    </dgm:pt>
    <dgm:pt modelId="{7BE69AD2-283F-47B6-B4ED-6AF7473EBC65}" type="pres">
      <dgm:prSet presAssocID="{9C35D664-F4ED-4924-B85E-A22D43967662}" presName="hierChild2" presStyleCnt="0"/>
      <dgm:spPr/>
    </dgm:pt>
    <dgm:pt modelId="{5654D2F3-0BB4-4E47-B368-909288A5B2BD}" type="pres">
      <dgm:prSet presAssocID="{D164FE33-84B1-4569-B205-B8D56A463CA2}" presName="hierRoot1" presStyleCnt="0"/>
      <dgm:spPr/>
    </dgm:pt>
    <dgm:pt modelId="{CD50A866-77B7-46A1-AFBB-CAE16E141989}" type="pres">
      <dgm:prSet presAssocID="{D164FE33-84B1-4569-B205-B8D56A463CA2}" presName="composite" presStyleCnt="0"/>
      <dgm:spPr/>
    </dgm:pt>
    <dgm:pt modelId="{CA2C5924-FEEE-41E7-8498-90F97462AB60}" type="pres">
      <dgm:prSet presAssocID="{D164FE33-84B1-4569-B205-B8D56A463CA2}" presName="background" presStyleLbl="node0" presStyleIdx="2" presStyleCnt="3"/>
      <dgm:spPr/>
    </dgm:pt>
    <dgm:pt modelId="{464A5E94-15C8-483E-96F7-DE1ACC400150}" type="pres">
      <dgm:prSet presAssocID="{D164FE33-84B1-4569-B205-B8D56A463CA2}" presName="text" presStyleLbl="fgAcc0" presStyleIdx="2" presStyleCnt="3">
        <dgm:presLayoutVars>
          <dgm:chPref val="3"/>
        </dgm:presLayoutVars>
      </dgm:prSet>
      <dgm:spPr/>
    </dgm:pt>
    <dgm:pt modelId="{E1C6EDBD-8470-4060-92F8-D31F6A8051C0}" type="pres">
      <dgm:prSet presAssocID="{D164FE33-84B1-4569-B205-B8D56A463CA2}" presName="hierChild2" presStyleCnt="0"/>
      <dgm:spPr/>
    </dgm:pt>
  </dgm:ptLst>
  <dgm:cxnLst>
    <dgm:cxn modelId="{05C86F0A-4746-460B-9098-72321F3CDD33}" type="presOf" srcId="{D164FE33-84B1-4569-B205-B8D56A463CA2}" destId="{464A5E94-15C8-483E-96F7-DE1ACC400150}" srcOrd="0" destOrd="0" presId="urn:microsoft.com/office/officeart/2005/8/layout/hierarchy1"/>
    <dgm:cxn modelId="{A836B724-0D4D-49B8-8C7E-FE8E2C59804C}" srcId="{875220B3-5F43-41BF-82F0-F1D5090E78B1}" destId="{7D77D55D-8CCB-40C4-94CB-4B06CD8B8779}" srcOrd="0" destOrd="0" parTransId="{6A9C7EF0-5CCC-409B-8130-14FC63A16319}" sibTransId="{3EAD9D27-CDC1-4D2B-8EDB-51D7B39371E6}"/>
    <dgm:cxn modelId="{BC06C170-83F3-4F9D-8D58-ADC0D316C39A}" type="presOf" srcId="{875220B3-5F43-41BF-82F0-F1D5090E78B1}" destId="{F85EEB6F-AAF0-4C94-BC92-C847D8A79108}" srcOrd="0" destOrd="0" presId="urn:microsoft.com/office/officeart/2005/8/layout/hierarchy1"/>
    <dgm:cxn modelId="{01442F58-BA90-4E63-BCA2-075C3C0378F0}" type="presOf" srcId="{7D77D55D-8CCB-40C4-94CB-4B06CD8B8779}" destId="{1183B01D-027F-4222-9A5D-26614D621D81}" srcOrd="0" destOrd="0" presId="urn:microsoft.com/office/officeart/2005/8/layout/hierarchy1"/>
    <dgm:cxn modelId="{1D79B17F-FF0A-433C-AD09-31B22D2982FD}" srcId="{875220B3-5F43-41BF-82F0-F1D5090E78B1}" destId="{D164FE33-84B1-4569-B205-B8D56A463CA2}" srcOrd="2" destOrd="0" parTransId="{7DA97775-1858-48FE-BDF4-3C1835F95D31}" sibTransId="{2E6446DA-01C1-4120-833E-FA0E55DC486E}"/>
    <dgm:cxn modelId="{5B786AAC-222A-4468-B55B-0EAA368993A2}" type="presOf" srcId="{9C35D664-F4ED-4924-B85E-A22D43967662}" destId="{EE8EEF36-F451-494C-9D0C-6D4B4B602222}" srcOrd="0" destOrd="0" presId="urn:microsoft.com/office/officeart/2005/8/layout/hierarchy1"/>
    <dgm:cxn modelId="{96D4C5E8-25DD-4F37-89A6-060DD8940082}" srcId="{875220B3-5F43-41BF-82F0-F1D5090E78B1}" destId="{9C35D664-F4ED-4924-B85E-A22D43967662}" srcOrd="1" destOrd="0" parTransId="{C36022C4-2A61-4049-9E7C-3331704CC85B}" sibTransId="{8166ABFB-FA54-4D42-B19D-457B349DE33D}"/>
    <dgm:cxn modelId="{95049FAD-31F9-439F-BFA3-E22A1A563604}" type="presParOf" srcId="{F85EEB6F-AAF0-4C94-BC92-C847D8A79108}" destId="{1B7C8F59-19C7-4811-ACF5-94E83EF18D53}" srcOrd="0" destOrd="0" presId="urn:microsoft.com/office/officeart/2005/8/layout/hierarchy1"/>
    <dgm:cxn modelId="{1E3A4A04-0C1F-470B-B4ED-DC851A10E818}" type="presParOf" srcId="{1B7C8F59-19C7-4811-ACF5-94E83EF18D53}" destId="{8918ADED-6A57-4174-8DFD-B8853753C67B}" srcOrd="0" destOrd="0" presId="urn:microsoft.com/office/officeart/2005/8/layout/hierarchy1"/>
    <dgm:cxn modelId="{1BC6797F-EB63-43BF-AFEA-D0146C2A2E21}" type="presParOf" srcId="{8918ADED-6A57-4174-8DFD-B8853753C67B}" destId="{98190555-19A4-4CFA-B5ED-89857792E0B9}" srcOrd="0" destOrd="0" presId="urn:microsoft.com/office/officeart/2005/8/layout/hierarchy1"/>
    <dgm:cxn modelId="{1F7CD6F7-51FF-4138-B0CC-42CF8E0CFE06}" type="presParOf" srcId="{8918ADED-6A57-4174-8DFD-B8853753C67B}" destId="{1183B01D-027F-4222-9A5D-26614D621D81}" srcOrd="1" destOrd="0" presId="urn:microsoft.com/office/officeart/2005/8/layout/hierarchy1"/>
    <dgm:cxn modelId="{43663621-4EB7-4D21-A7EA-406D22B380E8}" type="presParOf" srcId="{1B7C8F59-19C7-4811-ACF5-94E83EF18D53}" destId="{769B866C-995B-4621-BF4F-632E3E797DE6}" srcOrd="1" destOrd="0" presId="urn:microsoft.com/office/officeart/2005/8/layout/hierarchy1"/>
    <dgm:cxn modelId="{70C13F18-7581-4BC8-894F-491B57EE2C69}" type="presParOf" srcId="{F85EEB6F-AAF0-4C94-BC92-C847D8A79108}" destId="{7C0E07B7-20A4-4341-8762-1E58F807E8BA}" srcOrd="1" destOrd="0" presId="urn:microsoft.com/office/officeart/2005/8/layout/hierarchy1"/>
    <dgm:cxn modelId="{78DBC6C1-73C1-4548-A4BC-FA3047F5A73B}" type="presParOf" srcId="{7C0E07B7-20A4-4341-8762-1E58F807E8BA}" destId="{167A3E1F-AD74-4598-B50A-3C9D400D900E}" srcOrd="0" destOrd="0" presId="urn:microsoft.com/office/officeart/2005/8/layout/hierarchy1"/>
    <dgm:cxn modelId="{FD8996CB-5238-43A3-BEAB-80F1A6BFE21B}" type="presParOf" srcId="{167A3E1F-AD74-4598-B50A-3C9D400D900E}" destId="{FE1BC2AB-A6F4-451D-B5E4-EBBE2F580413}" srcOrd="0" destOrd="0" presId="urn:microsoft.com/office/officeart/2005/8/layout/hierarchy1"/>
    <dgm:cxn modelId="{CBA5D3B1-A39D-49FA-8BB0-FA4491539200}" type="presParOf" srcId="{167A3E1F-AD74-4598-B50A-3C9D400D900E}" destId="{EE8EEF36-F451-494C-9D0C-6D4B4B602222}" srcOrd="1" destOrd="0" presId="urn:microsoft.com/office/officeart/2005/8/layout/hierarchy1"/>
    <dgm:cxn modelId="{72142E2E-2D64-41DE-B594-BAA603395FD6}" type="presParOf" srcId="{7C0E07B7-20A4-4341-8762-1E58F807E8BA}" destId="{7BE69AD2-283F-47B6-B4ED-6AF7473EBC65}" srcOrd="1" destOrd="0" presId="urn:microsoft.com/office/officeart/2005/8/layout/hierarchy1"/>
    <dgm:cxn modelId="{93F6E5D4-69E2-4BA3-B007-DA99ED72255F}" type="presParOf" srcId="{F85EEB6F-AAF0-4C94-BC92-C847D8A79108}" destId="{5654D2F3-0BB4-4E47-B368-909288A5B2BD}" srcOrd="2" destOrd="0" presId="urn:microsoft.com/office/officeart/2005/8/layout/hierarchy1"/>
    <dgm:cxn modelId="{6120C75B-3644-4B15-9344-967D4E7D8A4A}" type="presParOf" srcId="{5654D2F3-0BB4-4E47-B368-909288A5B2BD}" destId="{CD50A866-77B7-46A1-AFBB-CAE16E141989}" srcOrd="0" destOrd="0" presId="urn:microsoft.com/office/officeart/2005/8/layout/hierarchy1"/>
    <dgm:cxn modelId="{1708E196-57E8-4C6E-9527-BA3E576C7203}" type="presParOf" srcId="{CD50A866-77B7-46A1-AFBB-CAE16E141989}" destId="{CA2C5924-FEEE-41E7-8498-90F97462AB60}" srcOrd="0" destOrd="0" presId="urn:microsoft.com/office/officeart/2005/8/layout/hierarchy1"/>
    <dgm:cxn modelId="{DEFC47D3-F17C-4128-8087-EBC594B8A1E7}" type="presParOf" srcId="{CD50A866-77B7-46A1-AFBB-CAE16E141989}" destId="{464A5E94-15C8-483E-96F7-DE1ACC400150}" srcOrd="1" destOrd="0" presId="urn:microsoft.com/office/officeart/2005/8/layout/hierarchy1"/>
    <dgm:cxn modelId="{3136D6E1-4AB0-4735-839A-F019FBC2E0A6}" type="presParOf" srcId="{5654D2F3-0BB4-4E47-B368-909288A5B2BD}" destId="{E1C6EDBD-8470-4060-92F8-D31F6A8051C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E1EB82-49C8-4027-977A-55C555C6DB5E}">
      <dsp:nvSpPr>
        <dsp:cNvPr id="0" name=""/>
        <dsp:cNvSpPr/>
      </dsp:nvSpPr>
      <dsp:spPr>
        <a:xfrm>
          <a:off x="2365474" y="83568"/>
          <a:ext cx="2196000" cy="2196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E9957DB-4DBB-4C87-A7DF-CEBE683705E8}">
      <dsp:nvSpPr>
        <dsp:cNvPr id="0" name=""/>
        <dsp:cNvSpPr/>
      </dsp:nvSpPr>
      <dsp:spPr>
        <a:xfrm>
          <a:off x="2833474" y="551568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2A5588E-9AB3-4A06-B57B-7CACF275F84C}">
      <dsp:nvSpPr>
        <dsp:cNvPr id="0" name=""/>
        <dsp:cNvSpPr/>
      </dsp:nvSpPr>
      <dsp:spPr>
        <a:xfrm>
          <a:off x="1663474" y="29635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Vulcan Platform</a:t>
          </a:r>
        </a:p>
      </dsp:txBody>
      <dsp:txXfrm>
        <a:off x="1663474" y="2963569"/>
        <a:ext cx="3600000" cy="720000"/>
      </dsp:txXfrm>
    </dsp:sp>
    <dsp:sp modelId="{C43FB53B-5B3D-4EC6-A472-577624A94EC7}">
      <dsp:nvSpPr>
        <dsp:cNvPr id="0" name=""/>
        <dsp:cNvSpPr/>
      </dsp:nvSpPr>
      <dsp:spPr>
        <a:xfrm>
          <a:off x="6595475" y="83568"/>
          <a:ext cx="2196000" cy="2196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1D22EAE-5269-42A0-B695-2F6CC60D6AD6}">
      <dsp:nvSpPr>
        <dsp:cNvPr id="0" name=""/>
        <dsp:cNvSpPr/>
      </dsp:nvSpPr>
      <dsp:spPr>
        <a:xfrm>
          <a:off x="7063475" y="551568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2D8A5A2-BFA7-4F94-9EE5-C3FE673BB678}">
      <dsp:nvSpPr>
        <dsp:cNvPr id="0" name=""/>
        <dsp:cNvSpPr/>
      </dsp:nvSpPr>
      <dsp:spPr>
        <a:xfrm>
          <a:off x="5893475" y="29635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Database</a:t>
          </a:r>
        </a:p>
      </dsp:txBody>
      <dsp:txXfrm>
        <a:off x="5893475" y="2963569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190555-19A4-4CFA-B5ED-89857792E0B9}">
      <dsp:nvSpPr>
        <dsp:cNvPr id="0" name=""/>
        <dsp:cNvSpPr/>
      </dsp:nvSpPr>
      <dsp:spPr>
        <a:xfrm>
          <a:off x="0" y="430393"/>
          <a:ext cx="2957512" cy="18780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3B01D-027F-4222-9A5D-26614D621D81}">
      <dsp:nvSpPr>
        <dsp:cNvPr id="0" name=""/>
        <dsp:cNvSpPr/>
      </dsp:nvSpPr>
      <dsp:spPr>
        <a:xfrm>
          <a:off x="328612" y="742575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383617" y="797580"/>
        <a:ext cx="2847502" cy="1768010"/>
      </dsp:txXfrm>
    </dsp:sp>
    <dsp:sp modelId="{FE1BC2AB-A6F4-451D-B5E4-EBBE2F580413}">
      <dsp:nvSpPr>
        <dsp:cNvPr id="0" name=""/>
        <dsp:cNvSpPr/>
      </dsp:nvSpPr>
      <dsp:spPr>
        <a:xfrm>
          <a:off x="3614737" y="430393"/>
          <a:ext cx="2957512" cy="18780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8EEF36-F451-494C-9D0C-6D4B4B602222}">
      <dsp:nvSpPr>
        <dsp:cNvPr id="0" name=""/>
        <dsp:cNvSpPr/>
      </dsp:nvSpPr>
      <dsp:spPr>
        <a:xfrm>
          <a:off x="3943350" y="742575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3998355" y="797580"/>
        <a:ext cx="2847502" cy="1768010"/>
      </dsp:txXfrm>
    </dsp:sp>
    <dsp:sp modelId="{CA2C5924-FEEE-41E7-8498-90F97462AB60}">
      <dsp:nvSpPr>
        <dsp:cNvPr id="0" name=""/>
        <dsp:cNvSpPr/>
      </dsp:nvSpPr>
      <dsp:spPr>
        <a:xfrm>
          <a:off x="7229475" y="430393"/>
          <a:ext cx="2957512" cy="18780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4A5E94-15C8-483E-96F7-DE1ACC400150}">
      <dsp:nvSpPr>
        <dsp:cNvPr id="0" name=""/>
        <dsp:cNvSpPr/>
      </dsp:nvSpPr>
      <dsp:spPr>
        <a:xfrm>
          <a:off x="7558087" y="742575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7613092" y="797580"/>
        <a:ext cx="2847502" cy="1768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2A6E6-BB86-4722-837C-048EA2408876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3B6B7-4283-4814-95B1-8D2476E93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83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E12B-A58D-FC54-F39A-393BD2B28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6E907-7597-2A5F-72A0-02C40D777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52684-C925-4C65-8BFF-2FFA3151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A67BD-934D-B5F0-4874-9C7150EE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DDD3A-A311-C37F-CBB9-9FEF9FE8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14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267D-AFB9-963E-AC71-2652D010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851AC-2A98-4ECD-44AC-53FE4DBDA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27263-3562-70EF-78D8-A2578492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9DECA-025C-4602-CC1E-A8E278A5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4039F-F84C-2A03-0028-7A2AFE21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78E3-4E8D-EE25-4C89-AB7C2677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E02C3-74B2-18A4-5991-B8481583D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99E6B-AA8F-4E79-FF15-AF0F1723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FE679-A6C9-B5C6-1541-2D251ADA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B89D7-71C5-3B6A-05F5-74A9BAEB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1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C736-90F3-DB5F-EC8B-4C23291B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6368-624E-871D-638E-DD2D82A3B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28415-4584-0B18-C159-0B34506E0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0E51D-2F66-DE89-DFFD-7CEF0451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FFAEC-88FB-C4F0-9BFC-FF1FC03AC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F403-1D0D-D98E-8E03-FE4F6DC6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7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CB30-9EEF-7FCA-7B49-DE5CD89E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510AE-BDF7-87AC-C09A-0375833E4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3310B-0F94-CACC-4D8A-BDFA20E70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CA202-DF19-D1CC-704F-64CED4428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81B4A-6383-D29E-8931-005F93BFC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4B78D-5348-2371-A40E-5852C7FE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BE782-9A3E-7779-A928-C43CAC46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983A46-D6E9-D070-A41B-C9D0223D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A4EC-BC3D-3C09-87CC-67C40B63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0D994-0F15-453D-F08D-B9A52671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9F08A-2C86-0993-68A4-8EF4EBE9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8F8AC-DA26-968C-56F4-4E7116DD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5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4B2E7-CB50-0648-9D0A-2081C0C9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48C16-74EF-2D4E-5F87-4B132E53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FD834-8BF1-2FC5-A08E-927515F4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74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3F8B-045F-E347-F726-2A880B0B8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D435-19E4-13F5-EC37-934F941FB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59386-C957-9B5E-D360-572818B44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9017E-9DF8-458F-E68F-D169F173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5C721-D489-EAA4-0167-B091ECCB1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16886-AFFA-EB07-3910-E038620D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17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9A2C-24F8-48F9-B525-DAF155AC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9493D-C0EB-BF0D-F338-734DE72DF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A4A32-36C1-76C7-311C-3904248CD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23CF8-7119-77BB-9160-0BAD616A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DA221-A642-58E7-CDBE-E43325D27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C34FE-57BF-5BE2-D2FA-EA5EC795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75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E0CB-E016-3910-C7F5-B579FEC7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E023D-C710-E4AC-6BB2-2FC2CA4DD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3C513-E9E1-BAF8-5868-D6EF16ECD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219BF-5F12-F564-11FB-9A97FB13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9047E-3BD4-EFC4-2F6E-6F48B37D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52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38FA0D-69B7-F966-6A29-CF31863FF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815B7-5A8F-7145-B4CA-ADDAB3338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3572C-6E34-0721-FF7E-2FDC045F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F8A8C-3448-5F84-A7B8-1EA2AFA0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BB38-1E1D-AFA8-D257-2601E286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3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AA142-49C0-51AB-6DF5-C621FF99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B685-C305-678D-180D-8AF39B630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7B0CC-FB2F-DAC7-434D-64801EBEA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82E6FB-EB88-4936-BED9-9E37159958C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53671-B9D0-2705-7DF0-2AEAC97D7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1CFBF-6ABD-EF23-87F9-97A42F452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0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jjdeuce06.github.io/VulcanActivityTracker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F449D-2BD2-97B5-DCE5-EA7AA820B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 dirty="0"/>
              <a:t>Vulcan Activity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B11B0-F653-A213-DE0D-88B0308AF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sz="2200"/>
              <a:t>CMSC-4920-Senior Project 2</a:t>
            </a:r>
          </a:p>
          <a:p>
            <a:pPr algn="l"/>
            <a:r>
              <a:rPr lang="en-US" sz="2200"/>
              <a:t>Group2</a:t>
            </a:r>
          </a:p>
          <a:p>
            <a:pPr algn="l"/>
            <a:r>
              <a:rPr lang="en-US" sz="2200"/>
              <a:t>Team: Margo Bonal, John Gerega, Luke Ruffing</a:t>
            </a:r>
          </a:p>
        </p:txBody>
      </p:sp>
    </p:spTree>
    <p:extLst>
      <p:ext uri="{BB962C8B-B14F-4D97-AF65-F5344CB8AC3E}">
        <p14:creationId xmlns:p14="http://schemas.microsoft.com/office/powerpoint/2010/main" val="156219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D47601-A3D5-5EAD-C1BB-4EBE5505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48587"/>
            <a:ext cx="9144000" cy="10063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821AA-AA04-E3EB-5027-44FA0EFD5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2610007"/>
            <a:ext cx="9144000" cy="312909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	</a:t>
            </a:r>
            <a:r>
              <a:rPr lang="en-US" dirty="0">
                <a:solidFill>
                  <a:schemeClr val="tx1"/>
                </a:solidFill>
              </a:rPr>
              <a:t>The Vulcan Activity Tracker is an athletic app that allows for the tracking of all campus athletics activities. 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	In one combined platform, the Vulcan Activity Tracker aspires to meet student organization needs, social interaction, and exercise goal planning in a free accessible way!</a:t>
            </a:r>
          </a:p>
          <a:p>
            <a:pPr>
              <a:lnSpc>
                <a:spcPct val="150000"/>
              </a:lnSpc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630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320D0-A8AF-3C53-8814-C1BE50669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A4A1602-F941-BBF5-B16B-F4B5C1B17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AEFD691-5682-F499-25A1-FF7E5E906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D2F83C-6172-28F7-72EE-B7834DE6D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A28DD-1D93-45FF-9FF1-D9C602F50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738" y="126380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GOALS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AF426B-43FF-4BB7-086D-F7F73A587A96}"/>
              </a:ext>
            </a:extLst>
          </p:cNvPr>
          <p:cNvSpPr txBox="1">
            <a:spLocks/>
          </p:cNvSpPr>
          <p:nvPr/>
        </p:nvSpPr>
        <p:spPr>
          <a:xfrm>
            <a:off x="3698387" y="405006"/>
            <a:ext cx="4795226" cy="8064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Weekly Progress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A067979-B2B3-BD33-28AB-42AF2BBE1977}"/>
              </a:ext>
            </a:extLst>
          </p:cNvPr>
          <p:cNvSpPr txBox="1">
            <a:spLocks/>
          </p:cNvSpPr>
          <p:nvPr/>
        </p:nvSpPr>
        <p:spPr>
          <a:xfrm>
            <a:off x="2045432" y="2666571"/>
            <a:ext cx="8101135" cy="3422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6ED135-95C1-5462-0C4A-3CB641B9D068}"/>
              </a:ext>
            </a:extLst>
          </p:cNvPr>
          <p:cNvSpPr txBox="1"/>
          <p:nvPr/>
        </p:nvSpPr>
        <p:spPr>
          <a:xfrm>
            <a:off x="2240583" y="2737144"/>
            <a:ext cx="7006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Correct app rerouting error, login now required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Recovery email research – </a:t>
            </a:r>
            <a:r>
              <a:rPr lang="en-US" i="1" dirty="0"/>
              <a:t>Resend application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74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45707-0E58-D064-5326-14385A7EE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89" y="525857"/>
            <a:ext cx="5425781" cy="9780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User Feedback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51D10-213C-75FF-8717-7ADF2D6C8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361" y="1657677"/>
            <a:ext cx="6207319" cy="4908807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Inform the user if they already have an account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Emojis next to activity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not found on login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Change usernames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Feature to delete accounts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Confirm password feature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Save an activity without an activity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Left and right scrolling on the login screen  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Block Arc 22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27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DA9A664-A267-EB97-868E-C19A10CD5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902" y="151945"/>
            <a:ext cx="5593048" cy="945888"/>
          </a:xfrm>
          <a:prstGeom prst="roundRect">
            <a:avLst/>
          </a:prstGeom>
          <a:ln w="38100"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/>
              <a:t>Hosting Research 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3A8E2B9-D4F6-3791-1230-411E659571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40296" y="1793934"/>
            <a:ext cx="4206434" cy="4206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</a:rPr>
              <a:t>Pros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$100 free credit (no credit card required)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Full SQL Server support (Azure SQL)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Production-level hosting (App Service)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 domain + HTTPS included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</a:rPr>
              <a:t>Cons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More setup complexity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Can accidentally use paid services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Credit expires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Azure portal learning curve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8D539C-0FAA-4AF0-8032-7488D9480E72}"/>
              </a:ext>
            </a:extLst>
          </p:cNvPr>
          <p:cNvSpPr txBox="1"/>
          <p:nvPr/>
        </p:nvSpPr>
        <p:spPr>
          <a:xfrm>
            <a:off x="540296" y="1132505"/>
            <a:ext cx="33655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Azure Student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91CABF-B09E-C0C1-221E-9EFAED73D970}"/>
              </a:ext>
            </a:extLst>
          </p:cNvPr>
          <p:cNvSpPr txBox="1"/>
          <p:nvPr/>
        </p:nvSpPr>
        <p:spPr>
          <a:xfrm>
            <a:off x="7849439" y="1132505"/>
            <a:ext cx="1809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Render</a:t>
            </a:r>
            <a:endParaRPr lang="en-US" dirty="0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6368A44F-08DC-BC2B-12BC-BDE3D552E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1394" y="1712710"/>
            <a:ext cx="420643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</a:rPr>
              <a:t>Pros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Very easy setup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Connect GitHub → auto deploy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Simple UI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Free tier available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solidFill>
                <a:schemeClr val="tx1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</a:rPr>
              <a:t>Cons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Free apps sleep after inactivity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Limited resources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No native SQL Server 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accent2"/>
                </a:solidFill>
              </a:rPr>
              <a:t>(would need Postgres)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accent2"/>
              </a:solidFill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i="1" dirty="0">
                <a:solidFill>
                  <a:schemeClr val="accent2"/>
                </a:solidFill>
              </a:rPr>
              <a:t>*Out of Scope DB restructure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31E57D-05C7-2381-D139-91E75C817E8D}"/>
              </a:ext>
            </a:extLst>
          </p:cNvPr>
          <p:cNvSpPr txBox="1"/>
          <p:nvPr/>
        </p:nvSpPr>
        <p:spPr>
          <a:xfrm>
            <a:off x="737062" y="871100"/>
            <a:ext cx="2457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**Current choice**</a:t>
            </a:r>
          </a:p>
        </p:txBody>
      </p:sp>
    </p:spTree>
    <p:extLst>
      <p:ext uri="{BB962C8B-B14F-4D97-AF65-F5344CB8AC3E}">
        <p14:creationId xmlns:p14="http://schemas.microsoft.com/office/powerpoint/2010/main" val="4219413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26584-AF93-5713-29E6-E38CD729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38C1FFB-2F68-F1DE-BE53-6D163C3DB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BECB51-FD65-F82B-00AA-12E8DE1F4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F6D357-569B-76AE-AA15-8449A41E0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45B4AA4-CE4A-E618-AD73-E165703D2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ED9EE4-56A8-6AFD-BE9A-A35D2ABC5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822" y="2361465"/>
            <a:ext cx="5170705" cy="3377638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Rerouting difficult to fix since pages dynamically loaded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Use of local host insecure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40DC201-0466-5D58-2422-48A1842C6A76}"/>
              </a:ext>
            </a:extLst>
          </p:cNvPr>
          <p:cNvSpPr txBox="1">
            <a:spLocks/>
          </p:cNvSpPr>
          <p:nvPr/>
        </p:nvSpPr>
        <p:spPr>
          <a:xfrm>
            <a:off x="6096000" y="2267458"/>
            <a:ext cx="5499536" cy="3471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AA2B82-D640-63C8-0949-8D61BA435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273" y="936048"/>
            <a:ext cx="3829235" cy="10673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Challenges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DB2568-1D7A-1154-06D4-C4FEF3D291A5}"/>
              </a:ext>
            </a:extLst>
          </p:cNvPr>
          <p:cNvSpPr txBox="1">
            <a:spLocks/>
          </p:cNvSpPr>
          <p:nvPr/>
        </p:nvSpPr>
        <p:spPr>
          <a:xfrm>
            <a:off x="6746378" y="936048"/>
            <a:ext cx="3829235" cy="10673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Solutions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EAB36-867D-95B6-8834-F42C5B9259D0}"/>
              </a:ext>
            </a:extLst>
          </p:cNvPr>
          <p:cNvSpPr txBox="1">
            <a:spLocks/>
          </p:cNvSpPr>
          <p:nvPr/>
        </p:nvSpPr>
        <p:spPr>
          <a:xfrm>
            <a:off x="5912527" y="2267457"/>
            <a:ext cx="5170705" cy="3377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Added login required wrapper function,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 set all pages to private unless login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Clear upon logout to reset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Added session key so current user is stored upon login, removes insecure local storage logic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33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3">
            <a:extLst>
              <a:ext uri="{FF2B5EF4-FFF2-40B4-BE49-F238E27FC236}">
                <a16:creationId xmlns:a16="http://schemas.microsoft.com/office/drawing/2014/main" id="{FC544CC5-203D-7012-0096-763F5234B0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5910394"/>
              </p:ext>
            </p:extLst>
          </p:nvPr>
        </p:nvGraphicFramePr>
        <p:xfrm>
          <a:off x="514580" y="2109962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1BFE9597-EE45-D183-9C43-FB508195B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536" y="777555"/>
            <a:ext cx="3183892" cy="98742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Progress </a:t>
            </a:r>
          </a:p>
        </p:txBody>
      </p:sp>
    </p:spTree>
    <p:extLst>
      <p:ext uri="{BB962C8B-B14F-4D97-AF65-F5344CB8AC3E}">
        <p14:creationId xmlns:p14="http://schemas.microsoft.com/office/powerpoint/2010/main" val="2065992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38CFD-A501-8AEC-C666-BED84511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56F68EF-088F-20DD-B4B1-6BCF0A8C9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F082FE-D96F-0D2A-34AA-F987D0796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E13FF0-F6F1-375E-D271-70DAE72E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A7F67B2-22A5-7F2D-13EB-E06229F5C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D6D36DC8-D9BF-8C26-69EA-ED89E34DB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559" y="768350"/>
            <a:ext cx="4162181" cy="920920"/>
          </a:xfrm>
        </p:spPr>
        <p:txBody>
          <a:bodyPr/>
          <a:lstStyle/>
          <a:p>
            <a:r>
              <a:rPr lang="en-US"/>
              <a:t>Week 8 </a:t>
            </a:r>
            <a:r>
              <a:rPr lang="en-US" dirty="0"/>
              <a:t>Plan</a:t>
            </a:r>
          </a:p>
        </p:txBody>
      </p:sp>
      <p:graphicFrame>
        <p:nvGraphicFramePr>
          <p:cNvPr id="27" name="Text Placeholder 2">
            <a:extLst>
              <a:ext uri="{FF2B5EF4-FFF2-40B4-BE49-F238E27FC236}">
                <a16:creationId xmlns:a16="http://schemas.microsoft.com/office/drawing/2014/main" id="{D6B93F0B-FEB0-EDAB-CFE1-A57DEFE97F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1069956"/>
              </p:ext>
            </p:extLst>
          </p:nvPr>
        </p:nvGraphicFramePr>
        <p:xfrm>
          <a:off x="838199" y="2688113"/>
          <a:ext cx="10515600" cy="3050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1402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3CF74-09B7-84B3-F859-D7073DC1C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Planning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5E30C-3490-D1E3-740D-40AD5E393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738" y="126380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Gant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9BB01-16EE-371C-49E8-833A93D924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14"/>
          <a:stretch>
            <a:fillRect/>
          </a:stretch>
        </p:blipFill>
        <p:spPr>
          <a:xfrm>
            <a:off x="0" y="2219602"/>
            <a:ext cx="12191999" cy="4608716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713997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9AD6B9-1CEE-7976-0BB7-22F5E9535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1180494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Website: </a:t>
            </a:r>
            <a:r>
              <a:rPr lang="en-US" sz="3500" kern="1200" dirty="0">
                <a:solidFill>
                  <a:srgbClr val="0070C0"/>
                </a:solidFill>
                <a:latin typeface="+mj-lt"/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https://jjdeuce06.github.io/VulcanActivityTracker/</a:t>
            </a:r>
            <a:endParaRPr lang="en-US" sz="3500" kern="120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983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B2D1F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295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Vulcan Activity Tracker</vt:lpstr>
      <vt:lpstr>Project Description</vt:lpstr>
      <vt:lpstr>PowerPoint Presentation</vt:lpstr>
      <vt:lpstr>User Feedback </vt:lpstr>
      <vt:lpstr>Hosting Research </vt:lpstr>
      <vt:lpstr>Challenges </vt:lpstr>
      <vt:lpstr> Progress </vt:lpstr>
      <vt:lpstr>Week 8 Plan</vt:lpstr>
      <vt:lpstr>Planning</vt:lpstr>
      <vt:lpstr>Website: https://jjdeuce06.github.io/VulcanActivityTracker/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Margo Bonal</dc:creator>
  <cp:lastModifiedBy>Margo Bonal</cp:lastModifiedBy>
  <cp:revision>3</cp:revision>
  <dcterms:created xsi:type="dcterms:W3CDTF">2026-01-22T18:57:02Z</dcterms:created>
  <dcterms:modified xsi:type="dcterms:W3CDTF">2026-02-28T12:26:48Z</dcterms:modified>
</cp:coreProperties>
</file>