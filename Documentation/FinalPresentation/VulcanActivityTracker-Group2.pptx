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80" r:id="rId4"/>
    <p:sldId id="264" r:id="rId5"/>
    <p:sldId id="281" r:id="rId6"/>
    <p:sldId id="259" r:id="rId7"/>
    <p:sldId id="279" r:id="rId8"/>
    <p:sldId id="275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BD0A3-E72A-4148-9985-93B00B834DD1}" v="38" dt="2026-04-23T17:28:29.4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23T17:28:35.165" v="4327" actId="1076"/>
      <pc:docMkLst>
        <pc:docMk/>
      </pc:docMkLst>
      <pc:sldChg chg="addSp delSp modSp mod">
        <pc:chgData name="Margo Bonal" userId="18c9fa0f-b53d-478b-9dc0-6ad88786c19f" providerId="ADAL" clId="{93D479E5-F67F-4B8A-A78F-A0B574A116B6}" dt="2026-04-23T17:18:25.743" v="4176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23T17:18:25.743" v="4176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18T23:35:58.128" v="3975" actId="12788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18T23:35:58.128" v="3975" actId="12788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ord setBg">
        <pc:chgData name="Margo Bonal" userId="18c9fa0f-b53d-478b-9dc0-6ad88786c19f" providerId="ADAL" clId="{93D479E5-F67F-4B8A-A78F-A0B574A116B6}" dt="2026-04-21T15:26:24.082" v="3978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23T17:25:28.119" v="4322" actId="20577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23T17:13:58.580" v="4080" actId="14100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 del mod">
          <ac:chgData name="Margo Bonal" userId="18c9fa0f-b53d-478b-9dc0-6ad88786c19f" providerId="ADAL" clId="{93D479E5-F67F-4B8A-A78F-A0B574A116B6}" dt="2026-04-23T17:16:33.163" v="4140" actId="478"/>
          <ac:spMkLst>
            <pc:docMk/>
            <pc:sldMk cId="3773506301" sldId="278"/>
            <ac:spMk id="5" creationId="{F0F832D4-DECD-9CCD-975A-ED199DA8EF20}"/>
          </ac:spMkLst>
        </pc:spChg>
        <pc:spChg chg="add mod">
          <ac:chgData name="Margo Bonal" userId="18c9fa0f-b53d-478b-9dc0-6ad88786c19f" providerId="ADAL" clId="{93D479E5-F67F-4B8A-A78F-A0B574A116B6}" dt="2026-04-23T17:18:10.895" v="4172" actId="14100"/>
          <ac:spMkLst>
            <pc:docMk/>
            <pc:sldMk cId="3773506301" sldId="278"/>
            <ac:spMk id="6" creationId="{58B38568-C5E6-EDF1-6A58-E97B3EF311B9}"/>
          </ac:spMkLst>
        </pc:spChg>
        <pc:spChg chg="add del mod">
          <ac:chgData name="Margo Bonal" userId="18c9fa0f-b53d-478b-9dc0-6ad88786c19f" providerId="ADAL" clId="{93D479E5-F67F-4B8A-A78F-A0B574A116B6}" dt="2026-04-23T17:20:29.640" v="4180"/>
          <ac:spMkLst>
            <pc:docMk/>
            <pc:sldMk cId="3773506301" sldId="278"/>
            <ac:spMk id="8" creationId="{29C26701-CB20-1416-9D34-76DA41D450CF}"/>
          </ac:spMkLst>
        </pc:spChg>
        <pc:spChg chg="add mod">
          <ac:chgData name="Margo Bonal" userId="18c9fa0f-b53d-478b-9dc0-6ad88786c19f" providerId="ADAL" clId="{93D479E5-F67F-4B8A-A78F-A0B574A116B6}" dt="2026-04-23T17:25:28.119" v="4322" actId="20577"/>
          <ac:spMkLst>
            <pc:docMk/>
            <pc:sldMk cId="3773506301" sldId="278"/>
            <ac:spMk id="10" creationId="{B6A5AF98-EEC8-FE54-703A-15987C5508C2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 mod">
          <ac:chgData name="Margo Bonal" userId="18c9fa0f-b53d-478b-9dc0-6ad88786c19f" providerId="ADAL" clId="{93D479E5-F67F-4B8A-A78F-A0B574A116B6}" dt="2026-04-23T17:13:46.005" v="4075" actId="107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add del mod setBg">
        <pc:chgData name="Margo Bonal" userId="18c9fa0f-b53d-478b-9dc0-6ad88786c19f" providerId="ADAL" clId="{93D479E5-F67F-4B8A-A78F-A0B574A116B6}" dt="2026-04-23T17:28:35.165" v="4327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del">
          <ac:chgData name="Margo Bonal" userId="18c9fa0f-b53d-478b-9dc0-6ad88786c19f" providerId="ADAL" clId="{93D479E5-F67F-4B8A-A78F-A0B574A116B6}" dt="2026-04-23T17:09:16.292" v="4006" actId="478"/>
          <ac:spMkLst>
            <pc:docMk/>
            <pc:sldMk cId="2474028920" sldId="280"/>
            <ac:spMk id="8" creationId="{CD48DD9A-1CCD-A701-2249-DB7D1BBEC520}"/>
          </ac:spMkLst>
        </pc:spChg>
        <pc:spChg chg="add mod">
          <ac:chgData name="Margo Bonal" userId="18c9fa0f-b53d-478b-9dc0-6ad88786c19f" providerId="ADAL" clId="{93D479E5-F67F-4B8A-A78F-A0B574A116B6}" dt="2026-04-23T17:28:35.165" v="4327" actId="1076"/>
          <ac:spMkLst>
            <pc:docMk/>
            <pc:sldMk cId="2474028920" sldId="280"/>
            <ac:spMk id="26" creationId="{ADC73BA3-4C0F-5B32-373E-8E18596CBB51}"/>
          </ac:spMkLst>
        </pc:spChg>
        <pc:spChg chg="add mod">
          <ac:chgData name="Margo Bonal" userId="18c9fa0f-b53d-478b-9dc0-6ad88786c19f" providerId="ADAL" clId="{93D479E5-F67F-4B8A-A78F-A0B574A116B6}" dt="2026-04-23T17:12:30.686" v="4073" actId="113"/>
          <ac:spMkLst>
            <pc:docMk/>
            <pc:sldMk cId="2474028920" sldId="280"/>
            <ac:spMk id="27" creationId="{53AF4371-CFC0-5779-BA46-8CE7B2D4B25E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23T17:22:11.846" v="4192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23T17:08:51.102" v="4001" actId="107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23T17:28:29.484" v="4326" actId="14100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23T17:22:03.498" v="4190" actId="107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23T17:07:58.151" v="3985" actId="1076"/>
          <ac:picMkLst>
            <pc:docMk/>
            <pc:sldMk cId="2474028920" sldId="280"/>
            <ac:picMk id="7" creationId="{9E248987-0EF8-5FE1-35CE-14FB215C9B88}"/>
          </ac:picMkLst>
        </pc:picChg>
        <pc:picChg chg="add mod">
          <ac:chgData name="Margo Bonal" userId="18c9fa0f-b53d-478b-9dc0-6ad88786c19f" providerId="ADAL" clId="{93D479E5-F67F-4B8A-A78F-A0B574A116B6}" dt="2026-04-23T17:14:53.967" v="4102" actId="1036"/>
          <ac:picMkLst>
            <pc:docMk/>
            <pc:sldMk cId="2474028920" sldId="280"/>
            <ac:picMk id="1026" creationId="{2E1208C8-1A6E-954B-A208-EDC39F261D22}"/>
          </ac:picMkLst>
        </pc:picChg>
        <pc:cxnChg chg="add mod">
          <ac:chgData name="Margo Bonal" userId="18c9fa0f-b53d-478b-9dc0-6ad88786c19f" providerId="ADAL" clId="{93D479E5-F67F-4B8A-A78F-A0B574A116B6}" dt="2026-04-23T17:09:43.756" v="4008" actId="14100"/>
          <ac:cxnSpMkLst>
            <pc:docMk/>
            <pc:sldMk cId="2474028920" sldId="280"/>
            <ac:cxnSpMk id="10" creationId="{E5949EF5-AE6D-5F3E-B590-ABD1A02D57D7}"/>
          </ac:cxnSpMkLst>
        </pc:cxnChg>
        <pc:cxnChg chg="add">
          <ac:chgData name="Margo Bonal" userId="18c9fa0f-b53d-478b-9dc0-6ad88786c19f" providerId="ADAL" clId="{93D479E5-F67F-4B8A-A78F-A0B574A116B6}" dt="2026-04-23T17:08:41.917" v="3999" actId="11529"/>
          <ac:cxnSpMkLst>
            <pc:docMk/>
            <pc:sldMk cId="2474028920" sldId="280"/>
            <ac:cxnSpMk id="12" creationId="{2857E2AF-C913-8643-3C10-F26727BA13EF}"/>
          </ac:cxnSpMkLst>
        </pc:cxnChg>
        <pc:cxnChg chg="add mod">
          <ac:chgData name="Margo Bonal" userId="18c9fa0f-b53d-478b-9dc0-6ad88786c19f" providerId="ADAL" clId="{93D479E5-F67F-4B8A-A78F-A0B574A116B6}" dt="2026-04-23T17:08:57.258" v="4002" actId="14100"/>
          <ac:cxnSpMkLst>
            <pc:docMk/>
            <pc:sldMk cId="2474028920" sldId="280"/>
            <ac:cxnSpMk id="14" creationId="{CFE484F3-5341-B9D7-4F0A-C750590F5DB6}"/>
          </ac:cxnSpMkLst>
        </pc:cxnChg>
        <pc:cxnChg chg="add mod">
          <ac:chgData name="Margo Bonal" userId="18c9fa0f-b53d-478b-9dc0-6ad88786c19f" providerId="ADAL" clId="{93D479E5-F67F-4B8A-A78F-A0B574A116B6}" dt="2026-04-23T17:22:15.251" v="4193" actId="1076"/>
          <ac:cxnSpMkLst>
            <pc:docMk/>
            <pc:sldMk cId="2474028920" sldId="280"/>
            <ac:cxnSpMk id="17" creationId="{52BA5BBC-D55A-B272-2281-62C56F5EC677}"/>
          </ac:cxnSpMkLst>
        </pc:cxnChg>
        <pc:cxnChg chg="add mod">
          <ac:chgData name="Margo Bonal" userId="18c9fa0f-b53d-478b-9dc0-6ad88786c19f" providerId="ADAL" clId="{93D479E5-F67F-4B8A-A78F-A0B574A116B6}" dt="2026-04-23T17:22:18.729" v="4194" actId="1076"/>
          <ac:cxnSpMkLst>
            <pc:docMk/>
            <pc:sldMk cId="2474028920" sldId="280"/>
            <ac:cxnSpMk id="21" creationId="{B1176B6A-33EB-4312-63AE-CBEE219BAD08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FDB41C3-DE33-72C9-32C8-3B191141D6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B7AC6-1468-FF51-B162-F2AD4810E72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41067-BB97-4141-BE03-333F3191E3F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B8973-D10B-1DF7-4ABA-0BD45876EF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8E33B9-8DA0-34FE-B141-D1CA24C49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74F93A-C3E0-4F67-8CC3-1F7ADA424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2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6B06F-CD46-493E-B4C1-40B0073FF9CE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D027D-103C-46C6-ADAD-0DC1C73EBC80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F51D7-1495-4ADD-AC16-FF82DF6CAC20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03BB5-D48A-48C3-9CFB-DC9185E67675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F73DE-E7FB-4126-830F-99616741AA11}" type="datetime1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6F203-9046-43D5-87CE-3C67C2F4D3F1}" type="datetime1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D8F1-3E73-46D1-AA5C-5366FE0387E8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130E8-8094-4080-98F0-F0540BF5F6CC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87556-5D11-4218-8636-A360C44E36D7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183B-3CD1-4369-AAE8-CB56440A4F36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9937-735C-4AE0-B15E-EEF043CCC6A0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6C7B1-23C1-4975-8B1F-F3C993B7D970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jjdeuce06.github.io/VulcanActivityTracker/" TargetMode="External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1C1F4-9044-872E-66EF-5D3667C4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web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friends to 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6E89B8-F95A-3B6A-6334-9659A02F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90147" y="-89231"/>
            <a:ext cx="2524840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10079656" y="66600"/>
            <a:ext cx="2029999" cy="173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46087" y="119956"/>
            <a:ext cx="1681124" cy="98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7339" y="5492264"/>
            <a:ext cx="2053702" cy="1087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7061880" y="4150050"/>
            <a:ext cx="2844620" cy="852984"/>
          </a:xfrm>
          <a:prstGeom prst="rect">
            <a:avLst/>
          </a:prstGeom>
        </p:spPr>
      </p:pic>
      <p:pic>
        <p:nvPicPr>
          <p:cNvPr id="1026" name="Picture 2" descr="1,280 Logo Ipad Laptop Royalty-Free Images, Stock Photos &amp; Pictures |  Shutterstock">
            <a:extLst>
              <a:ext uri="{FF2B5EF4-FFF2-40B4-BE49-F238E27FC236}">
                <a16:creationId xmlns:a16="http://schemas.microsoft.com/office/drawing/2014/main" id="{2E1208C8-1A6E-954B-A208-EDC39F261D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4" t="15221" r="54413" b="27614"/>
          <a:stretch>
            <a:fillRect/>
          </a:stretch>
        </p:blipFill>
        <p:spPr bwMode="auto">
          <a:xfrm>
            <a:off x="7457339" y="2317703"/>
            <a:ext cx="2053703" cy="1428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949EF5-AE6D-5F3E-B590-ABD1A02D57D7}"/>
              </a:ext>
            </a:extLst>
          </p:cNvPr>
          <p:cNvCxnSpPr>
            <a:cxnSpLocks/>
          </p:cNvCxnSpPr>
          <p:nvPr/>
        </p:nvCxnSpPr>
        <p:spPr>
          <a:xfrm>
            <a:off x="6883232" y="1725854"/>
            <a:ext cx="886805" cy="5450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857E2AF-C913-8643-3C10-F26727BA13EF}"/>
              </a:ext>
            </a:extLst>
          </p:cNvPr>
          <p:cNvCxnSpPr/>
          <p:nvPr/>
        </p:nvCxnSpPr>
        <p:spPr>
          <a:xfrm flipH="1">
            <a:off x="8992609" y="1731910"/>
            <a:ext cx="1090014" cy="514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E484F3-5341-B9D7-4F0A-C750590F5DB6}"/>
              </a:ext>
            </a:extLst>
          </p:cNvPr>
          <p:cNvCxnSpPr>
            <a:cxnSpLocks/>
          </p:cNvCxnSpPr>
          <p:nvPr/>
        </p:nvCxnSpPr>
        <p:spPr>
          <a:xfrm>
            <a:off x="8320434" y="1229293"/>
            <a:ext cx="0" cy="993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2BA5BBC-D55A-B272-2281-62C56F5EC677}"/>
              </a:ext>
            </a:extLst>
          </p:cNvPr>
          <p:cNvCxnSpPr>
            <a:cxnSpLocks/>
          </p:cNvCxnSpPr>
          <p:nvPr/>
        </p:nvCxnSpPr>
        <p:spPr>
          <a:xfrm flipV="1">
            <a:off x="8483793" y="3745992"/>
            <a:ext cx="0" cy="343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176B6A-33EB-4312-63AE-CBEE219BAD08}"/>
              </a:ext>
            </a:extLst>
          </p:cNvPr>
          <p:cNvCxnSpPr>
            <a:cxnSpLocks/>
          </p:cNvCxnSpPr>
          <p:nvPr/>
        </p:nvCxnSpPr>
        <p:spPr>
          <a:xfrm flipV="1">
            <a:off x="8526579" y="5082534"/>
            <a:ext cx="0" cy="279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DC73BA3-4C0F-5B32-373E-8E18596CBB51}"/>
              </a:ext>
            </a:extLst>
          </p:cNvPr>
          <p:cNvSpPr txBox="1"/>
          <p:nvPr/>
        </p:nvSpPr>
        <p:spPr>
          <a:xfrm>
            <a:off x="10208843" y="4391876"/>
            <a:ext cx="147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Deployment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AF4371-CFC0-5779-BA46-8CE7B2D4B25E}"/>
              </a:ext>
            </a:extLst>
          </p:cNvPr>
          <p:cNvSpPr txBox="1"/>
          <p:nvPr/>
        </p:nvSpPr>
        <p:spPr>
          <a:xfrm>
            <a:off x="8332320" y="1365736"/>
            <a:ext cx="1681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Development</a:t>
            </a:r>
          </a:p>
        </p:txBody>
      </p:sp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445570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400" u="sng" dirty="0"/>
              <a:t>Collaboration</a:t>
            </a:r>
            <a:r>
              <a:rPr lang="en-US" u="sng" dirty="0"/>
              <a:t>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1E7A4-7DE4-7314-C627-1F7E55F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F6D58-6E92-C5FF-38D3-525CAE55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49607A-1666-A0C0-63B8-EA54F6E0D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21B082-1657-31F2-E805-C38CCE5C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6E53-CFD2-C027-AA2C-E55710C39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5875" y="4102151"/>
            <a:ext cx="3307465" cy="987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0823" y="3951411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6FFE89-6C3C-A07F-03B6-6620445D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9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B38568-C5E6-EDF1-6A58-E97B3EF311B9}"/>
              </a:ext>
            </a:extLst>
          </p:cNvPr>
          <p:cNvSpPr txBox="1">
            <a:spLocks/>
          </p:cNvSpPr>
          <p:nvPr/>
        </p:nvSpPr>
        <p:spPr>
          <a:xfrm>
            <a:off x="671100" y="138161"/>
            <a:ext cx="4827412" cy="85496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200" dirty="0"/>
              <a:t>Project Improvements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A5AF98-EEC8-FE54-703A-15987C5508C2}"/>
              </a:ext>
            </a:extLst>
          </p:cNvPr>
          <p:cNvSpPr txBox="1"/>
          <p:nvPr/>
        </p:nvSpPr>
        <p:spPr>
          <a:xfrm>
            <a:off x="671100" y="1259571"/>
            <a:ext cx="44277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did different</a:t>
            </a:r>
          </a:p>
          <a:p>
            <a:r>
              <a:rPr lang="en-US" dirty="0"/>
              <a:t>Email</a:t>
            </a:r>
          </a:p>
          <a:p>
            <a:r>
              <a:rPr lang="en-US" dirty="0"/>
              <a:t>Revisions</a:t>
            </a:r>
          </a:p>
          <a:p>
            <a:r>
              <a:rPr lang="en-US" dirty="0"/>
              <a:t>Database restrictions</a:t>
            </a:r>
          </a:p>
          <a:p>
            <a:r>
              <a:rPr lang="en-US" dirty="0"/>
              <a:t>Ai coach</a:t>
            </a:r>
          </a:p>
          <a:p>
            <a:r>
              <a:rPr lang="en-US" dirty="0"/>
              <a:t>Smart watch connectivity  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</TotalTime>
  <Words>221</Words>
  <Application>Microsoft Office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Live Demonstration</vt:lpstr>
      <vt:lpstr>Business Model 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2026-04-23T17:28:43Z</dcterms:modified>
</cp:coreProperties>
</file>