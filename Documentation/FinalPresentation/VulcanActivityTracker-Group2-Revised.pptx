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7" r:id="rId2"/>
    <p:sldId id="281" r:id="rId3"/>
    <p:sldId id="280" r:id="rId4"/>
    <p:sldId id="279" r:id="rId5"/>
    <p:sldId id="275" r:id="rId6"/>
    <p:sldId id="286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171808-A062-4BC8-87AA-AF9D88B1042E}" v="84" dt="2026-04-27T14:45:51.8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854" autoAdjust="0"/>
  </p:normalViewPr>
  <p:slideViewPr>
    <p:cSldViewPr snapToGrid="0">
      <p:cViewPr>
        <p:scale>
          <a:sx n="75" d="100"/>
          <a:sy n="75" d="100"/>
        </p:scale>
        <p:origin x="789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Gerega" userId="bd3e1e46fb6a714b" providerId="LiveId" clId="{45F0C402-C550-4C82-B31D-5B32217A5E94}"/>
    <pc:docChg chg="undo custSel addSld delSld modSld">
      <pc:chgData name="John Gerega" userId="bd3e1e46fb6a714b" providerId="LiveId" clId="{45F0C402-C550-4C82-B31D-5B32217A5E94}" dt="2026-04-14T17:16:21.241" v="2683" actId="20577"/>
      <pc:docMkLst>
        <pc:docMk/>
      </pc:docMkLst>
      <pc:sldChg chg="modSp mod">
        <pc:chgData name="John Gerega" userId="bd3e1e46fb6a714b" providerId="LiveId" clId="{45F0C402-C550-4C82-B31D-5B32217A5E94}" dt="2026-04-14T17:16:21.241" v="2683" actId="20577"/>
        <pc:sldMkLst>
          <pc:docMk/>
          <pc:sldMk cId="606434410" sldId="275"/>
        </pc:sldMkLst>
        <pc:graphicFrameChg chg="modGraphic">
          <ac:chgData name="John Gerega" userId="bd3e1e46fb6a714b" providerId="LiveId" clId="{45F0C402-C550-4C82-B31D-5B32217A5E94}" dt="2026-04-14T17:16:21.241" v="2683" actId="20577"/>
          <ac:graphicFrameMkLst>
            <pc:docMk/>
            <pc:sldMk cId="606434410" sldId="275"/>
            <ac:graphicFrameMk id="6" creationId="{27EACA2E-750E-36F7-A7AE-14DB1D64E678}"/>
          </ac:graphicFrameMkLst>
        </pc:graphicFrameChg>
      </pc:sldChg>
    </pc:docChg>
  </pc:docChgLst>
  <pc:docChgLst>
    <pc:chgData name="Margo Bonal" userId="18c9fa0f-b53d-478b-9dc0-6ad88786c19f" providerId="ADAL" clId="{93D479E5-F67F-4B8A-A78F-A0B574A116B6}"/>
    <pc:docChg chg="undo redo custSel addSld delSld modSld sldOrd addSection delSection">
      <pc:chgData name="Margo Bonal" userId="18c9fa0f-b53d-478b-9dc0-6ad88786c19f" providerId="ADAL" clId="{93D479E5-F67F-4B8A-A78F-A0B574A116B6}" dt="2026-04-27T14:47:10.514" v="5131" actId="27636"/>
      <pc:docMkLst>
        <pc:docMk/>
      </pc:docMkLst>
      <pc:sldChg chg="addSp delSp modSp del mod">
        <pc:chgData name="Margo Bonal" userId="18c9fa0f-b53d-478b-9dc0-6ad88786c19f" providerId="ADAL" clId="{93D479E5-F67F-4B8A-A78F-A0B574A116B6}" dt="2026-04-26T17:12:44.300" v="5025" actId="2696"/>
        <pc:sldMkLst>
          <pc:docMk/>
          <pc:sldMk cId="1562194928" sldId="256"/>
        </pc:sldMkLst>
        <pc:spChg chg="mod">
          <ac:chgData name="Margo Bonal" userId="18c9fa0f-b53d-478b-9dc0-6ad88786c19f" providerId="ADAL" clId="{93D479E5-F67F-4B8A-A78F-A0B574A116B6}" dt="2026-04-26T17:07:24.308" v="5012" actId="1076"/>
          <ac:spMkLst>
            <pc:docMk/>
            <pc:sldMk cId="1562194928" sldId="256"/>
            <ac:spMk id="2" creationId="{7E1F449D-2BD2-97B5-DCE5-EA7AA820BE81}"/>
          </ac:spMkLst>
        </pc:spChg>
        <pc:spChg chg="mod">
          <ac:chgData name="Margo Bonal" userId="18c9fa0f-b53d-478b-9dc0-6ad88786c19f" providerId="ADAL" clId="{93D479E5-F67F-4B8A-A78F-A0B574A116B6}" dt="2026-04-26T17:07:19.690" v="5011" actId="122"/>
          <ac:spMkLst>
            <pc:docMk/>
            <pc:sldMk cId="1562194928" sldId="256"/>
            <ac:spMk id="3" creationId="{BFFB11B0-F653-A213-DE0D-88B0308AFCD4}"/>
          </ac:spMkLst>
        </pc:spChg>
        <pc:spChg chg="mod ord">
          <ac:chgData name="Margo Bonal" userId="18c9fa0f-b53d-478b-9dc0-6ad88786c19f" providerId="ADAL" clId="{93D479E5-F67F-4B8A-A78F-A0B574A116B6}" dt="2026-04-26T17:06:22.479" v="4993" actId="26606"/>
          <ac:spMkLst>
            <pc:docMk/>
            <pc:sldMk cId="1562194928" sldId="256"/>
            <ac:spMk id="4" creationId="{A671C1F4-9044-872E-66EF-5D3667C4D3AB}"/>
          </ac:spMkLst>
        </pc:spChg>
        <pc:spChg chg="add del">
          <ac:chgData name="Margo Bonal" userId="18c9fa0f-b53d-478b-9dc0-6ad88786c19f" providerId="ADAL" clId="{93D479E5-F67F-4B8A-A78F-A0B574A116B6}" dt="2026-04-26T17:05:44.682" v="4986" actId="26606"/>
          <ac:spMkLst>
            <pc:docMk/>
            <pc:sldMk cId="1562194928" sldId="256"/>
            <ac:spMk id="20" creationId="{934F1179-B481-4F9E-BCA3-AFB972070F83}"/>
          </ac:spMkLst>
        </pc:spChg>
        <pc:spChg chg="add del">
          <ac:chgData name="Margo Bonal" userId="18c9fa0f-b53d-478b-9dc0-6ad88786c19f" providerId="ADAL" clId="{93D479E5-F67F-4B8A-A78F-A0B574A116B6}" dt="2026-04-26T17:05:44.682" v="4986" actId="26606"/>
          <ac:spMkLst>
            <pc:docMk/>
            <pc:sldMk cId="1562194928" sldId="256"/>
            <ac:spMk id="21" creationId="{827DC2C4-B485-428A-BF4A-472D2967F47F}"/>
          </ac:spMkLst>
        </pc:spChg>
        <pc:spChg chg="add del">
          <ac:chgData name="Margo Bonal" userId="18c9fa0f-b53d-478b-9dc0-6ad88786c19f" providerId="ADAL" clId="{93D479E5-F67F-4B8A-A78F-A0B574A116B6}" dt="2026-04-26T17:05:44.682" v="4986" actId="26606"/>
          <ac:spMkLst>
            <pc:docMk/>
            <pc:sldMk cId="1562194928" sldId="256"/>
            <ac:spMk id="22" creationId="{EE04B5EB-F158-4507-90DD-BD23620C7CC9}"/>
          </ac:spMkLst>
        </pc:spChg>
        <pc:spChg chg="add del">
          <ac:chgData name="Margo Bonal" userId="18c9fa0f-b53d-478b-9dc0-6ad88786c19f" providerId="ADAL" clId="{93D479E5-F67F-4B8A-A78F-A0B574A116B6}" dt="2026-04-26T16:53:15.137" v="4813" actId="26606"/>
          <ac:spMkLst>
            <pc:docMk/>
            <pc:sldMk cId="1562194928" sldId="256"/>
            <ac:spMk id="24" creationId="{275D6C10-B5A7-4715-803E-0501C9C2CC21}"/>
          </ac:spMkLst>
        </pc:spChg>
        <pc:spChg chg="add del">
          <ac:chgData name="Margo Bonal" userId="18c9fa0f-b53d-478b-9dc0-6ad88786c19f" providerId="ADAL" clId="{93D479E5-F67F-4B8A-A78F-A0B574A116B6}" dt="2026-04-26T16:55:52.111" v="4833" actId="26606"/>
          <ac:spMkLst>
            <pc:docMk/>
            <pc:sldMk cId="1562194928" sldId="256"/>
            <ac:spMk id="25" creationId="{91DC6ABD-215C-4EA8-A483-CEF5B99AB385}"/>
          </ac:spMkLst>
        </pc:spChg>
        <pc:spChg chg="add del">
          <ac:chgData name="Margo Bonal" userId="18c9fa0f-b53d-478b-9dc0-6ad88786c19f" providerId="ADAL" clId="{93D479E5-F67F-4B8A-A78F-A0B574A116B6}" dt="2026-04-26T16:53:18.184" v="4815" actId="26606"/>
          <ac:spMkLst>
            <pc:docMk/>
            <pc:sldMk cId="1562194928" sldId="256"/>
            <ac:spMk id="26" creationId="{68AF5748-FED8-45BA-8631-26D1D10F3246}"/>
          </ac:spMkLst>
        </pc:spChg>
        <pc:spChg chg="add del">
          <ac:chgData name="Margo Bonal" userId="18c9fa0f-b53d-478b-9dc0-6ad88786c19f" providerId="ADAL" clId="{93D479E5-F67F-4B8A-A78F-A0B574A116B6}" dt="2026-04-26T16:52:55.762" v="4811" actId="26606"/>
          <ac:spMkLst>
            <pc:docMk/>
            <pc:sldMk cId="1562194928" sldId="256"/>
            <ac:spMk id="27" creationId="{91DC6ABD-215C-4EA8-A483-CEF5B99AB385}"/>
          </ac:spMkLst>
        </pc:spChg>
        <pc:spChg chg="add del">
          <ac:chgData name="Margo Bonal" userId="18c9fa0f-b53d-478b-9dc0-6ad88786c19f" providerId="ADAL" clId="{93D479E5-F67F-4B8A-A78F-A0B574A116B6}" dt="2026-04-26T16:53:18.184" v="4815" actId="26606"/>
          <ac:spMkLst>
            <pc:docMk/>
            <pc:sldMk cId="1562194928" sldId="256"/>
            <ac:spMk id="28" creationId="{AF2F604E-43BE-4DC3-B983-E071523364F8}"/>
          </ac:spMkLst>
        </pc:spChg>
        <pc:spChg chg="add del">
          <ac:chgData name="Margo Bonal" userId="18c9fa0f-b53d-478b-9dc0-6ad88786c19f" providerId="ADAL" clId="{93D479E5-F67F-4B8A-A78F-A0B574A116B6}" dt="2026-04-26T16:53:18.184" v="4815" actId="26606"/>
          <ac:spMkLst>
            <pc:docMk/>
            <pc:sldMk cId="1562194928" sldId="256"/>
            <ac:spMk id="31" creationId="{08C9B587-E65E-4B52-B37C-ABEBB6E87928}"/>
          </ac:spMkLst>
        </pc:spChg>
        <pc:spChg chg="add del">
          <ac:chgData name="Margo Bonal" userId="18c9fa0f-b53d-478b-9dc0-6ad88786c19f" providerId="ADAL" clId="{93D479E5-F67F-4B8A-A78F-A0B574A116B6}" dt="2026-04-26T16:52:55.762" v="4811" actId="26606"/>
          <ac:spMkLst>
            <pc:docMk/>
            <pc:sldMk cId="1562194928" sldId="256"/>
            <ac:spMk id="33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3:27.157" v="4819" actId="26606"/>
          <ac:spMkLst>
            <pc:docMk/>
            <pc:sldMk cId="1562194928" sldId="256"/>
            <ac:spMk id="34" creationId="{91DC6ABD-215C-4EA8-A483-CEF5B99AB385}"/>
          </ac:spMkLst>
        </pc:spChg>
        <pc:spChg chg="add del">
          <ac:chgData name="Margo Bonal" userId="18c9fa0f-b53d-478b-9dc0-6ad88786c19f" providerId="ADAL" clId="{93D479E5-F67F-4B8A-A78F-A0B574A116B6}" dt="2026-04-26T17:06:22.479" v="4993" actId="26606"/>
          <ac:spMkLst>
            <pc:docMk/>
            <pc:sldMk cId="1562194928" sldId="256"/>
            <ac:spMk id="36" creationId="{91DC6ABD-215C-4EA8-A483-CEF5B99AB385}"/>
          </ac:spMkLst>
        </pc:spChg>
        <pc:spChg chg="add del">
          <ac:chgData name="Margo Bonal" userId="18c9fa0f-b53d-478b-9dc0-6ad88786c19f" providerId="ADAL" clId="{93D479E5-F67F-4B8A-A78F-A0B574A116B6}" dt="2026-04-26T16:53:27.157" v="4819" actId="26606"/>
          <ac:spMkLst>
            <pc:docMk/>
            <pc:sldMk cId="1562194928" sldId="256"/>
            <ac:spMk id="37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2:51.302" v="4807" actId="26606"/>
          <ac:spMkLst>
            <pc:docMk/>
            <pc:sldMk cId="1562194928" sldId="256"/>
            <ac:spMk id="38" creationId="{F0AED851-54B9-4765-92D2-F0BE443BEC91}"/>
          </ac:spMkLst>
        </pc:spChg>
        <pc:spChg chg="add del">
          <ac:chgData name="Margo Bonal" userId="18c9fa0f-b53d-478b-9dc0-6ad88786c19f" providerId="ADAL" clId="{93D479E5-F67F-4B8A-A78F-A0B574A116B6}" dt="2026-04-26T16:52:51.302" v="4807" actId="26606"/>
          <ac:spMkLst>
            <pc:docMk/>
            <pc:sldMk cId="1562194928" sldId="256"/>
            <ac:spMk id="40" creationId="{B81933D1-5615-42C7-9C0B-4EB7105CCE2D}"/>
          </ac:spMkLst>
        </pc:spChg>
        <pc:spChg chg="add del">
          <ac:chgData name="Margo Bonal" userId="18c9fa0f-b53d-478b-9dc0-6ad88786c19f" providerId="ADAL" clId="{93D479E5-F67F-4B8A-A78F-A0B574A116B6}" dt="2026-04-26T16:55:52.111" v="4833" actId="26606"/>
          <ac:spMkLst>
            <pc:docMk/>
            <pc:sldMk cId="1562194928" sldId="256"/>
            <ac:spMk id="41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2:51.302" v="4807" actId="26606"/>
          <ac:spMkLst>
            <pc:docMk/>
            <pc:sldMk cId="1562194928" sldId="256"/>
            <ac:spMk id="42" creationId="{19C9EAEA-39D0-4B0E-A0EB-51E7B26740B1}"/>
          </ac:spMkLst>
        </pc:spChg>
        <pc:spChg chg="add del">
          <ac:chgData name="Margo Bonal" userId="18c9fa0f-b53d-478b-9dc0-6ad88786c19f" providerId="ADAL" clId="{93D479E5-F67F-4B8A-A78F-A0B574A116B6}" dt="2026-04-26T17:06:22.479" v="4993" actId="26606"/>
          <ac:spMkLst>
            <pc:docMk/>
            <pc:sldMk cId="1562194928" sldId="256"/>
            <ac:spMk id="45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5:51.015" v="4831" actId="26606"/>
          <ac:spMkLst>
            <pc:docMk/>
            <pc:sldMk cId="1562194928" sldId="256"/>
            <ac:spMk id="46" creationId="{91DC6ABD-215C-4EA8-A483-CEF5B99AB385}"/>
          </ac:spMkLst>
        </pc:spChg>
        <pc:spChg chg="add del">
          <ac:chgData name="Margo Bonal" userId="18c9fa0f-b53d-478b-9dc0-6ad88786c19f" providerId="ADAL" clId="{93D479E5-F67F-4B8A-A78F-A0B574A116B6}" dt="2026-04-26T16:55:51.015" v="4831" actId="26606"/>
          <ac:spMkLst>
            <pc:docMk/>
            <pc:sldMk cId="1562194928" sldId="256"/>
            <ac:spMk id="47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2:54.904" v="4809" actId="26606"/>
          <ac:spMkLst>
            <pc:docMk/>
            <pc:sldMk cId="1562194928" sldId="256"/>
            <ac:spMk id="49" creationId="{9180DE06-7362-4888-AADA-7AADD57AC49D}"/>
          </ac:spMkLst>
        </pc:spChg>
        <pc:spChg chg="add del">
          <ac:chgData name="Margo Bonal" userId="18c9fa0f-b53d-478b-9dc0-6ad88786c19f" providerId="ADAL" clId="{93D479E5-F67F-4B8A-A78F-A0B574A116B6}" dt="2026-04-26T17:06:12.491" v="4989" actId="26606"/>
          <ac:spMkLst>
            <pc:docMk/>
            <pc:sldMk cId="1562194928" sldId="256"/>
            <ac:spMk id="51" creationId="{91DC6ABD-215C-4EA8-A483-CEF5B99AB385}"/>
          </ac:spMkLst>
        </pc:spChg>
        <pc:spChg chg="add del">
          <ac:chgData name="Margo Bonal" userId="18c9fa0f-b53d-478b-9dc0-6ad88786c19f" providerId="ADAL" clId="{93D479E5-F67F-4B8A-A78F-A0B574A116B6}" dt="2026-04-26T16:52:54.904" v="4809" actId="26606"/>
          <ac:spMkLst>
            <pc:docMk/>
            <pc:sldMk cId="1562194928" sldId="256"/>
            <ac:spMk id="52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7:06:12.491" v="4989" actId="26606"/>
          <ac:spMkLst>
            <pc:docMk/>
            <pc:sldMk cId="1562194928" sldId="256"/>
            <ac:spMk id="56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7:06:19.754" v="4991" actId="26606"/>
          <ac:spMkLst>
            <pc:docMk/>
            <pc:sldMk cId="1562194928" sldId="256"/>
            <ac:spMk id="58" creationId="{E37EECFC-A684-4391-AE85-4CDAF5565F61}"/>
          </ac:spMkLst>
        </pc:spChg>
        <pc:spChg chg="add del">
          <ac:chgData name="Margo Bonal" userId="18c9fa0f-b53d-478b-9dc0-6ad88786c19f" providerId="ADAL" clId="{93D479E5-F67F-4B8A-A78F-A0B574A116B6}" dt="2026-04-26T17:06:19.754" v="4991" actId="26606"/>
          <ac:spMkLst>
            <pc:docMk/>
            <pc:sldMk cId="1562194928" sldId="256"/>
            <ac:spMk id="59" creationId="{A8384FB5-9ADC-4DDC-881B-597D56F5B15D}"/>
          </ac:spMkLst>
        </pc:spChg>
        <pc:spChg chg="add del">
          <ac:chgData name="Margo Bonal" userId="18c9fa0f-b53d-478b-9dc0-6ad88786c19f" providerId="ADAL" clId="{93D479E5-F67F-4B8A-A78F-A0B574A116B6}" dt="2026-04-26T17:06:19.754" v="4991" actId="26606"/>
          <ac:spMkLst>
            <pc:docMk/>
            <pc:sldMk cId="1562194928" sldId="256"/>
            <ac:spMk id="60" creationId="{BC05CA36-AD6A-4ABF-9A05-52E5A143D2BB}"/>
          </ac:spMkLst>
        </pc:spChg>
        <pc:spChg chg="add del">
          <ac:chgData name="Margo Bonal" userId="18c9fa0f-b53d-478b-9dc0-6ad88786c19f" providerId="ADAL" clId="{93D479E5-F67F-4B8A-A78F-A0B574A116B6}" dt="2026-04-26T17:06:19.754" v="4991" actId="26606"/>
          <ac:spMkLst>
            <pc:docMk/>
            <pc:sldMk cId="1562194928" sldId="256"/>
            <ac:spMk id="61" creationId="{D4331EE8-85A4-4588-8D9E-70E534D477DB}"/>
          </ac:spMkLst>
        </pc:spChg>
        <pc:spChg chg="add del">
          <ac:chgData name="Margo Bonal" userId="18c9fa0f-b53d-478b-9dc0-6ad88786c19f" providerId="ADAL" clId="{93D479E5-F67F-4B8A-A78F-A0B574A116B6}" dt="2026-04-26T17:06:19.754" v="4991" actId="26606"/>
          <ac:spMkLst>
            <pc:docMk/>
            <pc:sldMk cId="1562194928" sldId="256"/>
            <ac:spMk id="62" creationId="{49D6C862-61CC-4B46-8080-96583D653BAB}"/>
          </ac:spMkLst>
        </pc:spChg>
        <pc:spChg chg="add del">
          <ac:chgData name="Margo Bonal" userId="18c9fa0f-b53d-478b-9dc0-6ad88786c19f" providerId="ADAL" clId="{93D479E5-F67F-4B8A-A78F-A0B574A116B6}" dt="2026-04-26T17:06:22.479" v="4993" actId="26606"/>
          <ac:spMkLst>
            <pc:docMk/>
            <pc:sldMk cId="1562194928" sldId="256"/>
            <ac:spMk id="64" creationId="{5BF4DF2C-F028-4921-9C23-41303F650A62}"/>
          </ac:spMkLst>
        </pc:spChg>
        <pc:spChg chg="add del">
          <ac:chgData name="Margo Bonal" userId="18c9fa0f-b53d-478b-9dc0-6ad88786c19f" providerId="ADAL" clId="{93D479E5-F67F-4B8A-A78F-A0B574A116B6}" dt="2026-04-26T17:06:22.479" v="4993" actId="26606"/>
          <ac:spMkLst>
            <pc:docMk/>
            <pc:sldMk cId="1562194928" sldId="256"/>
            <ac:spMk id="65" creationId="{158B3569-73B2-4D05-8E95-886A6EE17F1F}"/>
          </ac:spMkLst>
        </pc:spChg>
        <pc:grpChg chg="add del">
          <ac:chgData name="Margo Bonal" userId="18c9fa0f-b53d-478b-9dc0-6ad88786c19f" providerId="ADAL" clId="{93D479E5-F67F-4B8A-A78F-A0B574A116B6}" dt="2026-04-26T16:52:55.762" v="4811" actId="26606"/>
          <ac:grpSpMkLst>
            <pc:docMk/>
            <pc:sldMk cId="1562194928" sldId="256"/>
            <ac:grpSpMk id="29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6:55:52.111" v="4833" actId="26606"/>
          <ac:grpSpMkLst>
            <pc:docMk/>
            <pc:sldMk cId="1562194928" sldId="256"/>
            <ac:grpSpMk id="32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6:53:27.157" v="4819" actId="26606"/>
          <ac:grpSpMkLst>
            <pc:docMk/>
            <pc:sldMk cId="1562194928" sldId="256"/>
            <ac:grpSpMk id="35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7:06:22.479" v="4993" actId="26606"/>
          <ac:grpSpMkLst>
            <pc:docMk/>
            <pc:sldMk cId="1562194928" sldId="256"/>
            <ac:grpSpMk id="39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6:55:51.015" v="4831" actId="26606"/>
          <ac:grpSpMkLst>
            <pc:docMk/>
            <pc:sldMk cId="1562194928" sldId="256"/>
            <ac:grpSpMk id="48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6:52:54.904" v="4809" actId="26606"/>
          <ac:grpSpMkLst>
            <pc:docMk/>
            <pc:sldMk cId="1562194928" sldId="256"/>
            <ac:grpSpMk id="50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7:06:12.491" v="4989" actId="26606"/>
          <ac:grpSpMkLst>
            <pc:docMk/>
            <pc:sldMk cId="1562194928" sldId="256"/>
            <ac:grpSpMk id="55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7:06:22.479" v="4993" actId="26606"/>
          <ac:grpSpMkLst>
            <pc:docMk/>
            <pc:sldMk cId="1562194928" sldId="256"/>
            <ac:grpSpMk id="66" creationId="{892B7B61-D701-474B-AE8F-EA238B550A78}"/>
          </ac:grpSpMkLst>
        </pc:grpChg>
        <pc:picChg chg="add mod ord">
          <ac:chgData name="Margo Bonal" userId="18c9fa0f-b53d-478b-9dc0-6ad88786c19f" providerId="ADAL" clId="{93D479E5-F67F-4B8A-A78F-A0B574A116B6}" dt="2026-04-26T17:06:22.479" v="4993" actId="26606"/>
          <ac:picMkLst>
            <pc:docMk/>
            <pc:sldMk cId="1562194928" sldId="256"/>
            <ac:picMk id="5" creationId="{FE88715A-767F-8A31-A210-5B15AFF1B9DE}"/>
          </ac:picMkLst>
        </pc:picChg>
      </pc:sldChg>
      <pc:sldChg chg="addSp delSp modSp del mod">
        <pc:chgData name="Margo Bonal" userId="18c9fa0f-b53d-478b-9dc0-6ad88786c19f" providerId="ADAL" clId="{93D479E5-F67F-4B8A-A78F-A0B574A116B6}" dt="2026-04-26T17:02:47.667" v="4971" actId="2696"/>
        <pc:sldMkLst>
          <pc:docMk/>
          <pc:sldMk cId="850630602" sldId="257"/>
        </pc:sldMkLst>
        <pc:spChg chg="mod">
          <ac:chgData name="Margo Bonal" userId="18c9fa0f-b53d-478b-9dc0-6ad88786c19f" providerId="ADAL" clId="{93D479E5-F67F-4B8A-A78F-A0B574A116B6}" dt="2026-04-26T16:30:39.722" v="4343" actId="20577"/>
          <ac:spMkLst>
            <pc:docMk/>
            <pc:sldMk cId="850630602" sldId="257"/>
            <ac:spMk id="3" creationId="{3AD821AA-AA04-E3EB-5027-44FA0EFD591D}"/>
          </ac:spMkLst>
        </pc:spChg>
      </pc:sldChg>
      <pc:sldChg chg="addSp delSp modSp del mod ord modNotesTx">
        <pc:chgData name="Margo Bonal" userId="18c9fa0f-b53d-478b-9dc0-6ad88786c19f" providerId="ADAL" clId="{93D479E5-F67F-4B8A-A78F-A0B574A116B6}" dt="2026-04-27T14:46:00.572" v="5127" actId="2696"/>
        <pc:sldMkLst>
          <pc:docMk/>
          <pc:sldMk cId="3713997872" sldId="259"/>
        </pc:sldMkLst>
        <pc:spChg chg="add mod">
          <ac:chgData name="Margo Bonal" userId="18c9fa0f-b53d-478b-9dc0-6ad88786c19f" providerId="ADAL" clId="{93D479E5-F67F-4B8A-A78F-A0B574A116B6}" dt="2026-04-26T17:04:09.449" v="4980" actId="12788"/>
          <ac:spMkLst>
            <pc:docMk/>
            <pc:sldMk cId="3713997872" sldId="259"/>
            <ac:spMk id="5" creationId="{331CE70E-6CCB-81A3-9CE7-F5BEF0B6CA1C}"/>
          </ac:spMkLst>
        </pc:spChg>
        <pc:picChg chg="add mod">
          <ac:chgData name="Margo Bonal" userId="18c9fa0f-b53d-478b-9dc0-6ad88786c19f" providerId="ADAL" clId="{93D479E5-F67F-4B8A-A78F-A0B574A116B6}" dt="2026-04-26T17:04:14.416" v="4981" actId="12788"/>
          <ac:picMkLst>
            <pc:docMk/>
            <pc:sldMk cId="3713997872" sldId="259"/>
            <ac:picMk id="9" creationId="{5C02B36E-6D51-126E-4A69-0F52E1A3FB24}"/>
          </ac:picMkLst>
        </pc:picChg>
      </pc:sldChg>
      <pc:sldChg chg="addSp delSp modSp del mod ord">
        <pc:chgData name="Margo Bonal" userId="18c9fa0f-b53d-478b-9dc0-6ad88786c19f" providerId="ADAL" clId="{93D479E5-F67F-4B8A-A78F-A0B574A116B6}" dt="2026-04-26T16:47:25.839" v="4794" actId="2696"/>
        <pc:sldMkLst>
          <pc:docMk/>
          <pc:sldMk cId="2561402868" sldId="264"/>
        </pc:sldMkLst>
      </pc:sldChg>
      <pc:sldChg chg="addSp delSp modSp new mod ord setBg">
        <pc:chgData name="Margo Bonal" userId="18c9fa0f-b53d-478b-9dc0-6ad88786c19f" providerId="ADAL" clId="{93D479E5-F67F-4B8A-A78F-A0B574A116B6}" dt="2026-04-26T17:04:28.640" v="4983" actId="2062"/>
        <pc:sldMkLst>
          <pc:docMk/>
          <pc:sldMk cId="606434410" sldId="275"/>
        </pc:sldMkLst>
        <pc:spChg chg="mod">
          <ac:chgData name="Margo Bonal" userId="18c9fa0f-b53d-478b-9dc0-6ad88786c19f" providerId="ADAL" clId="{93D479E5-F67F-4B8A-A78F-A0B574A116B6}" dt="2026-03-30T22:19:34.831" v="2804" actId="1076"/>
          <ac:spMkLst>
            <pc:docMk/>
            <pc:sldMk cId="606434410" sldId="275"/>
            <ac:spMk id="2" creationId="{D6C076D5-0B0F-A0A5-DAB4-A94391E22A71}"/>
          </ac:spMkLst>
        </pc:spChg>
        <pc:spChg chg="add mod">
          <ac:chgData name="Margo Bonal" userId="18c9fa0f-b53d-478b-9dc0-6ad88786c19f" providerId="ADAL" clId="{93D479E5-F67F-4B8A-A78F-A0B574A116B6}" dt="2026-04-09T13:35:53.927" v="3822" actId="1076"/>
          <ac:spMkLst>
            <pc:docMk/>
            <pc:sldMk cId="606434410" sldId="275"/>
            <ac:spMk id="3" creationId="{5BA1FDAB-BF64-1FC7-8CE6-75537E5CD8D5}"/>
          </ac:spMkLst>
        </pc:spChg>
        <pc:spChg chg="add">
          <ac:chgData name="Margo Bonal" userId="18c9fa0f-b53d-478b-9dc0-6ad88786c19f" providerId="ADAL" clId="{93D479E5-F67F-4B8A-A78F-A0B574A116B6}" dt="2026-03-30T22:06:38.945" v="2506" actId="26606"/>
          <ac:spMkLst>
            <pc:docMk/>
            <pc:sldMk cId="606434410" sldId="275"/>
            <ac:spMk id="20" creationId="{AE2B703B-46F9-481A-A605-82E2A828C4FA}"/>
          </ac:spMkLst>
        </pc:spChg>
        <pc:spChg chg="add">
          <ac:chgData name="Margo Bonal" userId="18c9fa0f-b53d-478b-9dc0-6ad88786c19f" providerId="ADAL" clId="{93D479E5-F67F-4B8A-A78F-A0B574A116B6}" dt="2026-03-30T22:06:38.945" v="2506" actId="26606"/>
          <ac:spMkLst>
            <pc:docMk/>
            <pc:sldMk cId="606434410" sldId="275"/>
            <ac:spMk id="22" creationId="{F13BE4D7-0C3D-4906-B230-A1C5B4665CCF}"/>
          </ac:spMkLst>
        </pc:spChg>
        <pc:graphicFrameChg chg="add mod modGraphic">
          <ac:chgData name="Margo Bonal" userId="18c9fa0f-b53d-478b-9dc0-6ad88786c19f" providerId="ADAL" clId="{93D479E5-F67F-4B8A-A78F-A0B574A116B6}" dt="2026-04-26T17:04:28.640" v="4983" actId="2062"/>
          <ac:graphicFrameMkLst>
            <pc:docMk/>
            <pc:sldMk cId="606434410" sldId="275"/>
            <ac:graphicFrameMk id="6" creationId="{27EACA2E-750E-36F7-A7AE-14DB1D64E678}"/>
          </ac:graphicFrameMkLst>
        </pc:graphicFrameChg>
      </pc:sldChg>
      <pc:sldChg chg="addSp delSp modSp new mod setBg">
        <pc:chgData name="Margo Bonal" userId="18c9fa0f-b53d-478b-9dc0-6ad88786c19f" providerId="ADAL" clId="{93D479E5-F67F-4B8A-A78F-A0B574A116B6}" dt="2026-04-27T14:45:54.991" v="5126" actId="1076"/>
        <pc:sldMkLst>
          <pc:docMk/>
          <pc:sldMk cId="3773506301" sldId="278"/>
        </pc:sldMkLst>
        <pc:spChg chg="mod">
          <ac:chgData name="Margo Bonal" userId="18c9fa0f-b53d-478b-9dc0-6ad88786c19f" providerId="ADAL" clId="{93D479E5-F67F-4B8A-A78F-A0B574A116B6}" dt="2026-04-23T17:13:58.580" v="4080" actId="14100"/>
          <ac:spMkLst>
            <pc:docMk/>
            <pc:sldMk cId="3773506301" sldId="278"/>
            <ac:spMk id="2" creationId="{153C799C-4835-C8CB-B090-70E82B558CED}"/>
          </ac:spMkLst>
        </pc:spChg>
        <pc:spChg chg="add mod">
          <ac:chgData name="Margo Bonal" userId="18c9fa0f-b53d-478b-9dc0-6ad88786c19f" providerId="ADAL" clId="{93D479E5-F67F-4B8A-A78F-A0B574A116B6}" dt="2026-04-27T14:45:54.991" v="5126" actId="1076"/>
          <ac:spMkLst>
            <pc:docMk/>
            <pc:sldMk cId="3773506301" sldId="278"/>
            <ac:spMk id="4" creationId="{775C55BB-9710-DB80-2B60-61751DAB9AD6}"/>
          </ac:spMkLst>
        </pc:spChg>
        <pc:spChg chg="add">
          <ac:chgData name="Margo Bonal" userId="18c9fa0f-b53d-478b-9dc0-6ad88786c19f" providerId="ADAL" clId="{93D479E5-F67F-4B8A-A78F-A0B574A116B6}" dt="2026-04-09T12:36:42.341" v="2851" actId="26606"/>
          <ac:spMkLst>
            <pc:docMk/>
            <pc:sldMk cId="3773506301" sldId="278"/>
            <ac:spMk id="12" creationId="{74751229-0244-4FBB-BED1-407467F4C951}"/>
          </ac:spMkLst>
        </pc:spChg>
        <pc:picChg chg="add mod">
          <ac:chgData name="Margo Bonal" userId="18c9fa0f-b53d-478b-9dc0-6ad88786c19f" providerId="ADAL" clId="{93D479E5-F67F-4B8A-A78F-A0B574A116B6}" dt="2026-04-23T17:13:46.005" v="4075" actId="1076"/>
          <ac:picMkLst>
            <pc:docMk/>
            <pc:sldMk cId="3773506301" sldId="278"/>
            <ac:picMk id="7" creationId="{69A52293-75E5-359D-7395-51D899F9087B}"/>
          </ac:picMkLst>
        </pc:picChg>
        <pc:picChg chg="add">
          <ac:chgData name="Margo Bonal" userId="18c9fa0f-b53d-478b-9dc0-6ad88786c19f" providerId="ADAL" clId="{93D479E5-F67F-4B8A-A78F-A0B574A116B6}" dt="2026-04-09T12:36:42.341" v="2851" actId="26606"/>
          <ac:picMkLst>
            <pc:docMk/>
            <pc:sldMk cId="3773506301" sldId="278"/>
            <ac:picMk id="9" creationId="{F1648FD1-EAB6-4C51-B9EC-A31CFF67AC7F}"/>
          </ac:picMkLst>
        </pc:picChg>
      </pc:sldChg>
      <pc:sldChg chg="addSp delSp modSp new mod setBg">
        <pc:chgData name="Margo Bonal" userId="18c9fa0f-b53d-478b-9dc0-6ad88786c19f" providerId="ADAL" clId="{93D479E5-F67F-4B8A-A78F-A0B574A116B6}" dt="2026-04-09T13:07:04.833" v="3109" actId="1076"/>
        <pc:sldMkLst>
          <pc:docMk/>
          <pc:sldMk cId="532806018" sldId="279"/>
        </pc:sldMkLst>
        <pc:spChg chg="mod">
          <ac:chgData name="Margo Bonal" userId="18c9fa0f-b53d-478b-9dc0-6ad88786c19f" providerId="ADAL" clId="{93D479E5-F67F-4B8A-A78F-A0B574A116B6}" dt="2026-04-09T13:07:04.833" v="3109" actId="1076"/>
          <ac:spMkLst>
            <pc:docMk/>
            <pc:sldMk cId="532806018" sldId="279"/>
            <ac:spMk id="2" creationId="{255BA779-BC14-3414-2543-22E141EF061A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39" creationId="{1A3C89F8-0D2F-47FF-B903-151248265F47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0" creationId="{C5CB530E-515E-412C-9DF1-5F8FFBD6F383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1" creationId="{712D4376-A578-4FF1-94FC-245E7A6A489F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2" creationId="{AEA7509D-F04F-40CB-A0B3-EEF16499CC9F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4" creationId="{508BEF50-7B1E-49A4-BC19-5F4F1D755E64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5" creationId="{3FBAD350-5664-4811-A208-657FB882D350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6" creationId="{C39ADB8F-D187-49D7-BDCF-C1B6DC727068}"/>
          </ac:spMkLst>
        </pc:spChg>
        <pc:cxnChg chg="add">
          <ac:chgData name="Margo Bonal" userId="18c9fa0f-b53d-478b-9dc0-6ad88786c19f" providerId="ADAL" clId="{93D479E5-F67F-4B8A-A78F-A0B574A116B6}" dt="2026-04-09T13:06:45.235" v="3104" actId="26606"/>
          <ac:cxnSpMkLst>
            <pc:docMk/>
            <pc:sldMk cId="532806018" sldId="279"/>
            <ac:cxnSpMk id="43" creationId="{56020367-4FD5-4596-8E10-C5F095CD8DBF}"/>
          </ac:cxnSpMkLst>
        </pc:cxnChg>
      </pc:sldChg>
      <pc:sldChg chg="addSp delSp modSp new add del mod setBg modNotesTx">
        <pc:chgData name="Margo Bonal" userId="18c9fa0f-b53d-478b-9dc0-6ad88786c19f" providerId="ADAL" clId="{93D479E5-F67F-4B8A-A78F-A0B574A116B6}" dt="2026-04-26T16:51:31.687" v="4798" actId="1076"/>
        <pc:sldMkLst>
          <pc:docMk/>
          <pc:sldMk cId="2474028920" sldId="280"/>
        </pc:sldMkLst>
        <pc:spChg chg="mod">
          <ac:chgData name="Margo Bonal" userId="18c9fa0f-b53d-478b-9dc0-6ad88786c19f" providerId="ADAL" clId="{93D479E5-F67F-4B8A-A78F-A0B574A116B6}" dt="2026-04-26T16:51:31.687" v="4798" actId="1076"/>
          <ac:spMkLst>
            <pc:docMk/>
            <pc:sldMk cId="2474028920" sldId="280"/>
            <ac:spMk id="2" creationId="{B666C79B-15BD-0F1D-9881-740DA4CFFAB2}"/>
          </ac:spMkLst>
        </pc:spChg>
        <pc:spChg chg="add mod">
          <ac:chgData name="Margo Bonal" userId="18c9fa0f-b53d-478b-9dc0-6ad88786c19f" providerId="ADAL" clId="{93D479E5-F67F-4B8A-A78F-A0B574A116B6}" dt="2026-04-26T16:36:09.310" v="4484" actId="1076"/>
          <ac:spMkLst>
            <pc:docMk/>
            <pc:sldMk cId="2474028920" sldId="280"/>
            <ac:spMk id="22" creationId="{7FAD17A6-5A1B-5F9E-E46E-28CA7E15F090}"/>
          </ac:spMkLst>
        </pc:spChg>
        <pc:spChg chg="add del mod">
          <ac:chgData name="Margo Bonal" userId="18c9fa0f-b53d-478b-9dc0-6ad88786c19f" providerId="ADAL" clId="{93D479E5-F67F-4B8A-A78F-A0B574A116B6}" dt="2026-04-26T16:35:46.038" v="4443" actId="22"/>
          <ac:spMkLst>
            <pc:docMk/>
            <pc:sldMk cId="2474028920" sldId="280"/>
            <ac:spMk id="24" creationId="{E29A42EA-BF24-15B4-8364-71EF1EADD960}"/>
          </ac:spMkLst>
        </pc:spChg>
        <pc:spChg chg="add mod">
          <ac:chgData name="Margo Bonal" userId="18c9fa0f-b53d-478b-9dc0-6ad88786c19f" providerId="ADAL" clId="{93D479E5-F67F-4B8A-A78F-A0B574A116B6}" dt="2026-04-26T16:36:27.194" v="4502" actId="1076"/>
          <ac:spMkLst>
            <pc:docMk/>
            <pc:sldMk cId="2474028920" sldId="280"/>
            <ac:spMk id="25" creationId="{7AFB9D5F-AD5D-E4A9-2B26-50568CF5F6BF}"/>
          </ac:spMkLst>
        </pc:spChg>
        <pc:spChg chg="add del mod">
          <ac:chgData name="Margo Bonal" userId="18c9fa0f-b53d-478b-9dc0-6ad88786c19f" providerId="ADAL" clId="{93D479E5-F67F-4B8A-A78F-A0B574A116B6}" dt="2026-04-26T16:36:47.921" v="4506" actId="478"/>
          <ac:spMkLst>
            <pc:docMk/>
            <pc:sldMk cId="2474028920" sldId="280"/>
            <ac:spMk id="26" creationId="{ADC73BA3-4C0F-5B32-373E-8E18596CBB51}"/>
          </ac:spMkLst>
        </pc:spChg>
        <pc:spChg chg="add del mod">
          <ac:chgData name="Margo Bonal" userId="18c9fa0f-b53d-478b-9dc0-6ad88786c19f" providerId="ADAL" clId="{93D479E5-F67F-4B8A-A78F-A0B574A116B6}" dt="2026-04-26T16:36:49.399" v="4507" actId="478"/>
          <ac:spMkLst>
            <pc:docMk/>
            <pc:sldMk cId="2474028920" sldId="280"/>
            <ac:spMk id="27" creationId="{53AF4371-CFC0-5779-BA46-8CE7B2D4B25E}"/>
          </ac:spMkLst>
        </pc:spChg>
        <pc:spChg chg="add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41" creationId="{4E130362-2F35-4AB7-9EA5-DBC0F771A58D}"/>
          </ac:spMkLst>
        </pc:spChg>
        <pc:spChg chg="add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42" creationId="{56BE988C-7A5B-41EC-A46C-AEA93D8D32FD}"/>
          </ac:spMkLst>
        </pc:spChg>
        <pc:spChg chg="add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43" creationId="{E3CB1EC0-40A9-4D5E-B7E2-6E3423CE28B2}"/>
          </ac:spMkLst>
        </pc:spChg>
        <pc:spChg chg="add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44" creationId="{DCBE52EF-2889-423F-947C-0E44A760D696}"/>
          </ac:spMkLst>
        </pc:spChg>
        <pc:picChg chg="add mod">
          <ac:chgData name="Margo Bonal" userId="18c9fa0f-b53d-478b-9dc0-6ad88786c19f" providerId="ADAL" clId="{93D479E5-F67F-4B8A-A78F-A0B574A116B6}" dt="2026-04-26T16:38:14.935" v="4546" actId="1076"/>
          <ac:picMkLst>
            <pc:docMk/>
            <pc:sldMk cId="2474028920" sldId="280"/>
            <ac:picMk id="3" creationId="{0F1D920F-0BAE-D0DE-A928-BA4537274DDF}"/>
          </ac:picMkLst>
        </pc:picChg>
        <pc:picChg chg="add mod ord">
          <ac:chgData name="Margo Bonal" userId="18c9fa0f-b53d-478b-9dc0-6ad88786c19f" providerId="ADAL" clId="{93D479E5-F67F-4B8A-A78F-A0B574A116B6}" dt="2026-04-26T16:37:40.547" v="4513" actId="1076"/>
          <ac:picMkLst>
            <pc:docMk/>
            <pc:sldMk cId="2474028920" sldId="280"/>
            <ac:picMk id="4" creationId="{EDFBADEB-616D-34B9-5432-DC7881488B99}"/>
          </ac:picMkLst>
        </pc:picChg>
        <pc:picChg chg="add mod">
          <ac:chgData name="Margo Bonal" userId="18c9fa0f-b53d-478b-9dc0-6ad88786c19f" providerId="ADAL" clId="{93D479E5-F67F-4B8A-A78F-A0B574A116B6}" dt="2026-04-26T16:33:51.735" v="4414" actId="1076"/>
          <ac:picMkLst>
            <pc:docMk/>
            <pc:sldMk cId="2474028920" sldId="280"/>
            <ac:picMk id="5" creationId="{6FFB3FA8-3C5A-C5BD-77A6-08D932D39EC5}"/>
          </ac:picMkLst>
        </pc:picChg>
        <pc:picChg chg="add mod">
          <ac:chgData name="Margo Bonal" userId="18c9fa0f-b53d-478b-9dc0-6ad88786c19f" providerId="ADAL" clId="{93D479E5-F67F-4B8A-A78F-A0B574A116B6}" dt="2026-04-26T16:36:37.249" v="4504" actId="1076"/>
          <ac:picMkLst>
            <pc:docMk/>
            <pc:sldMk cId="2474028920" sldId="280"/>
            <ac:picMk id="6" creationId="{B8F60341-51FB-4BA3-3CDA-6A5D89CF768D}"/>
          </ac:picMkLst>
        </pc:picChg>
        <pc:picChg chg="add mod ord">
          <ac:chgData name="Margo Bonal" userId="18c9fa0f-b53d-478b-9dc0-6ad88786c19f" providerId="ADAL" clId="{93D479E5-F67F-4B8A-A78F-A0B574A116B6}" dt="2026-04-26T16:37:28.699" v="4512" actId="14100"/>
          <ac:picMkLst>
            <pc:docMk/>
            <pc:sldMk cId="2474028920" sldId="280"/>
            <ac:picMk id="7" creationId="{9E248987-0EF8-5FE1-35CE-14FB215C9B88}"/>
          </ac:picMkLst>
        </pc:picChg>
        <pc:picChg chg="add mod">
          <ac:chgData name="Margo Bonal" userId="18c9fa0f-b53d-478b-9dc0-6ad88786c19f" providerId="ADAL" clId="{93D479E5-F67F-4B8A-A78F-A0B574A116B6}" dt="2026-04-26T16:47:59.055" v="4796" actId="1076"/>
          <ac:picMkLst>
            <pc:docMk/>
            <pc:sldMk cId="2474028920" sldId="280"/>
            <ac:picMk id="34" creationId="{98BA255F-08BA-94A9-573F-FE9058737007}"/>
          </ac:picMkLst>
        </pc:picChg>
        <pc:picChg chg="add mod">
          <ac:chgData name="Margo Bonal" userId="18c9fa0f-b53d-478b-9dc0-6ad88786c19f" providerId="ADAL" clId="{93D479E5-F67F-4B8A-A78F-A0B574A116B6}" dt="2026-04-26T16:47:55.433" v="4795" actId="1076"/>
          <ac:picMkLst>
            <pc:docMk/>
            <pc:sldMk cId="2474028920" sldId="280"/>
            <ac:picMk id="35" creationId="{7E8FBC7B-AD22-F720-9253-EECA12A72CE3}"/>
          </ac:picMkLst>
        </pc:picChg>
        <pc:picChg chg="add mod">
          <ac:chgData name="Margo Bonal" userId="18c9fa0f-b53d-478b-9dc0-6ad88786c19f" providerId="ADAL" clId="{93D479E5-F67F-4B8A-A78F-A0B574A116B6}" dt="2026-04-26T16:34:45.732" v="4426" actId="1076"/>
          <ac:picMkLst>
            <pc:docMk/>
            <pc:sldMk cId="2474028920" sldId="280"/>
            <ac:picMk id="1026" creationId="{2E1208C8-1A6E-954B-A208-EDC39F261D22}"/>
          </ac:picMkLst>
        </pc:picChg>
        <pc:cxnChg chg="add mod">
          <ac:chgData name="Margo Bonal" userId="18c9fa0f-b53d-478b-9dc0-6ad88786c19f" providerId="ADAL" clId="{93D479E5-F67F-4B8A-A78F-A0B574A116B6}" dt="2026-04-26T16:33:50.058" v="4413" actId="1076"/>
          <ac:cxnSpMkLst>
            <pc:docMk/>
            <pc:sldMk cId="2474028920" sldId="280"/>
            <ac:cxnSpMk id="9" creationId="{70AC5EBD-62E4-C69C-2BB5-997B330BDA87}"/>
          </ac:cxnSpMkLst>
        </pc:cxnChg>
        <pc:cxnChg chg="add del mod">
          <ac:chgData name="Margo Bonal" userId="18c9fa0f-b53d-478b-9dc0-6ad88786c19f" providerId="ADAL" clId="{93D479E5-F67F-4B8A-A78F-A0B574A116B6}" dt="2026-04-26T16:32:51.401" v="4382" actId="478"/>
          <ac:cxnSpMkLst>
            <pc:docMk/>
            <pc:sldMk cId="2474028920" sldId="280"/>
            <ac:cxnSpMk id="10" creationId="{E5949EF5-AE6D-5F3E-B590-ABD1A02D57D7}"/>
          </ac:cxnSpMkLst>
        </pc:cxnChg>
        <pc:cxnChg chg="add del mod">
          <ac:chgData name="Margo Bonal" userId="18c9fa0f-b53d-478b-9dc0-6ad88786c19f" providerId="ADAL" clId="{93D479E5-F67F-4B8A-A78F-A0B574A116B6}" dt="2026-04-26T16:32:53.254" v="4384" actId="478"/>
          <ac:cxnSpMkLst>
            <pc:docMk/>
            <pc:sldMk cId="2474028920" sldId="280"/>
            <ac:cxnSpMk id="12" creationId="{2857E2AF-C913-8643-3C10-F26727BA13EF}"/>
          </ac:cxnSpMkLst>
        </pc:cxnChg>
        <pc:cxnChg chg="add mod">
          <ac:chgData name="Margo Bonal" userId="18c9fa0f-b53d-478b-9dc0-6ad88786c19f" providerId="ADAL" clId="{93D479E5-F67F-4B8A-A78F-A0B574A116B6}" dt="2026-04-26T16:34:32.811" v="4423" actId="11529"/>
          <ac:cxnSpMkLst>
            <pc:docMk/>
            <pc:sldMk cId="2474028920" sldId="280"/>
            <ac:cxnSpMk id="13" creationId="{3B1485F4-61C0-2A9F-E78F-821645C5DC3A}"/>
          </ac:cxnSpMkLst>
        </pc:cxnChg>
        <pc:cxnChg chg="add del mod">
          <ac:chgData name="Margo Bonal" userId="18c9fa0f-b53d-478b-9dc0-6ad88786c19f" providerId="ADAL" clId="{93D479E5-F67F-4B8A-A78F-A0B574A116B6}" dt="2026-04-26T16:32:55.117" v="4386" actId="478"/>
          <ac:cxnSpMkLst>
            <pc:docMk/>
            <pc:sldMk cId="2474028920" sldId="280"/>
            <ac:cxnSpMk id="14" creationId="{CFE484F3-5341-B9D7-4F0A-C750590F5DB6}"/>
          </ac:cxnSpMkLst>
        </pc:cxnChg>
        <pc:cxnChg chg="add mod">
          <ac:chgData name="Margo Bonal" userId="18c9fa0f-b53d-478b-9dc0-6ad88786c19f" providerId="ADAL" clId="{93D479E5-F67F-4B8A-A78F-A0B574A116B6}" dt="2026-04-26T16:35:25.869" v="4436" actId="14100"/>
          <ac:cxnSpMkLst>
            <pc:docMk/>
            <pc:sldMk cId="2474028920" sldId="280"/>
            <ac:cxnSpMk id="16" creationId="{C6168DAA-57D5-F67A-8E45-47609ECEA1EB}"/>
          </ac:cxnSpMkLst>
        </pc:cxnChg>
        <pc:cxnChg chg="add del mod">
          <ac:chgData name="Margo Bonal" userId="18c9fa0f-b53d-478b-9dc0-6ad88786c19f" providerId="ADAL" clId="{93D479E5-F67F-4B8A-A78F-A0B574A116B6}" dt="2026-04-26T16:32:52.374" v="4383" actId="478"/>
          <ac:cxnSpMkLst>
            <pc:docMk/>
            <pc:sldMk cId="2474028920" sldId="280"/>
            <ac:cxnSpMk id="17" creationId="{52BA5BBC-D55A-B272-2281-62C56F5EC677}"/>
          </ac:cxnSpMkLst>
        </pc:cxnChg>
        <pc:cxnChg chg="add">
          <ac:chgData name="Margo Bonal" userId="18c9fa0f-b53d-478b-9dc0-6ad88786c19f" providerId="ADAL" clId="{93D479E5-F67F-4B8A-A78F-A0B574A116B6}" dt="2026-04-26T16:35:22.689" v="4435" actId="11529"/>
          <ac:cxnSpMkLst>
            <pc:docMk/>
            <pc:sldMk cId="2474028920" sldId="280"/>
            <ac:cxnSpMk id="19" creationId="{A7614C4A-2D48-3EEF-16A8-FE61D1EA430E}"/>
          </ac:cxnSpMkLst>
        </pc:cxnChg>
        <pc:cxnChg chg="add del mod">
          <ac:chgData name="Margo Bonal" userId="18c9fa0f-b53d-478b-9dc0-6ad88786c19f" providerId="ADAL" clId="{93D479E5-F67F-4B8A-A78F-A0B574A116B6}" dt="2026-04-26T16:32:54.393" v="4385" actId="478"/>
          <ac:cxnSpMkLst>
            <pc:docMk/>
            <pc:sldMk cId="2474028920" sldId="280"/>
            <ac:cxnSpMk id="21" creationId="{B1176B6A-33EB-4312-63AE-CBEE219BAD08}"/>
          </ac:cxnSpMkLst>
        </pc:cxnChg>
        <pc:cxnChg chg="add del mod">
          <ac:chgData name="Margo Bonal" userId="18c9fa0f-b53d-478b-9dc0-6ad88786c19f" providerId="ADAL" clId="{93D479E5-F67F-4B8A-A78F-A0B574A116B6}" dt="2026-04-26T16:37:05.008" v="4509" actId="478"/>
          <ac:cxnSpMkLst>
            <pc:docMk/>
            <pc:sldMk cId="2474028920" sldId="280"/>
            <ac:cxnSpMk id="29" creationId="{9A06C10C-9AF8-699B-0836-BD6EC620D5B3}"/>
          </ac:cxnSpMkLst>
        </pc:cxnChg>
        <pc:cxnChg chg="add">
          <ac:chgData name="Margo Bonal" userId="18c9fa0f-b53d-478b-9dc0-6ad88786c19f" providerId="ADAL" clId="{93D479E5-F67F-4B8A-A78F-A0B574A116B6}" dt="2026-04-26T16:37:10.470" v="4510" actId="11529"/>
          <ac:cxnSpMkLst>
            <pc:docMk/>
            <pc:sldMk cId="2474028920" sldId="280"/>
            <ac:cxnSpMk id="31" creationId="{7478F9E2-68B0-E0B9-2F1A-8D37959B7621}"/>
          </ac:cxnSpMkLst>
        </pc:cxnChg>
        <pc:cxnChg chg="add">
          <ac:chgData name="Margo Bonal" userId="18c9fa0f-b53d-478b-9dc0-6ad88786c19f" providerId="ADAL" clId="{93D479E5-F67F-4B8A-A78F-A0B574A116B6}" dt="2026-04-26T16:37:23.284" v="4511" actId="11529"/>
          <ac:cxnSpMkLst>
            <pc:docMk/>
            <pc:sldMk cId="2474028920" sldId="280"/>
            <ac:cxnSpMk id="33" creationId="{BFF4208B-98E3-8911-621A-D1AE3AAC81D4}"/>
          </ac:cxnSpMkLst>
        </pc:cxnChg>
      </pc:sldChg>
      <pc:sldChg chg="addSp delSp modSp new mod ord setBg modNotesTx">
        <pc:chgData name="Margo Bonal" userId="18c9fa0f-b53d-478b-9dc0-6ad88786c19f" providerId="ADAL" clId="{93D479E5-F67F-4B8A-A78F-A0B574A116B6}" dt="2026-04-27T14:47:10.514" v="5131" actId="27636"/>
        <pc:sldMkLst>
          <pc:docMk/>
          <pc:sldMk cId="2582527457" sldId="281"/>
        </pc:sldMkLst>
        <pc:spChg chg="mod">
          <ac:chgData name="Margo Bonal" userId="18c9fa0f-b53d-478b-9dc0-6ad88786c19f" providerId="ADAL" clId="{93D479E5-F67F-4B8A-A78F-A0B574A116B6}" dt="2026-04-26T17:04:00.080" v="4979" actId="12788"/>
          <ac:spMkLst>
            <pc:docMk/>
            <pc:sldMk cId="2582527457" sldId="281"/>
            <ac:spMk id="2" creationId="{E518CE02-C586-54B8-3A67-74E2C0971911}"/>
          </ac:spMkLst>
        </pc:spChg>
        <pc:spChg chg="add del mod">
          <ac:chgData name="Margo Bonal" userId="18c9fa0f-b53d-478b-9dc0-6ad88786c19f" providerId="ADAL" clId="{93D479E5-F67F-4B8A-A78F-A0B574A116B6}" dt="2026-04-27T14:47:10.514" v="5131" actId="27636"/>
          <ac:spMkLst>
            <pc:docMk/>
            <pc:sldMk cId="2582527457" sldId="281"/>
            <ac:spMk id="3" creationId="{88E87286-C813-E53C-8EAF-C70AA9478D5A}"/>
          </ac:spMkLst>
        </pc:spChg>
        <pc:spChg chg="add">
          <ac:chgData name="Margo Bonal" userId="18c9fa0f-b53d-478b-9dc0-6ad88786c19f" providerId="ADAL" clId="{93D479E5-F67F-4B8A-A78F-A0B574A116B6}" dt="2026-04-09T13:28:52.291" v="3687" actId="26606"/>
          <ac:spMkLst>
            <pc:docMk/>
            <pc:sldMk cId="2582527457" sldId="281"/>
            <ac:spMk id="45" creationId="{9C7E0A2C-7C0A-4AAC-B3B0-6C12B2EBAE05}"/>
          </ac:spMkLst>
        </pc:spChg>
        <pc:spChg chg="add">
          <ac:chgData name="Margo Bonal" userId="18c9fa0f-b53d-478b-9dc0-6ad88786c19f" providerId="ADAL" clId="{93D479E5-F67F-4B8A-A78F-A0B574A116B6}" dt="2026-04-09T13:28:52.291" v="3687" actId="26606"/>
          <ac:spMkLst>
            <pc:docMk/>
            <pc:sldMk cId="2582527457" sldId="281"/>
            <ac:spMk id="47" creationId="{5EB7D2A2-F448-44D4-938C-DC84CBCB3B1E}"/>
          </ac:spMkLst>
        </pc:spChg>
        <pc:spChg chg="add">
          <ac:chgData name="Margo Bonal" userId="18c9fa0f-b53d-478b-9dc0-6ad88786c19f" providerId="ADAL" clId="{93D479E5-F67F-4B8A-A78F-A0B574A116B6}" dt="2026-04-09T13:28:52.291" v="3687" actId="26606"/>
          <ac:spMkLst>
            <pc:docMk/>
            <pc:sldMk cId="2582527457" sldId="281"/>
            <ac:spMk id="49" creationId="{871AEA07-1E14-44B4-8E55-64EF049CD66F}"/>
          </ac:spMkLst>
        </pc:spChg>
        <pc:cxnChg chg="add">
          <ac:chgData name="Margo Bonal" userId="18c9fa0f-b53d-478b-9dc0-6ad88786c19f" providerId="ADAL" clId="{93D479E5-F67F-4B8A-A78F-A0B574A116B6}" dt="2026-04-09T13:28:52.291" v="3687" actId="26606"/>
          <ac:cxnSpMkLst>
            <pc:docMk/>
            <pc:sldMk cId="2582527457" sldId="281"/>
            <ac:cxnSpMk id="51" creationId="{F7C8EA93-3210-4C62-99E9-153C275E3A87}"/>
          </ac:cxnSpMkLst>
        </pc:cxnChg>
      </pc:sldChg>
      <pc:sldChg chg="modSp mod">
        <pc:chgData name="Margo Bonal" userId="18c9fa0f-b53d-478b-9dc0-6ad88786c19f" providerId="ADAL" clId="{93D479E5-F67F-4B8A-A78F-A0B574A116B6}" dt="2026-04-26T17:04:36.069" v="4985" actId="12788"/>
        <pc:sldMkLst>
          <pc:docMk/>
          <pc:sldMk cId="294120850" sldId="286"/>
        </pc:sldMkLst>
        <pc:spChg chg="mod">
          <ac:chgData name="Margo Bonal" userId="18c9fa0f-b53d-478b-9dc0-6ad88786c19f" providerId="ADAL" clId="{93D479E5-F67F-4B8A-A78F-A0B574A116B6}" dt="2026-04-26T17:04:36.069" v="4985" actId="12788"/>
          <ac:spMkLst>
            <pc:docMk/>
            <pc:sldMk cId="294120850" sldId="286"/>
            <ac:spMk id="5" creationId="{8C93D68C-FF1A-6AAA-C0E9-D935E871DF40}"/>
          </ac:spMkLst>
        </pc:spChg>
      </pc:sldChg>
      <pc:sldChg chg="addSp modSp add mod ord">
        <pc:chgData name="Margo Bonal" userId="18c9fa0f-b53d-478b-9dc0-6ad88786c19f" providerId="ADAL" clId="{93D479E5-F67F-4B8A-A78F-A0B574A116B6}" dt="2026-04-26T17:19:50.339" v="5049" actId="1440"/>
        <pc:sldMkLst>
          <pc:docMk/>
          <pc:sldMk cId="265386158" sldId="287"/>
        </pc:sldMkLst>
        <pc:picChg chg="add mod">
          <ac:chgData name="Margo Bonal" userId="18c9fa0f-b53d-478b-9dc0-6ad88786c19f" providerId="ADAL" clId="{93D479E5-F67F-4B8A-A78F-A0B574A116B6}" dt="2026-04-26T17:19:50.339" v="5049" actId="1440"/>
          <ac:picMkLst>
            <pc:docMk/>
            <pc:sldMk cId="265386158" sldId="287"/>
            <ac:picMk id="5" creationId="{2767CB78-64EF-6560-F3A9-381D5C790395}"/>
          </ac:picMkLst>
        </pc:picChg>
      </pc:sldChg>
      <pc:sldChg chg="addSp delSp modSp add del mod addAnim delAnim modAnim">
        <pc:chgData name="Margo Bonal" userId="18c9fa0f-b53d-478b-9dc0-6ad88786c19f" providerId="ADAL" clId="{93D479E5-F67F-4B8A-A78F-A0B574A116B6}" dt="2026-04-26T16:59:43.426" v="4880" actId="2696"/>
        <pc:sldMkLst>
          <pc:docMk/>
          <pc:sldMk cId="2164352191" sldId="287"/>
        </pc:sldMkLst>
        <pc:spChg chg="mod">
          <ac:chgData name="Margo Bonal" userId="18c9fa0f-b53d-478b-9dc0-6ad88786c19f" providerId="ADAL" clId="{93D479E5-F67F-4B8A-A78F-A0B574A116B6}" dt="2026-04-26T16:59:00.437" v="4879" actId="403"/>
          <ac:spMkLst>
            <pc:docMk/>
            <pc:sldMk cId="2164352191" sldId="287"/>
            <ac:spMk id="2" creationId="{8DE938C3-0014-EE81-21DA-EA15EFFC91FF}"/>
          </ac:spMkLst>
        </pc:spChg>
        <pc:spChg chg="mod">
          <ac:chgData name="Margo Bonal" userId="18c9fa0f-b53d-478b-9dc0-6ad88786c19f" providerId="ADAL" clId="{93D479E5-F67F-4B8A-A78F-A0B574A116B6}" dt="2026-04-26T16:57:24.766" v="4866" actId="26606"/>
          <ac:spMkLst>
            <pc:docMk/>
            <pc:sldMk cId="2164352191" sldId="287"/>
            <ac:spMk id="3" creationId="{4171B344-107C-9025-D164-DBCBE918817E}"/>
          </ac:spMkLst>
        </pc:spChg>
        <pc:spChg chg="mod ord">
          <ac:chgData name="Margo Bonal" userId="18c9fa0f-b53d-478b-9dc0-6ad88786c19f" providerId="ADAL" clId="{93D479E5-F67F-4B8A-A78F-A0B574A116B6}" dt="2026-04-26T16:57:24.766" v="4866" actId="26606"/>
          <ac:spMkLst>
            <pc:docMk/>
            <pc:sldMk cId="2164352191" sldId="287"/>
            <ac:spMk id="4" creationId="{0998A8C6-9B8A-7538-DCC5-2BF9B8FF576D}"/>
          </ac:spMkLst>
        </pc:spChg>
        <pc:spChg chg="add del">
          <ac:chgData name="Margo Bonal" userId="18c9fa0f-b53d-478b-9dc0-6ad88786c19f" providerId="ADAL" clId="{93D479E5-F67F-4B8A-A78F-A0B574A116B6}" dt="2026-04-26T16:56:50.545" v="4857" actId="26606"/>
          <ac:spMkLst>
            <pc:docMk/>
            <pc:sldMk cId="2164352191" sldId="287"/>
            <ac:spMk id="20" creationId="{0B29D301-BBBC-68CF-3675-5846A3B47ED8}"/>
          </ac:spMkLst>
        </pc:spChg>
        <pc:spChg chg="add del">
          <ac:chgData name="Margo Bonal" userId="18c9fa0f-b53d-478b-9dc0-6ad88786c19f" providerId="ADAL" clId="{93D479E5-F67F-4B8A-A78F-A0B574A116B6}" dt="2026-04-26T16:56:50.545" v="4857" actId="26606"/>
          <ac:spMkLst>
            <pc:docMk/>
            <pc:sldMk cId="2164352191" sldId="287"/>
            <ac:spMk id="21" creationId="{CDFD3F2E-376B-1B96-AF5D-5AC07ED4F57D}"/>
          </ac:spMkLst>
        </pc:spChg>
        <pc:spChg chg="add del">
          <ac:chgData name="Margo Bonal" userId="18c9fa0f-b53d-478b-9dc0-6ad88786c19f" providerId="ADAL" clId="{93D479E5-F67F-4B8A-A78F-A0B574A116B6}" dt="2026-04-26T16:56:50.545" v="4857" actId="26606"/>
          <ac:spMkLst>
            <pc:docMk/>
            <pc:sldMk cId="2164352191" sldId="287"/>
            <ac:spMk id="22" creationId="{E23AA7D5-11F3-6B9B-C9C8-6466DBEB86DA}"/>
          </ac:spMkLst>
        </pc:spChg>
        <pc:spChg chg="add del">
          <ac:chgData name="Margo Bonal" userId="18c9fa0f-b53d-478b-9dc0-6ad88786c19f" providerId="ADAL" clId="{93D479E5-F67F-4B8A-A78F-A0B574A116B6}" dt="2026-04-26T16:56:08.412" v="4836" actId="26606"/>
          <ac:spMkLst>
            <pc:docMk/>
            <pc:sldMk cId="2164352191" sldId="287"/>
            <ac:spMk id="27" creationId="{91DC6ABD-215C-4EA8-A483-CEF5B99AB385}"/>
          </ac:spMkLst>
        </pc:spChg>
        <pc:spChg chg="add del">
          <ac:chgData name="Margo Bonal" userId="18c9fa0f-b53d-478b-9dc0-6ad88786c19f" providerId="ADAL" clId="{93D479E5-F67F-4B8A-A78F-A0B574A116B6}" dt="2026-04-26T16:56:08.412" v="4836" actId="26606"/>
          <ac:spMkLst>
            <pc:docMk/>
            <pc:sldMk cId="2164352191" sldId="287"/>
            <ac:spMk id="33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6:11.362" v="4840" actId="26606"/>
          <ac:spMkLst>
            <pc:docMk/>
            <pc:sldMk cId="2164352191" sldId="287"/>
            <ac:spMk id="35" creationId="{DCF72F19-1473-448C-AA14-0CB8AA374CF0}"/>
          </ac:spMkLst>
        </pc:spChg>
        <pc:spChg chg="add del">
          <ac:chgData name="Margo Bonal" userId="18c9fa0f-b53d-478b-9dc0-6ad88786c19f" providerId="ADAL" clId="{93D479E5-F67F-4B8A-A78F-A0B574A116B6}" dt="2026-04-26T16:56:22.977" v="4848" actId="26606"/>
          <ac:spMkLst>
            <pc:docMk/>
            <pc:sldMk cId="2164352191" sldId="287"/>
            <ac:spMk id="37" creationId="{D2929CB1-0E3C-4B2D-ADC5-0154FB33BA44}"/>
          </ac:spMkLst>
        </pc:spChg>
        <pc:spChg chg="add del">
          <ac:chgData name="Margo Bonal" userId="18c9fa0f-b53d-478b-9dc0-6ad88786c19f" providerId="ADAL" clId="{93D479E5-F67F-4B8A-A78F-A0B574A116B6}" dt="2026-04-26T16:56:11.362" v="4840" actId="26606"/>
          <ac:spMkLst>
            <pc:docMk/>
            <pc:sldMk cId="2164352191" sldId="287"/>
            <ac:spMk id="38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6:22.977" v="4848" actId="26606"/>
          <ac:spMkLst>
            <pc:docMk/>
            <pc:sldMk cId="2164352191" sldId="287"/>
            <ac:spMk id="39" creationId="{5F2F0C84-BE8C-4DC2-A6D3-30349A801D5C}"/>
          </ac:spMkLst>
        </pc:spChg>
        <pc:spChg chg="add del">
          <ac:chgData name="Margo Bonal" userId="18c9fa0f-b53d-478b-9dc0-6ad88786c19f" providerId="ADAL" clId="{93D479E5-F67F-4B8A-A78F-A0B574A116B6}" dt="2026-04-26T16:56:14.549" v="4842" actId="26606"/>
          <ac:spMkLst>
            <pc:docMk/>
            <pc:sldMk cId="2164352191" sldId="287"/>
            <ac:spMk id="40" creationId="{91DC6ABD-215C-4EA8-A483-CEF5B99AB385}"/>
          </ac:spMkLst>
        </pc:spChg>
        <pc:spChg chg="add del">
          <ac:chgData name="Margo Bonal" userId="18c9fa0f-b53d-478b-9dc0-6ad88786c19f" providerId="ADAL" clId="{93D479E5-F67F-4B8A-A78F-A0B574A116B6}" dt="2026-04-26T16:56:14.549" v="4842" actId="26606"/>
          <ac:spMkLst>
            <pc:docMk/>
            <pc:sldMk cId="2164352191" sldId="287"/>
            <ac:spMk id="42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6:17.390" v="4844" actId="26606"/>
          <ac:spMkLst>
            <pc:docMk/>
            <pc:sldMk cId="2164352191" sldId="287"/>
            <ac:spMk id="44" creationId="{9180DE06-7362-4888-AADA-7AADD57AC49D}"/>
          </ac:spMkLst>
        </pc:spChg>
        <pc:spChg chg="add del">
          <ac:chgData name="Margo Bonal" userId="18c9fa0f-b53d-478b-9dc0-6ad88786c19f" providerId="ADAL" clId="{93D479E5-F67F-4B8A-A78F-A0B574A116B6}" dt="2026-04-26T16:56:17.390" v="4844" actId="26606"/>
          <ac:spMkLst>
            <pc:docMk/>
            <pc:sldMk cId="2164352191" sldId="287"/>
            <ac:spMk id="47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6:21.256" v="4846" actId="26606"/>
          <ac:spMkLst>
            <pc:docMk/>
            <pc:sldMk cId="2164352191" sldId="287"/>
            <ac:spMk id="49" creationId="{346163D3-B666-4446-84C6-9902EB936B6E}"/>
          </ac:spMkLst>
        </pc:spChg>
        <pc:spChg chg="add del">
          <ac:chgData name="Margo Bonal" userId="18c9fa0f-b53d-478b-9dc0-6ad88786c19f" providerId="ADAL" clId="{93D479E5-F67F-4B8A-A78F-A0B574A116B6}" dt="2026-04-26T16:56:21.256" v="4846" actId="26606"/>
          <ac:spMkLst>
            <pc:docMk/>
            <pc:sldMk cId="2164352191" sldId="287"/>
            <ac:spMk id="51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6:22.977" v="4848" actId="26606"/>
          <ac:spMkLst>
            <pc:docMk/>
            <pc:sldMk cId="2164352191" sldId="287"/>
            <ac:spMk id="53" creationId="{362D44EE-C852-4460-B8B5-C4F2BC20510C}"/>
          </ac:spMkLst>
        </pc:spChg>
        <pc:spChg chg="add del">
          <ac:chgData name="Margo Bonal" userId="18c9fa0f-b53d-478b-9dc0-6ad88786c19f" providerId="ADAL" clId="{93D479E5-F67F-4B8A-A78F-A0B574A116B6}" dt="2026-04-26T16:56:22.977" v="4848" actId="26606"/>
          <ac:spMkLst>
            <pc:docMk/>
            <pc:sldMk cId="2164352191" sldId="287"/>
            <ac:spMk id="56" creationId="{03C2051E-A88D-48E5-BACF-AAED17892722}"/>
          </ac:spMkLst>
        </pc:spChg>
        <pc:spChg chg="add del">
          <ac:chgData name="Margo Bonal" userId="18c9fa0f-b53d-478b-9dc0-6ad88786c19f" providerId="ADAL" clId="{93D479E5-F67F-4B8A-A78F-A0B574A116B6}" dt="2026-04-26T16:56:22.977" v="4848" actId="26606"/>
          <ac:spMkLst>
            <pc:docMk/>
            <pc:sldMk cId="2164352191" sldId="287"/>
            <ac:spMk id="57" creationId="{7821A508-2985-4905-874A-527429BAABFA}"/>
          </ac:spMkLst>
        </pc:spChg>
        <pc:spChg chg="add del">
          <ac:chgData name="Margo Bonal" userId="18c9fa0f-b53d-478b-9dc0-6ad88786c19f" providerId="ADAL" clId="{93D479E5-F67F-4B8A-A78F-A0B574A116B6}" dt="2026-04-26T16:56:24.900" v="4850" actId="26606"/>
          <ac:spMkLst>
            <pc:docMk/>
            <pc:sldMk cId="2164352191" sldId="287"/>
            <ac:spMk id="59" creationId="{A3363022-C969-41E9-8EB2-E4C94908C1FA}"/>
          </ac:spMkLst>
        </pc:spChg>
        <pc:spChg chg="add del">
          <ac:chgData name="Margo Bonal" userId="18c9fa0f-b53d-478b-9dc0-6ad88786c19f" providerId="ADAL" clId="{93D479E5-F67F-4B8A-A78F-A0B574A116B6}" dt="2026-04-26T16:56:24.900" v="4850" actId="26606"/>
          <ac:spMkLst>
            <pc:docMk/>
            <pc:sldMk cId="2164352191" sldId="287"/>
            <ac:spMk id="60" creationId="{8D1AD6B3-BE88-4CEB-BA17-790657CC4729}"/>
          </ac:spMkLst>
        </pc:spChg>
        <pc:spChg chg="add del">
          <ac:chgData name="Margo Bonal" userId="18c9fa0f-b53d-478b-9dc0-6ad88786c19f" providerId="ADAL" clId="{93D479E5-F67F-4B8A-A78F-A0B574A116B6}" dt="2026-04-26T16:56:39.079" v="4852" actId="26606"/>
          <ac:spMkLst>
            <pc:docMk/>
            <pc:sldMk cId="2164352191" sldId="287"/>
            <ac:spMk id="63" creationId="{91DC6ABD-215C-4EA8-A483-CEF5B99AB385}"/>
          </ac:spMkLst>
        </pc:spChg>
        <pc:spChg chg="add del">
          <ac:chgData name="Margo Bonal" userId="18c9fa0f-b53d-478b-9dc0-6ad88786c19f" providerId="ADAL" clId="{93D479E5-F67F-4B8A-A78F-A0B574A116B6}" dt="2026-04-26T16:56:39.079" v="4852" actId="26606"/>
          <ac:spMkLst>
            <pc:docMk/>
            <pc:sldMk cId="2164352191" sldId="287"/>
            <ac:spMk id="66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6:44.651" v="4854" actId="26606"/>
          <ac:spMkLst>
            <pc:docMk/>
            <pc:sldMk cId="2164352191" sldId="287"/>
            <ac:spMk id="68" creationId="{F575A102-D95D-4D6E-8F1B-49EED0AEC65C}"/>
          </ac:spMkLst>
        </pc:spChg>
        <pc:spChg chg="add del">
          <ac:chgData name="Margo Bonal" userId="18c9fa0f-b53d-478b-9dc0-6ad88786c19f" providerId="ADAL" clId="{93D479E5-F67F-4B8A-A78F-A0B574A116B6}" dt="2026-04-26T16:56:44.651" v="4854" actId="26606"/>
          <ac:spMkLst>
            <pc:docMk/>
            <pc:sldMk cId="2164352191" sldId="287"/>
            <ac:spMk id="69" creationId="{158B3569-73B2-4D05-8E95-886A6EE17F1F}"/>
          </ac:spMkLst>
        </pc:spChg>
        <pc:spChg chg="del">
          <ac:chgData name="Margo Bonal" userId="18c9fa0f-b53d-478b-9dc0-6ad88786c19f" providerId="ADAL" clId="{93D479E5-F67F-4B8A-A78F-A0B574A116B6}" dt="2026-04-26T16:56:50.539" v="4856" actId="26606"/>
          <ac:spMkLst>
            <pc:docMk/>
            <pc:sldMk cId="2164352191" sldId="287"/>
            <ac:spMk id="74" creationId="{5DCB5928-DC7D-4612-9922-441966E15627}"/>
          </ac:spMkLst>
        </pc:spChg>
        <pc:spChg chg="add del">
          <ac:chgData name="Margo Bonal" userId="18c9fa0f-b53d-478b-9dc0-6ad88786c19f" providerId="ADAL" clId="{93D479E5-F67F-4B8A-A78F-A0B574A116B6}" dt="2026-04-26T16:56:50.539" v="4856" actId="26606"/>
          <ac:spMkLst>
            <pc:docMk/>
            <pc:sldMk cId="2164352191" sldId="287"/>
            <ac:spMk id="75" creationId="{682C1161-1736-45EC-99B7-33F3CAE9D517}"/>
          </ac:spMkLst>
        </pc:spChg>
        <pc:spChg chg="add del">
          <ac:chgData name="Margo Bonal" userId="18c9fa0f-b53d-478b-9dc0-6ad88786c19f" providerId="ADAL" clId="{93D479E5-F67F-4B8A-A78F-A0B574A116B6}" dt="2026-04-26T16:56:50.539" v="4856" actId="26606"/>
          <ac:spMkLst>
            <pc:docMk/>
            <pc:sldMk cId="2164352191" sldId="287"/>
            <ac:spMk id="76" creationId="{84D4DDB8-B68F-45B0-9F62-C4279996F672}"/>
          </ac:spMkLst>
        </pc:spChg>
        <pc:spChg chg="add del">
          <ac:chgData name="Margo Bonal" userId="18c9fa0f-b53d-478b-9dc0-6ad88786c19f" providerId="ADAL" clId="{93D479E5-F67F-4B8A-A78F-A0B574A116B6}" dt="2026-04-26T16:56:50.539" v="4856" actId="26606"/>
          <ac:spMkLst>
            <pc:docMk/>
            <pc:sldMk cId="2164352191" sldId="287"/>
            <ac:spMk id="77" creationId="{AF2F604E-43BE-4DC3-B983-E071523364F8}"/>
          </ac:spMkLst>
        </pc:spChg>
        <pc:spChg chg="add del">
          <ac:chgData name="Margo Bonal" userId="18c9fa0f-b53d-478b-9dc0-6ad88786c19f" providerId="ADAL" clId="{93D479E5-F67F-4B8A-A78F-A0B574A116B6}" dt="2026-04-26T16:56:50.539" v="4856" actId="26606"/>
          <ac:spMkLst>
            <pc:docMk/>
            <pc:sldMk cId="2164352191" sldId="287"/>
            <ac:spMk id="78" creationId="{08C9B587-E65E-4B52-B37C-ABEBB6E87928}"/>
          </ac:spMkLst>
        </pc:spChg>
        <pc:spChg chg="add del">
          <ac:chgData name="Margo Bonal" userId="18c9fa0f-b53d-478b-9dc0-6ad88786c19f" providerId="ADAL" clId="{93D479E5-F67F-4B8A-A78F-A0B574A116B6}" dt="2026-04-26T16:57:05.230" v="4864" actId="26606"/>
          <ac:spMkLst>
            <pc:docMk/>
            <pc:sldMk cId="2164352191" sldId="287"/>
            <ac:spMk id="80" creationId="{55666830-9A19-4E01-8505-D6C7F9AC5665}"/>
          </ac:spMkLst>
        </pc:spChg>
        <pc:spChg chg="add del">
          <ac:chgData name="Margo Bonal" userId="18c9fa0f-b53d-478b-9dc0-6ad88786c19f" providerId="ADAL" clId="{93D479E5-F67F-4B8A-A78F-A0B574A116B6}" dt="2026-04-26T16:57:05.230" v="4864" actId="26606"/>
          <ac:spMkLst>
            <pc:docMk/>
            <pc:sldMk cId="2164352191" sldId="287"/>
            <ac:spMk id="81" creationId="{AE9FC877-7FB6-4D22-9988-35420644E202}"/>
          </ac:spMkLst>
        </pc:spChg>
        <pc:spChg chg="add del">
          <ac:chgData name="Margo Bonal" userId="18c9fa0f-b53d-478b-9dc0-6ad88786c19f" providerId="ADAL" clId="{93D479E5-F67F-4B8A-A78F-A0B574A116B6}" dt="2026-04-26T16:57:05.230" v="4864" actId="26606"/>
          <ac:spMkLst>
            <pc:docMk/>
            <pc:sldMk cId="2164352191" sldId="287"/>
            <ac:spMk id="82" creationId="{E41809D1-F12E-46BB-B804-5F209D325E8B}"/>
          </ac:spMkLst>
        </pc:spChg>
        <pc:spChg chg="add del">
          <ac:chgData name="Margo Bonal" userId="18c9fa0f-b53d-478b-9dc0-6ad88786c19f" providerId="ADAL" clId="{93D479E5-F67F-4B8A-A78F-A0B574A116B6}" dt="2026-04-26T16:57:05.230" v="4864" actId="26606"/>
          <ac:spMkLst>
            <pc:docMk/>
            <pc:sldMk cId="2164352191" sldId="287"/>
            <ac:spMk id="83" creationId="{AF2F604E-43BE-4DC3-B983-E071523364F8}"/>
          </ac:spMkLst>
        </pc:spChg>
        <pc:spChg chg="add del">
          <ac:chgData name="Margo Bonal" userId="18c9fa0f-b53d-478b-9dc0-6ad88786c19f" providerId="ADAL" clId="{93D479E5-F67F-4B8A-A78F-A0B574A116B6}" dt="2026-04-26T16:57:05.230" v="4864" actId="26606"/>
          <ac:spMkLst>
            <pc:docMk/>
            <pc:sldMk cId="2164352191" sldId="287"/>
            <ac:spMk id="84" creationId="{08C9B587-E65E-4B52-B37C-ABEBB6E87928}"/>
          </ac:spMkLst>
        </pc:spChg>
        <pc:spChg chg="add del">
          <ac:chgData name="Margo Bonal" userId="18c9fa0f-b53d-478b-9dc0-6ad88786c19f" providerId="ADAL" clId="{93D479E5-F67F-4B8A-A78F-A0B574A116B6}" dt="2026-04-26T16:57:05.226" v="4863" actId="26606"/>
          <ac:spMkLst>
            <pc:docMk/>
            <pc:sldMk cId="2164352191" sldId="287"/>
            <ac:spMk id="89" creationId="{91DC6ABD-215C-4EA8-A483-CEF5B99AB385}"/>
          </ac:spMkLst>
        </pc:spChg>
        <pc:spChg chg="add del">
          <ac:chgData name="Margo Bonal" userId="18c9fa0f-b53d-478b-9dc0-6ad88786c19f" providerId="ADAL" clId="{93D479E5-F67F-4B8A-A78F-A0B574A116B6}" dt="2026-04-26T16:57:05.226" v="4863" actId="26606"/>
          <ac:spMkLst>
            <pc:docMk/>
            <pc:sldMk cId="2164352191" sldId="287"/>
            <ac:spMk id="95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26T16:57:24.766" v="4866" actId="26606"/>
          <ac:spMkLst>
            <pc:docMk/>
            <pc:sldMk cId="2164352191" sldId="287"/>
            <ac:spMk id="97" creationId="{A34066D6-1B59-4642-A86D-39464CEE971B}"/>
          </ac:spMkLst>
        </pc:spChg>
        <pc:spChg chg="add del">
          <ac:chgData name="Margo Bonal" userId="18c9fa0f-b53d-478b-9dc0-6ad88786c19f" providerId="ADAL" clId="{93D479E5-F67F-4B8A-A78F-A0B574A116B6}" dt="2026-04-26T16:57:24.766" v="4866" actId="26606"/>
          <ac:spMkLst>
            <pc:docMk/>
            <pc:sldMk cId="2164352191" sldId="287"/>
            <ac:spMk id="98" creationId="{18E928D9-3091-4385-B979-265D55AD02CE}"/>
          </ac:spMkLst>
        </pc:spChg>
        <pc:spChg chg="add del">
          <ac:chgData name="Margo Bonal" userId="18c9fa0f-b53d-478b-9dc0-6ad88786c19f" providerId="ADAL" clId="{93D479E5-F67F-4B8A-A78F-A0B574A116B6}" dt="2026-04-26T16:57:24.766" v="4866" actId="26606"/>
          <ac:spMkLst>
            <pc:docMk/>
            <pc:sldMk cId="2164352191" sldId="287"/>
            <ac:spMk id="99" creationId="{7D602432-D774-4CF5-94E8-7D52D01059D2}"/>
          </ac:spMkLst>
        </pc:spChg>
        <pc:spChg chg="del">
          <ac:chgData name="Margo Bonal" userId="18c9fa0f-b53d-478b-9dc0-6ad88786c19f" providerId="ADAL" clId="{93D479E5-F67F-4B8A-A78F-A0B574A116B6}" dt="2026-04-26T16:57:24.766" v="4866" actId="26606"/>
          <ac:spMkLst>
            <pc:docMk/>
            <pc:sldMk cId="2164352191" sldId="287"/>
            <ac:spMk id="100" creationId="{CBF9EBB4-5078-47B2-AAA0-DF4A88D8182A}"/>
          </ac:spMkLst>
        </pc:spChg>
        <pc:spChg chg="add">
          <ac:chgData name="Margo Bonal" userId="18c9fa0f-b53d-478b-9dc0-6ad88786c19f" providerId="ADAL" clId="{93D479E5-F67F-4B8A-A78F-A0B574A116B6}" dt="2026-04-26T16:57:24.766" v="4866" actId="26606"/>
          <ac:spMkLst>
            <pc:docMk/>
            <pc:sldMk cId="2164352191" sldId="287"/>
            <ac:spMk id="105" creationId="{91DC6ABD-215C-4EA8-A483-CEF5B99AB385}"/>
          </ac:spMkLst>
        </pc:spChg>
        <pc:spChg chg="add">
          <ac:chgData name="Margo Bonal" userId="18c9fa0f-b53d-478b-9dc0-6ad88786c19f" providerId="ADAL" clId="{93D479E5-F67F-4B8A-A78F-A0B574A116B6}" dt="2026-04-26T16:57:24.766" v="4866" actId="26606"/>
          <ac:spMkLst>
            <pc:docMk/>
            <pc:sldMk cId="2164352191" sldId="287"/>
            <ac:spMk id="111" creationId="{04357C93-F0CB-4A1C-8F77-4E9063789819}"/>
          </ac:spMkLst>
        </pc:spChg>
        <pc:grpChg chg="add del">
          <ac:chgData name="Margo Bonal" userId="18c9fa0f-b53d-478b-9dc0-6ad88786c19f" providerId="ADAL" clId="{93D479E5-F67F-4B8A-A78F-A0B574A116B6}" dt="2026-04-26T16:56:08.412" v="4836" actId="26606"/>
          <ac:grpSpMkLst>
            <pc:docMk/>
            <pc:sldMk cId="2164352191" sldId="287"/>
            <ac:grpSpMk id="29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6:56:24.900" v="4850" actId="26606"/>
          <ac:grpSpMkLst>
            <pc:docMk/>
            <pc:sldMk cId="2164352191" sldId="287"/>
            <ac:grpSpMk id="31" creationId="{89D1390B-7E13-4B4F-9CB2-391063412E54}"/>
          </ac:grpSpMkLst>
        </pc:grpChg>
        <pc:grpChg chg="add del">
          <ac:chgData name="Margo Bonal" userId="18c9fa0f-b53d-478b-9dc0-6ad88786c19f" providerId="ADAL" clId="{93D479E5-F67F-4B8A-A78F-A0B574A116B6}" dt="2026-04-26T16:56:11.362" v="4840" actId="26606"/>
          <ac:grpSpMkLst>
            <pc:docMk/>
            <pc:sldMk cId="2164352191" sldId="287"/>
            <ac:grpSpMk id="36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6:56:14.549" v="4842" actId="26606"/>
          <ac:grpSpMkLst>
            <pc:docMk/>
            <pc:sldMk cId="2164352191" sldId="287"/>
            <ac:grpSpMk id="41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6:56:17.390" v="4844" actId="26606"/>
          <ac:grpSpMkLst>
            <pc:docMk/>
            <pc:sldMk cId="2164352191" sldId="287"/>
            <ac:grpSpMk id="45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6:56:21.256" v="4846" actId="26606"/>
          <ac:grpSpMkLst>
            <pc:docMk/>
            <pc:sldMk cId="2164352191" sldId="287"/>
            <ac:grpSpMk id="50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6:56:39.079" v="4852" actId="26606"/>
          <ac:grpSpMkLst>
            <pc:docMk/>
            <pc:sldMk cId="2164352191" sldId="287"/>
            <ac:grpSpMk id="64" creationId="{3AF6A671-C637-4547-85F4-51B6D1881399}"/>
          </ac:grpSpMkLst>
        </pc:grpChg>
        <pc:grpChg chg="add del">
          <ac:chgData name="Margo Bonal" userId="18c9fa0f-b53d-478b-9dc0-6ad88786c19f" providerId="ADAL" clId="{93D479E5-F67F-4B8A-A78F-A0B574A116B6}" dt="2026-04-26T16:56:44.651" v="4854" actId="26606"/>
          <ac:grpSpMkLst>
            <pc:docMk/>
            <pc:sldMk cId="2164352191" sldId="287"/>
            <ac:grpSpMk id="70" creationId="{CF0FFF1F-79B6-4A13-A464-070CD6F896AF}"/>
          </ac:grpSpMkLst>
        </pc:grpChg>
        <pc:picChg chg="mod ord">
          <ac:chgData name="Margo Bonal" userId="18c9fa0f-b53d-478b-9dc0-6ad88786c19f" providerId="ADAL" clId="{93D479E5-F67F-4B8A-A78F-A0B574A116B6}" dt="2026-04-26T16:57:24.766" v="4866" actId="26606"/>
          <ac:picMkLst>
            <pc:docMk/>
            <pc:sldMk cId="2164352191" sldId="287"/>
            <ac:picMk id="5" creationId="{843B0A3C-96CD-C77F-24EF-FA0AB7A253F4}"/>
          </ac:picMkLst>
        </pc:picChg>
      </pc:sldChg>
      <pc:sldChg chg="addSp delSp add del ord setBg delDesignElem">
        <pc:chgData name="Margo Bonal" userId="18c9fa0f-b53d-478b-9dc0-6ad88786c19f" providerId="ADAL" clId="{93D479E5-F67F-4B8A-A78F-A0B574A116B6}" dt="2026-04-26T17:10:46.800" v="5018"/>
        <pc:sldMkLst>
          <pc:docMk/>
          <pc:sldMk cId="2332611558" sldId="287"/>
        </pc:sldMkLst>
        <pc:spChg chg="add del">
          <ac:chgData name="Margo Bonal" userId="18c9fa0f-b53d-478b-9dc0-6ad88786c19f" providerId="ADAL" clId="{93D479E5-F67F-4B8A-A78F-A0B574A116B6}" dt="2026-04-26T17:10:46.800" v="5018"/>
          <ac:spMkLst>
            <pc:docMk/>
            <pc:sldMk cId="2332611558" sldId="287"/>
            <ac:spMk id="20" creationId="{934F1179-B481-4F9E-BCA3-AFB972070F83}"/>
          </ac:spMkLst>
        </pc:spChg>
        <pc:spChg chg="add del">
          <ac:chgData name="Margo Bonal" userId="18c9fa0f-b53d-478b-9dc0-6ad88786c19f" providerId="ADAL" clId="{93D479E5-F67F-4B8A-A78F-A0B574A116B6}" dt="2026-04-26T17:10:46.800" v="5018"/>
          <ac:spMkLst>
            <pc:docMk/>
            <pc:sldMk cId="2332611558" sldId="287"/>
            <ac:spMk id="21" creationId="{827DC2C4-B485-428A-BF4A-472D2967F47F}"/>
          </ac:spMkLst>
        </pc:spChg>
        <pc:spChg chg="add del">
          <ac:chgData name="Margo Bonal" userId="18c9fa0f-b53d-478b-9dc0-6ad88786c19f" providerId="ADAL" clId="{93D479E5-F67F-4B8A-A78F-A0B574A116B6}" dt="2026-04-26T17:10:46.800" v="5018"/>
          <ac:spMkLst>
            <pc:docMk/>
            <pc:sldMk cId="2332611558" sldId="287"/>
            <ac:spMk id="22" creationId="{EE04B5EB-F158-4507-90DD-BD23620C7CC9}"/>
          </ac:spMkLst>
        </pc:spChg>
      </pc:sldChg>
    </pc:docChg>
  </pc:docChgLst>
  <pc:docChgLst>
    <pc:chgData name="Margo Bonal" userId="18c9fa0f-b53d-478b-9dc0-6ad88786c19f" providerId="ADAL" clId="{57E2D5E0-CA32-47BE-A2DC-7B0365E99328}"/>
    <pc:docChg chg="undo custSel addSld delSld modSld sldOrd modMainMaster">
      <pc:chgData name="Margo Bonal" userId="18c9fa0f-b53d-478b-9dc0-6ad88786c19f" providerId="ADAL" clId="{57E2D5E0-CA32-47BE-A2DC-7B0365E99328}" dt="2026-04-24T14:17:59.695" v="1153" actId="26606"/>
      <pc:docMkLst>
        <pc:docMk/>
      </pc:docMkLst>
      <pc:sldChg chg="modSp mod setBg">
        <pc:chgData name="Margo Bonal" userId="18c9fa0f-b53d-478b-9dc0-6ad88786c19f" providerId="ADAL" clId="{57E2D5E0-CA32-47BE-A2DC-7B0365E99328}" dt="2026-04-24T13:54:46.104" v="857"/>
        <pc:sldMkLst>
          <pc:docMk/>
          <pc:sldMk cId="606434410" sldId="275"/>
        </pc:sldMkLst>
        <pc:graphicFrameChg chg="modGraphic">
          <ac:chgData name="Margo Bonal" userId="18c9fa0f-b53d-478b-9dc0-6ad88786c19f" providerId="ADAL" clId="{57E2D5E0-CA32-47BE-A2DC-7B0365E99328}" dt="2026-04-24T13:44:14.296" v="701" actId="20577"/>
          <ac:graphicFrameMkLst>
            <pc:docMk/>
            <pc:sldMk cId="606434410" sldId="275"/>
            <ac:graphicFrameMk id="6" creationId="{27EACA2E-750E-36F7-A7AE-14DB1D64E678}"/>
          </ac:graphicFrameMkLst>
        </pc:graphicFrameChg>
      </pc:sldChg>
      <pc:sldChg chg="addSp delSp modSp mod ord setBg">
        <pc:chgData name="Margo Bonal" userId="18c9fa0f-b53d-478b-9dc0-6ad88786c19f" providerId="ADAL" clId="{57E2D5E0-CA32-47BE-A2DC-7B0365E99328}" dt="2026-04-24T14:16:08.580" v="1117" actId="403"/>
        <pc:sldMkLst>
          <pc:docMk/>
          <pc:sldMk cId="3773506301" sldId="278"/>
        </pc:sldMkLst>
        <pc:spChg chg="mod">
          <ac:chgData name="Margo Bonal" userId="18c9fa0f-b53d-478b-9dc0-6ad88786c19f" providerId="ADAL" clId="{57E2D5E0-CA32-47BE-A2DC-7B0365E99328}" dt="2026-04-24T14:16:08.580" v="1117" actId="403"/>
          <ac:spMkLst>
            <pc:docMk/>
            <pc:sldMk cId="3773506301" sldId="278"/>
            <ac:spMk id="2" creationId="{153C799C-4835-C8CB-B090-70E82B558CED}"/>
          </ac:spMkLst>
        </pc:spChg>
        <pc:picChg chg="mod">
          <ac:chgData name="Margo Bonal" userId="18c9fa0f-b53d-478b-9dc0-6ad88786c19f" providerId="ADAL" clId="{57E2D5E0-CA32-47BE-A2DC-7B0365E99328}" dt="2026-04-24T14:15:56.356" v="1107" actId="1076"/>
          <ac:picMkLst>
            <pc:docMk/>
            <pc:sldMk cId="3773506301" sldId="278"/>
            <ac:picMk id="7" creationId="{69A52293-75E5-359D-7395-51D899F9087B}"/>
          </ac:picMkLst>
        </pc:picChg>
      </pc:sldChg>
      <pc:sldChg chg="setBg">
        <pc:chgData name="Margo Bonal" userId="18c9fa0f-b53d-478b-9dc0-6ad88786c19f" providerId="ADAL" clId="{57E2D5E0-CA32-47BE-A2DC-7B0365E99328}" dt="2026-04-24T13:54:46.104" v="857"/>
        <pc:sldMkLst>
          <pc:docMk/>
          <pc:sldMk cId="532806018" sldId="279"/>
        </pc:sldMkLst>
      </pc:sldChg>
      <pc:sldChg chg="setBg">
        <pc:chgData name="Margo Bonal" userId="18c9fa0f-b53d-478b-9dc0-6ad88786c19f" providerId="ADAL" clId="{57E2D5E0-CA32-47BE-A2DC-7B0365E99328}" dt="2026-04-24T13:54:46.104" v="857"/>
        <pc:sldMkLst>
          <pc:docMk/>
          <pc:sldMk cId="2474028920" sldId="280"/>
        </pc:sldMkLst>
      </pc:sldChg>
      <pc:sldChg chg="modSp mod setBg">
        <pc:chgData name="Margo Bonal" userId="18c9fa0f-b53d-478b-9dc0-6ad88786c19f" providerId="ADAL" clId="{57E2D5E0-CA32-47BE-A2DC-7B0365E99328}" dt="2026-04-24T13:54:46.104" v="857"/>
        <pc:sldMkLst>
          <pc:docMk/>
          <pc:sldMk cId="2582527457" sldId="281"/>
        </pc:sldMkLst>
        <pc:spChg chg="mod">
          <ac:chgData name="Margo Bonal" userId="18c9fa0f-b53d-478b-9dc0-6ad88786c19f" providerId="ADAL" clId="{57E2D5E0-CA32-47BE-A2DC-7B0365E99328}" dt="2026-04-24T13:26:43.270" v="580" actId="20577"/>
          <ac:spMkLst>
            <pc:docMk/>
            <pc:sldMk cId="2582527457" sldId="281"/>
            <ac:spMk id="3" creationId="{88E87286-C813-E53C-8EAF-C70AA9478D5A}"/>
          </ac:spMkLst>
        </pc:spChg>
      </pc:sldChg>
      <pc:sldChg chg="addSp delSp modSp new mod setBg">
        <pc:chgData name="Margo Bonal" userId="18c9fa0f-b53d-478b-9dc0-6ad88786c19f" providerId="ADAL" clId="{57E2D5E0-CA32-47BE-A2DC-7B0365E99328}" dt="2026-04-24T14:17:59.695" v="1153" actId="26606"/>
        <pc:sldMkLst>
          <pc:docMk/>
          <pc:sldMk cId="294120850" sldId="286"/>
        </pc:sldMkLst>
        <pc:spChg chg="mod">
          <ac:chgData name="Margo Bonal" userId="18c9fa0f-b53d-478b-9dc0-6ad88786c19f" providerId="ADAL" clId="{57E2D5E0-CA32-47BE-A2DC-7B0365E99328}" dt="2026-04-24T14:17:59.695" v="1153" actId="26606"/>
          <ac:spMkLst>
            <pc:docMk/>
            <pc:sldMk cId="294120850" sldId="286"/>
            <ac:spMk id="2" creationId="{E9C9ACDB-E88F-2B2C-A445-F5F7CD19BF57}"/>
          </ac:spMkLst>
        </pc:spChg>
        <pc:spChg chg="mod ord">
          <ac:chgData name="Margo Bonal" userId="18c9fa0f-b53d-478b-9dc0-6ad88786c19f" providerId="ADAL" clId="{57E2D5E0-CA32-47BE-A2DC-7B0365E99328}" dt="2026-04-24T14:17:59.695" v="1153" actId="26606"/>
          <ac:spMkLst>
            <pc:docMk/>
            <pc:sldMk cId="294120850" sldId="286"/>
            <ac:spMk id="4" creationId="{E049FB81-7C3D-77BD-7D2D-40627D316BB6}"/>
          </ac:spMkLst>
        </pc:spChg>
        <pc:spChg chg="add mod">
          <ac:chgData name="Margo Bonal" userId="18c9fa0f-b53d-478b-9dc0-6ad88786c19f" providerId="ADAL" clId="{57E2D5E0-CA32-47BE-A2DC-7B0365E99328}" dt="2026-04-24T14:17:59.695" v="1153" actId="26606"/>
          <ac:spMkLst>
            <pc:docMk/>
            <pc:sldMk cId="294120850" sldId="286"/>
            <ac:spMk id="5" creationId="{8C93D68C-FF1A-6AAA-C0E9-D935E871DF40}"/>
          </ac:spMkLst>
        </pc:spChg>
        <pc:spChg chg="add">
          <ac:chgData name="Margo Bonal" userId="18c9fa0f-b53d-478b-9dc0-6ad88786c19f" providerId="ADAL" clId="{57E2D5E0-CA32-47BE-A2DC-7B0365E99328}" dt="2026-04-24T14:17:59.695" v="1153" actId="26606"/>
          <ac:spMkLst>
            <pc:docMk/>
            <pc:sldMk cId="294120850" sldId="286"/>
            <ac:spMk id="37" creationId="{907EF6B7-1338-4443-8C46-6A318D952DFD}"/>
          </ac:spMkLst>
        </pc:spChg>
        <pc:spChg chg="add">
          <ac:chgData name="Margo Bonal" userId="18c9fa0f-b53d-478b-9dc0-6ad88786c19f" providerId="ADAL" clId="{57E2D5E0-CA32-47BE-A2DC-7B0365E99328}" dt="2026-04-24T14:17:59.695" v="1153" actId="26606"/>
          <ac:spMkLst>
            <pc:docMk/>
            <pc:sldMk cId="294120850" sldId="286"/>
            <ac:spMk id="38" creationId="{DAAE4CDD-124C-4DCF-9584-B6033B545DD5}"/>
          </ac:spMkLst>
        </pc:spChg>
        <pc:spChg chg="add">
          <ac:chgData name="Margo Bonal" userId="18c9fa0f-b53d-478b-9dc0-6ad88786c19f" providerId="ADAL" clId="{57E2D5E0-CA32-47BE-A2DC-7B0365E99328}" dt="2026-04-24T14:17:59.695" v="1153" actId="26606"/>
          <ac:spMkLst>
            <pc:docMk/>
            <pc:sldMk cId="294120850" sldId="286"/>
            <ac:spMk id="39" creationId="{081E4A58-353D-44AE-B2FC-2A74E2E400F7}"/>
          </ac:spMkLst>
        </pc:spChg>
      </pc:sldChg>
      <pc:sldMasterChg chg="setBg modSldLayout">
        <pc:chgData name="Margo Bonal" userId="18c9fa0f-b53d-478b-9dc0-6ad88786c19f" providerId="ADAL" clId="{57E2D5E0-CA32-47BE-A2DC-7B0365E99328}" dt="2026-04-24T13:54:46.104" v="857"/>
        <pc:sldMasterMkLst>
          <pc:docMk/>
          <pc:sldMasterMk cId="450208615" sldId="2147483648"/>
        </pc:sldMasterMkLst>
        <pc:sldLayoutChg chg="setBg">
          <pc:chgData name="Margo Bonal" userId="18c9fa0f-b53d-478b-9dc0-6ad88786c19f" providerId="ADAL" clId="{57E2D5E0-CA32-47BE-A2DC-7B0365E99328}" dt="2026-04-24T13:54:46.104" v="857"/>
          <pc:sldLayoutMkLst>
            <pc:docMk/>
            <pc:sldMasterMk cId="450208615" sldId="2147483648"/>
            <pc:sldLayoutMk cId="3346914439" sldId="2147483649"/>
          </pc:sldLayoutMkLst>
        </pc:sldLayoutChg>
        <pc:sldLayoutChg chg="setBg">
          <pc:chgData name="Margo Bonal" userId="18c9fa0f-b53d-478b-9dc0-6ad88786c19f" providerId="ADAL" clId="{57E2D5E0-CA32-47BE-A2DC-7B0365E99328}" dt="2026-04-24T13:54:46.104" v="857"/>
          <pc:sldLayoutMkLst>
            <pc:docMk/>
            <pc:sldMasterMk cId="450208615" sldId="2147483648"/>
            <pc:sldLayoutMk cId="199624701" sldId="2147483650"/>
          </pc:sldLayoutMkLst>
        </pc:sldLayoutChg>
        <pc:sldLayoutChg chg="setBg">
          <pc:chgData name="Margo Bonal" userId="18c9fa0f-b53d-478b-9dc0-6ad88786c19f" providerId="ADAL" clId="{57E2D5E0-CA32-47BE-A2DC-7B0365E99328}" dt="2026-04-24T13:54:46.104" v="857"/>
          <pc:sldLayoutMkLst>
            <pc:docMk/>
            <pc:sldMasterMk cId="450208615" sldId="2147483648"/>
            <pc:sldLayoutMk cId="2502619102" sldId="2147483651"/>
          </pc:sldLayoutMkLst>
        </pc:sldLayoutChg>
        <pc:sldLayoutChg chg="setBg">
          <pc:chgData name="Margo Bonal" userId="18c9fa0f-b53d-478b-9dc0-6ad88786c19f" providerId="ADAL" clId="{57E2D5E0-CA32-47BE-A2DC-7B0365E99328}" dt="2026-04-24T13:54:46.104" v="857"/>
          <pc:sldLayoutMkLst>
            <pc:docMk/>
            <pc:sldMasterMk cId="450208615" sldId="2147483648"/>
            <pc:sldLayoutMk cId="2310478409" sldId="2147483652"/>
          </pc:sldLayoutMkLst>
        </pc:sldLayoutChg>
        <pc:sldLayoutChg chg="setBg">
          <pc:chgData name="Margo Bonal" userId="18c9fa0f-b53d-478b-9dc0-6ad88786c19f" providerId="ADAL" clId="{57E2D5E0-CA32-47BE-A2DC-7B0365E99328}" dt="2026-04-24T13:54:46.104" v="857"/>
          <pc:sldLayoutMkLst>
            <pc:docMk/>
            <pc:sldMasterMk cId="450208615" sldId="2147483648"/>
            <pc:sldLayoutMk cId="3140129718" sldId="2147483653"/>
          </pc:sldLayoutMkLst>
        </pc:sldLayoutChg>
        <pc:sldLayoutChg chg="setBg">
          <pc:chgData name="Margo Bonal" userId="18c9fa0f-b53d-478b-9dc0-6ad88786c19f" providerId="ADAL" clId="{57E2D5E0-CA32-47BE-A2DC-7B0365E99328}" dt="2026-04-24T13:54:46.104" v="857"/>
          <pc:sldLayoutMkLst>
            <pc:docMk/>
            <pc:sldMasterMk cId="450208615" sldId="2147483648"/>
            <pc:sldLayoutMk cId="3066859592" sldId="2147483654"/>
          </pc:sldLayoutMkLst>
        </pc:sldLayoutChg>
        <pc:sldLayoutChg chg="setBg">
          <pc:chgData name="Margo Bonal" userId="18c9fa0f-b53d-478b-9dc0-6ad88786c19f" providerId="ADAL" clId="{57E2D5E0-CA32-47BE-A2DC-7B0365E99328}" dt="2026-04-24T13:54:46.104" v="857"/>
          <pc:sldLayoutMkLst>
            <pc:docMk/>
            <pc:sldMasterMk cId="450208615" sldId="2147483648"/>
            <pc:sldLayoutMk cId="3395074677" sldId="2147483655"/>
          </pc:sldLayoutMkLst>
        </pc:sldLayoutChg>
        <pc:sldLayoutChg chg="setBg">
          <pc:chgData name="Margo Bonal" userId="18c9fa0f-b53d-478b-9dc0-6ad88786c19f" providerId="ADAL" clId="{57E2D5E0-CA32-47BE-A2DC-7B0365E99328}" dt="2026-04-24T13:54:46.104" v="857"/>
          <pc:sldLayoutMkLst>
            <pc:docMk/>
            <pc:sldMasterMk cId="450208615" sldId="2147483648"/>
            <pc:sldLayoutMk cId="3789717152" sldId="2147483656"/>
          </pc:sldLayoutMkLst>
        </pc:sldLayoutChg>
        <pc:sldLayoutChg chg="setBg">
          <pc:chgData name="Margo Bonal" userId="18c9fa0f-b53d-478b-9dc0-6ad88786c19f" providerId="ADAL" clId="{57E2D5E0-CA32-47BE-A2DC-7B0365E99328}" dt="2026-04-24T13:54:46.104" v="857"/>
          <pc:sldLayoutMkLst>
            <pc:docMk/>
            <pc:sldMasterMk cId="450208615" sldId="2147483648"/>
            <pc:sldLayoutMk cId="768275673" sldId="2147483657"/>
          </pc:sldLayoutMkLst>
        </pc:sldLayoutChg>
        <pc:sldLayoutChg chg="setBg">
          <pc:chgData name="Margo Bonal" userId="18c9fa0f-b53d-478b-9dc0-6ad88786c19f" providerId="ADAL" clId="{57E2D5E0-CA32-47BE-A2DC-7B0365E99328}" dt="2026-04-24T13:54:46.104" v="857"/>
          <pc:sldLayoutMkLst>
            <pc:docMk/>
            <pc:sldMasterMk cId="450208615" sldId="2147483648"/>
            <pc:sldLayoutMk cId="543652303" sldId="2147483658"/>
          </pc:sldLayoutMkLst>
        </pc:sldLayoutChg>
        <pc:sldLayoutChg chg="setBg">
          <pc:chgData name="Margo Bonal" userId="18c9fa0f-b53d-478b-9dc0-6ad88786c19f" providerId="ADAL" clId="{57E2D5E0-CA32-47BE-A2DC-7B0365E99328}" dt="2026-04-24T13:54:46.104" v="857"/>
          <pc:sldLayoutMkLst>
            <pc:docMk/>
            <pc:sldMasterMk cId="450208615" sldId="2147483648"/>
            <pc:sldLayoutMk cId="2315433791" sldId="214748365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DB41C3-DE33-72C9-32C8-3B191141D6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B7AC6-1468-FF51-B162-F2AD4810E7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41067-BB97-4141-BE03-333F3191E3F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B8973-D10B-1DF7-4ABA-0BD45876EF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E33B9-8DA0-34FE-B141-D1CA24C496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4F93A-C3E0-4F67-8CC3-1F7ADA424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202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2A6E6-BB86-4722-837C-048EA240887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3B6B7-4283-4814-95B1-8D2476E93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837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3B6B7-4283-4814-95B1-8D2476E939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48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UI: compete with Strava and Nike run club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3B6B7-4283-4814-95B1-8D2476E939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26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Collaboration:</a:t>
            </a:r>
          </a:p>
          <a:p>
            <a:r>
              <a:rPr lang="en-US" dirty="0"/>
              <a:t>- GitHub &amp; SDL Agile</a:t>
            </a:r>
          </a:p>
          <a:p>
            <a:endParaRPr lang="en-US" dirty="0"/>
          </a:p>
          <a:p>
            <a:r>
              <a:rPr lang="en-US" dirty="0"/>
              <a:t>2 Paths of App Architecture:</a:t>
            </a:r>
          </a:p>
          <a:p>
            <a:pPr marL="171450" indent="-171450">
              <a:buFontTx/>
              <a:buChar char="-"/>
            </a:pPr>
            <a:r>
              <a:rPr lang="en-US" dirty="0"/>
              <a:t>Local development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Live Hosting Server for deployment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MSSQL is cloud-based database service</a:t>
            </a:r>
          </a:p>
          <a:p>
            <a:pPr marL="171450" indent="-171450">
              <a:buFontTx/>
              <a:buChar char="-"/>
            </a:pPr>
            <a:r>
              <a:rPr lang="en-US" dirty="0"/>
              <a:t>Render is app deployment service (replaces docker in deployment)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3B6B7-4283-4814-95B1-8D2476E939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45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12B-A58D-FC54-F39A-393BD2B2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E907-7597-2A5F-72A0-02C40D77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2684-C925-4C65-8BFF-2FFA3151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B06F-CD46-493E-B4C1-40B0073FF9CE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7BD-934D-B5F0-4874-9C7150EE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DD3A-A311-C37F-CBB9-9FEF9FE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267D-AFB9-963E-AC71-2652D010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1AC-2A98-4ECD-44AC-53FE4DB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263-3562-70EF-78D8-A2578492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027D-103C-46C6-ADAD-0DC1C73EBC8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DECA-025C-4602-CC1E-A8E278A5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039F-F84C-2A03-0028-7A2AFE21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78E3-4E8D-EE25-4C89-AB7C26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02C3-74B2-18A4-5991-B8481583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9E6B-AA8F-4E79-FF15-AF0F172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51D7-1495-4ADD-AC16-FF82DF6CAC2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E679-A6C9-B5C6-1541-2D251AD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89D7-71C5-3B6A-05F5-74A9BAEB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736-90F3-DB5F-EC8B-4C23291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6368-624E-871D-638E-DD2D82A3B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8415-4584-0B18-C159-0B34506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51D-2F66-DE89-DFFD-7CEF045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03BB5-D48A-48C3-9CFB-DC9185E67675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FFAEC-88FB-C4F0-9BFC-FF1FC03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F403-1D0D-D98E-8E03-FE4F6DC6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7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CB30-9EEF-7FCA-7B49-DE5CD89E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10AE-BDF7-87AC-C09A-0375833E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10B-0F94-CACC-4D8A-BDFA20E7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CA202-DF19-D1CC-704F-64CED4428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81B4A-6383-D29E-8931-005F93BFC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4B78D-5348-2371-A40E-5852C7FE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73DE-E7FB-4126-830F-99616741AA11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E782-9A3E-7779-A928-C43CAC4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83A46-D6E9-D070-A41B-C9D0223D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4EC-BC3D-3C09-87CC-67C40B6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D994-0F15-453D-F08D-B9A5267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6F203-9046-43D5-87CE-3C67C2F4D3F1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9F08A-2C86-0993-68A4-8EF4EBE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8F8AC-DA26-968C-56F4-4E7116DD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4B2E7-CB50-0648-9D0A-2081C0C9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D8F1-3E73-46D1-AA5C-5366FE0387E8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48C16-74EF-2D4E-5F87-4B132E53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D834-8BF1-2FC5-A08E-927515F4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3F8B-045F-E347-F726-2A880B0B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D435-19E4-13F5-EC37-934F941F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9386-C957-9B5E-D360-572818B4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9017E-9DF8-458F-E68F-D169F173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30E8-8094-4080-98F0-F0540BF5F6CC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C721-D489-EAA4-0167-B091ECCB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6886-AFFA-EB07-3910-E038620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1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A2C-24F8-48F9-B525-DAF155AC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493D-C0EB-BF0D-F338-734DE72D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A4A32-36C1-76C7-311C-3904248C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23CF8-7119-77BB-9160-0BAD616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7556-5D11-4218-8636-A360C44E36D7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A221-A642-58E7-CDBE-E43325D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C34FE-57BF-5BE2-D2FA-EA5EC795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CB-E016-3910-C7F5-B579FEC7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E023D-C710-E4AC-6BB2-2FC2CA4D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13-E9E1-BAF8-5868-D6EF16EC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183B-3CD1-4369-AAE8-CB56440A4F36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219BF-5F12-F564-11FB-9A97FB1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47E-3BD4-EFC4-2F6E-6F48B37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8FA0D-69B7-F966-6A29-CF31863F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815B7-5A8F-7145-B4CA-ADDAB333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72C-6E34-0721-FF7E-2FDC045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9937-735C-4AE0-B15E-EEF043CCC6A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8A8C-3448-5F84-A7B8-1EA2AFA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BB38-1E1D-AFA8-D257-2601E28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A142-49C0-51AB-6DF5-C621FF99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B685-C305-678D-180D-8AF39B63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B0CC-FB2F-DAC7-434D-64801EBE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6C7B1-23C1-4975-8B1F-F3C993B7D97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3671-B9D0-2705-7DF0-2AEAC97D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CFBF-6ABD-EF23-87F9-97A42F45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jdeuce06.github.io/VulcanActivityTracker/" TargetMode="Externa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 dirty="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1C1F4-9044-872E-66EF-5D3667C4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C2E120-88CB-4223-BF42-F8F7A034DB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person lifting weights with icons around them&#10;&#10;AI-generated content may be incorrect.">
            <a:extLst>
              <a:ext uri="{FF2B5EF4-FFF2-40B4-BE49-F238E27FC236}">
                <a16:creationId xmlns:a16="http://schemas.microsoft.com/office/drawing/2014/main" id="{2767CB78-64EF-6560-F3A9-381D5C790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964" y="3346294"/>
            <a:ext cx="2884863" cy="2884863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</p:spTree>
    <p:extLst>
      <p:ext uri="{BB962C8B-B14F-4D97-AF65-F5344CB8AC3E}">
        <p14:creationId xmlns:p14="http://schemas.microsoft.com/office/powerpoint/2010/main" val="265386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8CE02-C586-54B8-3A67-74E2C097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17934"/>
            <a:ext cx="9144000" cy="10285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87286-C813-E53C-8EAF-C70AA9478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2112471"/>
            <a:ext cx="9144000" cy="3271553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Fitness web app for tracking campus athletic activities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Combines multiple fitness tools into one platform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Connect with friends to build a fitness community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Accessible on PC, tablets, phones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Aid Students overall organization by reducing app paywall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SHA-256 &amp; Argon2 paired with salt, prevents GPU, ASIC, Rainbow, Parallel attacks</a:t>
            </a:r>
          </a:p>
          <a:p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F6D58-6E92-C5FF-38D3-525CAE55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27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898B8EB-E53C-4E72-9817-B4BFCAD73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4E130362-2F35-4AB7-9EA5-DBC0F771A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56BE988C-7A5B-41EC-A46C-AEA93D8D3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6C79B-15BD-0F1D-9881-740DA4CF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059" y="1256429"/>
            <a:ext cx="3337300" cy="8853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Architecture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3CB1EC0-40A9-4D5E-B7E2-6E3423CE2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8" descr="Docker Logo PNG Transparent &amp; SVG Vector - Freebie Supply">
            <a:extLst>
              <a:ext uri="{FF2B5EF4-FFF2-40B4-BE49-F238E27FC236}">
                <a16:creationId xmlns:a16="http://schemas.microsoft.com/office/drawing/2014/main" id="{9E248987-0EF8-5FE1-35CE-14FB215C9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81468" y="1949779"/>
            <a:ext cx="1895489" cy="1421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Understanding Flask and Building Web API using Python and Flask. | by  Nikhil pentapalli | Analytics Vidhya | Medium">
            <a:extLst>
              <a:ext uri="{FF2B5EF4-FFF2-40B4-BE49-F238E27FC236}">
                <a16:creationId xmlns:a16="http://schemas.microsoft.com/office/drawing/2014/main" id="{6FFB3FA8-3C5A-C5BD-77A6-08D932D39E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5" r="18964" b="11215"/>
          <a:stretch>
            <a:fillRect/>
          </a:stretch>
        </p:blipFill>
        <p:spPr bwMode="auto">
          <a:xfrm>
            <a:off x="10157472" y="277679"/>
            <a:ext cx="1264897" cy="108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CBE52EF-2889-423F-947C-0E44A760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10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EDFBADEB-616D-34B9-5432-DC7881488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92062" y="322046"/>
            <a:ext cx="1681124" cy="98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QL in Azure Pricing - Azure SQL Server Database - Royal Discount - Royal  Discount">
            <a:extLst>
              <a:ext uri="{FF2B5EF4-FFF2-40B4-BE49-F238E27FC236}">
                <a16:creationId xmlns:a16="http://schemas.microsoft.com/office/drawing/2014/main" id="{B8F60341-51FB-4BA3-3CDA-6A5D89CF7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76195" y="385665"/>
            <a:ext cx="1737471" cy="91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1D920F-0BAE-D0DE-A928-BA4537274DD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5218" b="34796"/>
          <a:stretch>
            <a:fillRect/>
          </a:stretch>
        </p:blipFill>
        <p:spPr>
          <a:xfrm>
            <a:off x="8822471" y="2248972"/>
            <a:ext cx="2739177" cy="821366"/>
          </a:xfrm>
          <a:prstGeom prst="rect">
            <a:avLst/>
          </a:prstGeom>
        </p:spPr>
      </p:pic>
      <p:pic>
        <p:nvPicPr>
          <p:cNvPr id="1026" name="Picture 2" descr="1,280 Logo Ipad Laptop Royalty-Free Images, Stock Photos &amp; Pictures |  Shutterstock">
            <a:extLst>
              <a:ext uri="{FF2B5EF4-FFF2-40B4-BE49-F238E27FC236}">
                <a16:creationId xmlns:a16="http://schemas.microsoft.com/office/drawing/2014/main" id="{2E1208C8-1A6E-954B-A208-EDC39F261D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4" t="15221" r="54413" b="27614"/>
          <a:stretch>
            <a:fillRect/>
          </a:stretch>
        </p:blipFill>
        <p:spPr bwMode="auto">
          <a:xfrm>
            <a:off x="7940770" y="5001347"/>
            <a:ext cx="2053703" cy="1428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AC5EBD-62E4-C69C-2BB5-997B330BDA87}"/>
              </a:ext>
            </a:extLst>
          </p:cNvPr>
          <p:cNvCxnSpPr/>
          <p:nvPr/>
        </p:nvCxnSpPr>
        <p:spPr>
          <a:xfrm>
            <a:off x="5881468" y="1677410"/>
            <a:ext cx="56801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B1485F4-61C0-2A9F-E78F-821645C5DC3A}"/>
              </a:ext>
            </a:extLst>
          </p:cNvPr>
          <p:cNvCxnSpPr/>
          <p:nvPr/>
        </p:nvCxnSpPr>
        <p:spPr>
          <a:xfrm>
            <a:off x="7103253" y="3429000"/>
            <a:ext cx="1526019" cy="1506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168DAA-57D5-F67A-8E45-47609ECEA1EB}"/>
              </a:ext>
            </a:extLst>
          </p:cNvPr>
          <p:cNvCxnSpPr>
            <a:cxnSpLocks/>
          </p:cNvCxnSpPr>
          <p:nvPr/>
        </p:nvCxnSpPr>
        <p:spPr>
          <a:xfrm flipH="1">
            <a:off x="8967622" y="3429000"/>
            <a:ext cx="1266416" cy="1504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614C4A-2D48-3EEF-16A8-FE61D1EA430E}"/>
              </a:ext>
            </a:extLst>
          </p:cNvPr>
          <p:cNvCxnSpPr/>
          <p:nvPr/>
        </p:nvCxnSpPr>
        <p:spPr>
          <a:xfrm>
            <a:off x="5940572" y="3342707"/>
            <a:ext cx="60677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FAD17A6-5A1B-5F9E-E46E-28CA7E15F090}"/>
              </a:ext>
            </a:extLst>
          </p:cNvPr>
          <p:cNvSpPr txBox="1"/>
          <p:nvPr/>
        </p:nvSpPr>
        <p:spPr>
          <a:xfrm>
            <a:off x="5571358" y="4022843"/>
            <a:ext cx="249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Local Development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FB9D5F-AD5D-E4A9-2B26-50568CF5F6BF}"/>
              </a:ext>
            </a:extLst>
          </p:cNvPr>
          <p:cNvSpPr txBox="1"/>
          <p:nvPr/>
        </p:nvSpPr>
        <p:spPr>
          <a:xfrm>
            <a:off x="9853657" y="4022843"/>
            <a:ext cx="156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Live Hosting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478F9E2-68B0-E0B9-2F1A-8D37959B7621}"/>
              </a:ext>
            </a:extLst>
          </p:cNvPr>
          <p:cNvCxnSpPr/>
          <p:nvPr/>
        </p:nvCxnSpPr>
        <p:spPr>
          <a:xfrm>
            <a:off x="10789920" y="1677410"/>
            <a:ext cx="0" cy="571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F4208B-98E3-8911-621A-D1AE3AAC81D4}"/>
              </a:ext>
            </a:extLst>
          </p:cNvPr>
          <p:cNvCxnSpPr/>
          <p:nvPr/>
        </p:nvCxnSpPr>
        <p:spPr>
          <a:xfrm>
            <a:off x="6340244" y="1677410"/>
            <a:ext cx="0" cy="436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2" descr="Logo - Brand Toolkit">
            <a:extLst>
              <a:ext uri="{FF2B5EF4-FFF2-40B4-BE49-F238E27FC236}">
                <a16:creationId xmlns:a16="http://schemas.microsoft.com/office/drawing/2014/main" id="{98BA255F-08BA-94A9-573F-FE90587370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4" t="26243" r="15350" b="23699"/>
          <a:stretch>
            <a:fillRect/>
          </a:stretch>
        </p:blipFill>
        <p:spPr bwMode="auto">
          <a:xfrm>
            <a:off x="805792" y="5044359"/>
            <a:ext cx="3337300" cy="130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What is Agile Software Development?">
            <a:extLst>
              <a:ext uri="{FF2B5EF4-FFF2-40B4-BE49-F238E27FC236}">
                <a16:creationId xmlns:a16="http://schemas.microsoft.com/office/drawing/2014/main" id="{7E8FBC7B-AD22-F720-9253-EECA12A72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91" y="2823984"/>
            <a:ext cx="3531303" cy="166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028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BA779-BC14-3414-2543-22E141EF0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03" y="2504911"/>
            <a:ext cx="9328558" cy="17261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Live Demonstration</a:t>
            </a:r>
          </a:p>
        </p:txBody>
      </p:sp>
      <p:sp>
        <p:nvSpPr>
          <p:cNvPr id="4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2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5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21B082-1657-31F2-E805-C38CCE5C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06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076D5-0B0F-A0A5-DAB4-A94391E22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702" y="291688"/>
            <a:ext cx="10515600" cy="1004594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Business Model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1FDAB-BF64-1FC7-8CE6-75537E5CD8D5}"/>
              </a:ext>
            </a:extLst>
          </p:cNvPr>
          <p:cNvSpPr txBox="1"/>
          <p:nvPr/>
        </p:nvSpPr>
        <p:spPr>
          <a:xfrm>
            <a:off x="3955284" y="1929650"/>
            <a:ext cx="4752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Estimated Production for 100 users/month: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EACA2E-750E-36F7-A7AE-14DB1D64E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972458"/>
              </p:ext>
            </p:extLst>
          </p:nvPr>
        </p:nvGraphicFramePr>
        <p:xfrm>
          <a:off x="2195502" y="3044990"/>
          <a:ext cx="8128000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9541740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44060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91493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Microsoft Azure SQL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$7 – $15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13341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Azure Database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 – $20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4711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Render Hosting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$7 – $15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3904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Domain: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~$1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83009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Monthly Maintenance: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$5 – $10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63185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MailerSend Starter Subscription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$28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2421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$55 – $89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19288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6E53-CFD2-C027-AA2C-E55710C3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3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C9ACDB-E88F-2B2C-A445-F5F7CD19B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Improvements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C93D68C-FF1A-6AAA-C0E9-D935E871D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Email verification integration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AI Coach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Smart watch connectivity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Database scalability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9FB81-7C3D-77BD-7D2D-40627D31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CC2E120-88CB-4223-BF42-F8F7A034DB50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2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799C-4835-C8CB-B090-70E82B55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396" y="2777551"/>
            <a:ext cx="4735924" cy="119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69A52293-75E5-359D-7395-51D899F90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949" y="2777552"/>
            <a:ext cx="1289051" cy="1289051"/>
          </a:xfrm>
          <a:prstGeom prst="rect">
            <a:avLst/>
          </a:prstGeom>
        </p:spPr>
      </p:pic>
      <p:pic>
        <p:nvPicPr>
          <p:cNvPr id="9" name="Graphic 8" descr="Help">
            <a:extLst>
              <a:ext uri="{FF2B5EF4-FFF2-40B4-BE49-F238E27FC236}">
                <a16:creationId xmlns:a16="http://schemas.microsoft.com/office/drawing/2014/main" id="{F1648FD1-EAB6-4C51-B9EC-A31CFF67A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6FFE89-6C3C-A07F-03B6-6620445D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7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5C55BB-9710-DB80-2B60-61751DAB9AD6}"/>
              </a:ext>
            </a:extLst>
          </p:cNvPr>
          <p:cNvSpPr txBox="1">
            <a:spLocks/>
          </p:cNvSpPr>
          <p:nvPr/>
        </p:nvSpPr>
        <p:spPr>
          <a:xfrm>
            <a:off x="44451" y="5661554"/>
            <a:ext cx="11353800" cy="119644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Documentation: </a:t>
            </a:r>
            <a:r>
              <a:rPr lang="en-US" sz="28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https://jjdeuce06.github.io/VulcanActivityTracker/</a:t>
            </a:r>
            <a:endParaRPr lang="en-US" sz="2800" dirty="0">
              <a:solidFill>
                <a:srgbClr val="0070C0"/>
              </a:solidFill>
            </a:endParaRPr>
          </a:p>
          <a:p>
            <a:endParaRPr lang="en-US" sz="2800" dirty="0">
              <a:solidFill>
                <a:srgbClr val="0070C0"/>
              </a:solidFill>
            </a:endParaRPr>
          </a:p>
          <a:p>
            <a:r>
              <a:rPr lang="en-US" sz="2800" dirty="0"/>
              <a:t>Live: </a:t>
            </a:r>
            <a:r>
              <a:rPr lang="en-US" sz="2800" dirty="0">
                <a:solidFill>
                  <a:srgbClr val="0070C0"/>
                </a:solidFill>
              </a:rPr>
              <a:t>https://vulcanactivitytracker.onrender.com</a:t>
            </a:r>
          </a:p>
        </p:txBody>
      </p:sp>
    </p:spTree>
    <p:extLst>
      <p:ext uri="{BB962C8B-B14F-4D97-AF65-F5344CB8AC3E}">
        <p14:creationId xmlns:p14="http://schemas.microsoft.com/office/powerpoint/2010/main" val="377350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">
      <a:dk1>
        <a:sysClr val="windowText" lastClr="000000"/>
      </a:dk1>
      <a:lt1>
        <a:srgbClr val="F2F2F2"/>
      </a:lt1>
      <a:dk2>
        <a:srgbClr val="242852"/>
      </a:dk2>
      <a:lt2>
        <a:srgbClr val="242852"/>
      </a:lt2>
      <a:accent1>
        <a:srgbClr val="242852"/>
      </a:accent1>
      <a:accent2>
        <a:srgbClr val="242852"/>
      </a:accent2>
      <a:accent3>
        <a:srgbClr val="242852"/>
      </a:accent3>
      <a:accent4>
        <a:srgbClr val="242852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225</Words>
  <Application>Microsoft Office PowerPoint</Application>
  <PresentationFormat>Widescreen</PresentationFormat>
  <Paragraphs>60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Vulcan Activity Tracker</vt:lpstr>
      <vt:lpstr>Motivation</vt:lpstr>
      <vt:lpstr>Architecture</vt:lpstr>
      <vt:lpstr>Live Demonstration</vt:lpstr>
      <vt:lpstr>Business Model </vt:lpstr>
      <vt:lpstr>Project Improvements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Margo Bonal</cp:lastModifiedBy>
  <cp:revision>10</cp:revision>
  <dcterms:created xsi:type="dcterms:W3CDTF">2026-01-22T18:57:02Z</dcterms:created>
  <dcterms:modified xsi:type="dcterms:W3CDTF">2026-04-27T14:47:19Z</dcterms:modified>
</cp:coreProperties>
</file>