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8" r:id="rId3"/>
    <p:sldId id="260" r:id="rId4"/>
    <p:sldId id="266" r:id="rId5"/>
    <p:sldId id="259" r:id="rId6"/>
    <p:sldId id="265" r:id="rId7"/>
    <p:sldId id="26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B36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Gerega" userId="bd3e1e46fb6a714b" providerId="LiveId" clId="{45F0C402-C550-4C82-B31D-5B32217A5E94}"/>
    <pc:docChg chg="custSel addSld modSld addMainMaster delMainMaster">
      <pc:chgData name="John Gerega" userId="bd3e1e46fb6a714b" providerId="LiveId" clId="{45F0C402-C550-4C82-B31D-5B32217A5E94}" dt="2026-02-11T19:22:29.161" v="1220" actId="20577"/>
      <pc:docMkLst>
        <pc:docMk/>
      </pc:docMkLst>
      <pc:sldChg chg="addSp modSp mod setBg modClrScheme addAnim setClrOvrMap chgLayout">
        <pc:chgData name="John Gerega" userId="bd3e1e46fb6a714b" providerId="LiveId" clId="{45F0C402-C550-4C82-B31D-5B32217A5E94}" dt="2026-02-02T20:35:33.043" v="127" actId="20577"/>
        <pc:sldMkLst>
          <pc:docMk/>
          <pc:sldMk cId="4082599719" sldId="256"/>
        </pc:sldMkLst>
        <pc:spChg chg="mod">
          <ac:chgData name="John Gerega" userId="bd3e1e46fb6a714b" providerId="LiveId" clId="{45F0C402-C550-4C82-B31D-5B32217A5E94}" dt="2026-02-02T20:33:55.195" v="25" actId="26606"/>
          <ac:spMkLst>
            <pc:docMk/>
            <pc:sldMk cId="4082599719" sldId="256"/>
            <ac:spMk id="2" creationId="{1DCB08A9-9D49-7FE1-6F2A-E39642A502B2}"/>
          </ac:spMkLst>
        </pc:spChg>
        <pc:spChg chg="mod">
          <ac:chgData name="John Gerega" userId="bd3e1e46fb6a714b" providerId="LiveId" clId="{45F0C402-C550-4C82-B31D-5B32217A5E94}" dt="2026-02-02T20:35:33.043" v="127" actId="20577"/>
          <ac:spMkLst>
            <pc:docMk/>
            <pc:sldMk cId="4082599719" sldId="256"/>
            <ac:spMk id="3" creationId="{3FCEC20E-E2EC-8210-59DB-3F89C20EC0D0}"/>
          </ac:spMkLst>
        </pc:spChg>
        <pc:spChg chg="add">
          <ac:chgData name="John Gerega" userId="bd3e1e46fb6a714b" providerId="LiveId" clId="{45F0C402-C550-4C82-B31D-5B32217A5E94}" dt="2026-02-02T20:33:55.195" v="25" actId="26606"/>
          <ac:spMkLst>
            <pc:docMk/>
            <pc:sldMk cId="4082599719" sldId="256"/>
            <ac:spMk id="9" creationId="{B7E2F724-2FB3-4D1D-A730-739B8654C030}"/>
          </ac:spMkLst>
        </pc:spChg>
        <pc:spChg chg="add">
          <ac:chgData name="John Gerega" userId="bd3e1e46fb6a714b" providerId="LiveId" clId="{45F0C402-C550-4C82-B31D-5B32217A5E94}" dt="2026-02-02T20:33:55.195" v="25" actId="26606"/>
          <ac:spMkLst>
            <pc:docMk/>
            <pc:sldMk cId="4082599719" sldId="256"/>
            <ac:spMk id="11" creationId="{B2C335F7-F61C-4EB4-80F2-4B1438FE66BB}"/>
          </ac:spMkLst>
        </pc:spChg>
        <pc:picChg chg="add">
          <ac:chgData name="John Gerega" userId="bd3e1e46fb6a714b" providerId="LiveId" clId="{45F0C402-C550-4C82-B31D-5B32217A5E94}" dt="2026-02-02T20:33:55.195" v="25" actId="26606"/>
          <ac:picMkLst>
            <pc:docMk/>
            <pc:sldMk cId="4082599719" sldId="256"/>
            <ac:picMk id="4" creationId="{88A7FD75-C4AD-D30D-B94B-BD1AB1F578FB}"/>
          </ac:picMkLst>
        </pc:picChg>
      </pc:sldChg>
      <pc:sldChg chg="modSp new mod">
        <pc:chgData name="John Gerega" userId="bd3e1e46fb6a714b" providerId="LiveId" clId="{45F0C402-C550-4C82-B31D-5B32217A5E94}" dt="2026-02-11T19:17:57.623" v="894" actId="20577"/>
        <pc:sldMkLst>
          <pc:docMk/>
          <pc:sldMk cId="15834778" sldId="258"/>
        </pc:sldMkLst>
        <pc:spChg chg="mod">
          <ac:chgData name="John Gerega" userId="bd3e1e46fb6a714b" providerId="LiveId" clId="{45F0C402-C550-4C82-B31D-5B32217A5E94}" dt="2026-02-02T20:35:58.107" v="152" actId="20577"/>
          <ac:spMkLst>
            <pc:docMk/>
            <pc:sldMk cId="15834778" sldId="258"/>
            <ac:spMk id="2" creationId="{35C0BA1F-8652-616C-B849-958E03EB7225}"/>
          </ac:spMkLst>
        </pc:spChg>
        <pc:spChg chg="mod">
          <ac:chgData name="John Gerega" userId="bd3e1e46fb6a714b" providerId="LiveId" clId="{45F0C402-C550-4C82-B31D-5B32217A5E94}" dt="2026-02-02T20:36:03.278" v="157" actId="20577"/>
          <ac:spMkLst>
            <pc:docMk/>
            <pc:sldMk cId="15834778" sldId="258"/>
            <ac:spMk id="3" creationId="{431AAD74-EB12-B48B-A428-3AE3FFD4726C}"/>
          </ac:spMkLst>
        </pc:spChg>
        <pc:spChg chg="mod">
          <ac:chgData name="John Gerega" userId="bd3e1e46fb6a714b" providerId="LiveId" clId="{45F0C402-C550-4C82-B31D-5B32217A5E94}" dt="2026-02-11T19:17:57.623" v="894" actId="20577"/>
          <ac:spMkLst>
            <pc:docMk/>
            <pc:sldMk cId="15834778" sldId="258"/>
            <ac:spMk id="4" creationId="{E561C6AA-9902-DF8F-9362-2CB01093FE3C}"/>
          </ac:spMkLst>
        </pc:spChg>
      </pc:sldChg>
      <pc:sldChg chg="modSp new mod">
        <pc:chgData name="John Gerega" userId="bd3e1e46fb6a714b" providerId="LiveId" clId="{45F0C402-C550-4C82-B31D-5B32217A5E94}" dt="2026-02-02T20:40:18.617" v="618" actId="20577"/>
        <pc:sldMkLst>
          <pc:docMk/>
          <pc:sldMk cId="1619079604" sldId="259"/>
        </pc:sldMkLst>
        <pc:spChg chg="mod">
          <ac:chgData name="John Gerega" userId="bd3e1e46fb6a714b" providerId="LiveId" clId="{45F0C402-C550-4C82-B31D-5B32217A5E94}" dt="2026-02-02T20:40:18.617" v="618" actId="20577"/>
          <ac:spMkLst>
            <pc:docMk/>
            <pc:sldMk cId="1619079604" sldId="259"/>
            <ac:spMk id="2" creationId="{6AEF2B38-CEDA-4975-20B3-61F49EDAA71B}"/>
          </ac:spMkLst>
        </pc:spChg>
      </pc:sldChg>
      <pc:sldChg chg="modSp mod">
        <pc:chgData name="John Gerega" userId="bd3e1e46fb6a714b" providerId="LiveId" clId="{45F0C402-C550-4C82-B31D-5B32217A5E94}" dt="2026-02-11T19:18:59.216" v="1110" actId="20577"/>
        <pc:sldMkLst>
          <pc:docMk/>
          <pc:sldMk cId="3161600005" sldId="260"/>
        </pc:sldMkLst>
        <pc:spChg chg="mod">
          <ac:chgData name="John Gerega" userId="bd3e1e46fb6a714b" providerId="LiveId" clId="{45F0C402-C550-4C82-B31D-5B32217A5E94}" dt="2026-02-11T19:18:59.216" v="1110" actId="20577"/>
          <ac:spMkLst>
            <pc:docMk/>
            <pc:sldMk cId="3161600005" sldId="260"/>
            <ac:spMk id="4" creationId="{776ECB18-DBAF-2BDD-C40E-4EABB40220F0}"/>
          </ac:spMkLst>
        </pc:spChg>
        <pc:spChg chg="mod">
          <ac:chgData name="John Gerega" userId="bd3e1e46fb6a714b" providerId="LiveId" clId="{45F0C402-C550-4C82-B31D-5B32217A5E94}" dt="2026-02-11T19:18:09.425" v="897" actId="20577"/>
          <ac:spMkLst>
            <pc:docMk/>
            <pc:sldMk cId="3161600005" sldId="260"/>
            <ac:spMk id="6" creationId="{088E4DDC-393B-1288-15A0-F2DC55C7EA64}"/>
          </ac:spMkLst>
        </pc:spChg>
      </pc:sldChg>
      <pc:sldChg chg="modSp mod">
        <pc:chgData name="John Gerega" userId="bd3e1e46fb6a714b" providerId="LiveId" clId="{45F0C402-C550-4C82-B31D-5B32217A5E94}" dt="2026-02-11T19:22:29.161" v="1220" actId="20577"/>
        <pc:sldMkLst>
          <pc:docMk/>
          <pc:sldMk cId="908531274" sldId="265"/>
        </pc:sldMkLst>
        <pc:spChg chg="mod">
          <ac:chgData name="John Gerega" userId="bd3e1e46fb6a714b" providerId="LiveId" clId="{45F0C402-C550-4C82-B31D-5B32217A5E94}" dt="2026-02-11T19:19:06.732" v="1112" actId="20577"/>
          <ac:spMkLst>
            <pc:docMk/>
            <pc:sldMk cId="908531274" sldId="265"/>
            <ac:spMk id="2" creationId="{9CD0FCC9-9B2B-2FB9-60E5-72F1827F24DF}"/>
          </ac:spMkLst>
        </pc:spChg>
        <pc:graphicFrameChg chg="modGraphic">
          <ac:chgData name="John Gerega" userId="bd3e1e46fb6a714b" providerId="LiveId" clId="{45F0C402-C550-4C82-B31D-5B32217A5E94}" dt="2026-02-11T19:22:29.161" v="1220" actId="20577"/>
          <ac:graphicFrameMkLst>
            <pc:docMk/>
            <pc:sldMk cId="908531274" sldId="265"/>
            <ac:graphicFrameMk id="23" creationId="{44CD89A8-8DA1-F116-3D4F-01244121EF2F}"/>
          </ac:graphicFrameMkLst>
        </pc:graphicFrameChg>
      </pc:sldChg>
      <pc:sldChg chg="new">
        <pc:chgData name="John Gerega" userId="bd3e1e46fb6a714b" providerId="LiveId" clId="{45F0C402-C550-4C82-B31D-5B32217A5E94}" dt="2026-02-09T15:55:13.147" v="700" actId="680"/>
        <pc:sldMkLst>
          <pc:docMk/>
          <pc:sldMk cId="1387929111" sldId="267"/>
        </pc:sldMkLst>
      </pc:sldChg>
      <pc:sldMasterChg chg="add addSldLayout">
        <pc:chgData name="John Gerega" userId="bd3e1e46fb6a714b" providerId="LiveId" clId="{45F0C402-C550-4C82-B31D-5B32217A5E94}" dt="2026-02-02T20:33:55.195" v="25" actId="26606"/>
        <pc:sldMasterMkLst>
          <pc:docMk/>
          <pc:sldMasterMk cId="2277188416" sldId="2147483686"/>
        </pc:sldMasterMkLst>
        <pc:sldLayoutChg chg="add">
          <pc:chgData name="John Gerega" userId="bd3e1e46fb6a714b" providerId="LiveId" clId="{45F0C402-C550-4C82-B31D-5B32217A5E94}" dt="2026-02-02T20:33:55.195" v="25" actId="26606"/>
          <pc:sldLayoutMkLst>
            <pc:docMk/>
            <pc:sldMasterMk cId="2277188416" sldId="2147483686"/>
            <pc:sldLayoutMk cId="3320327472" sldId="2147483675"/>
          </pc:sldLayoutMkLst>
        </pc:sldLayoutChg>
        <pc:sldLayoutChg chg="add">
          <pc:chgData name="John Gerega" userId="bd3e1e46fb6a714b" providerId="LiveId" clId="{45F0C402-C550-4C82-B31D-5B32217A5E94}" dt="2026-02-02T20:33:55.195" v="25" actId="26606"/>
          <pc:sldLayoutMkLst>
            <pc:docMk/>
            <pc:sldMasterMk cId="2277188416" sldId="2147483686"/>
            <pc:sldLayoutMk cId="1877383696" sldId="2147483676"/>
          </pc:sldLayoutMkLst>
        </pc:sldLayoutChg>
        <pc:sldLayoutChg chg="add">
          <pc:chgData name="John Gerega" userId="bd3e1e46fb6a714b" providerId="LiveId" clId="{45F0C402-C550-4C82-B31D-5B32217A5E94}" dt="2026-02-02T20:33:55.195" v="25" actId="26606"/>
          <pc:sldLayoutMkLst>
            <pc:docMk/>
            <pc:sldMasterMk cId="2277188416" sldId="2147483686"/>
            <pc:sldLayoutMk cId="2196479191" sldId="2147483677"/>
          </pc:sldLayoutMkLst>
        </pc:sldLayoutChg>
        <pc:sldLayoutChg chg="add">
          <pc:chgData name="John Gerega" userId="bd3e1e46fb6a714b" providerId="LiveId" clId="{45F0C402-C550-4C82-B31D-5B32217A5E94}" dt="2026-02-02T20:33:55.195" v="25" actId="26606"/>
          <pc:sldLayoutMkLst>
            <pc:docMk/>
            <pc:sldMasterMk cId="2277188416" sldId="2147483686"/>
            <pc:sldLayoutMk cId="3346899338" sldId="2147483678"/>
          </pc:sldLayoutMkLst>
        </pc:sldLayoutChg>
        <pc:sldLayoutChg chg="add">
          <pc:chgData name="John Gerega" userId="bd3e1e46fb6a714b" providerId="LiveId" clId="{45F0C402-C550-4C82-B31D-5B32217A5E94}" dt="2026-02-02T20:33:55.195" v="25" actId="26606"/>
          <pc:sldLayoutMkLst>
            <pc:docMk/>
            <pc:sldMasterMk cId="2277188416" sldId="2147483686"/>
            <pc:sldLayoutMk cId="2346954145" sldId="2147483679"/>
          </pc:sldLayoutMkLst>
        </pc:sldLayoutChg>
        <pc:sldLayoutChg chg="add">
          <pc:chgData name="John Gerega" userId="bd3e1e46fb6a714b" providerId="LiveId" clId="{45F0C402-C550-4C82-B31D-5B32217A5E94}" dt="2026-02-02T20:33:55.195" v="25" actId="26606"/>
          <pc:sldLayoutMkLst>
            <pc:docMk/>
            <pc:sldMasterMk cId="2277188416" sldId="2147483686"/>
            <pc:sldLayoutMk cId="1161231552" sldId="2147483680"/>
          </pc:sldLayoutMkLst>
        </pc:sldLayoutChg>
        <pc:sldLayoutChg chg="add">
          <pc:chgData name="John Gerega" userId="bd3e1e46fb6a714b" providerId="LiveId" clId="{45F0C402-C550-4C82-B31D-5B32217A5E94}" dt="2026-02-02T20:33:55.195" v="25" actId="26606"/>
          <pc:sldLayoutMkLst>
            <pc:docMk/>
            <pc:sldMasterMk cId="2277188416" sldId="2147483686"/>
            <pc:sldLayoutMk cId="430509238" sldId="2147483681"/>
          </pc:sldLayoutMkLst>
        </pc:sldLayoutChg>
        <pc:sldLayoutChg chg="add">
          <pc:chgData name="John Gerega" userId="bd3e1e46fb6a714b" providerId="LiveId" clId="{45F0C402-C550-4C82-B31D-5B32217A5E94}" dt="2026-02-02T20:33:55.195" v="25" actId="26606"/>
          <pc:sldLayoutMkLst>
            <pc:docMk/>
            <pc:sldMasterMk cId="2277188416" sldId="2147483686"/>
            <pc:sldLayoutMk cId="1144109887" sldId="2147483682"/>
          </pc:sldLayoutMkLst>
        </pc:sldLayoutChg>
        <pc:sldLayoutChg chg="add">
          <pc:chgData name="John Gerega" userId="bd3e1e46fb6a714b" providerId="LiveId" clId="{45F0C402-C550-4C82-B31D-5B32217A5E94}" dt="2026-02-02T20:33:55.195" v="25" actId="26606"/>
          <pc:sldLayoutMkLst>
            <pc:docMk/>
            <pc:sldMasterMk cId="2277188416" sldId="2147483686"/>
            <pc:sldLayoutMk cId="1488737144" sldId="2147483683"/>
          </pc:sldLayoutMkLst>
        </pc:sldLayoutChg>
        <pc:sldLayoutChg chg="add">
          <pc:chgData name="John Gerega" userId="bd3e1e46fb6a714b" providerId="LiveId" clId="{45F0C402-C550-4C82-B31D-5B32217A5E94}" dt="2026-02-02T20:33:55.195" v="25" actId="26606"/>
          <pc:sldLayoutMkLst>
            <pc:docMk/>
            <pc:sldMasterMk cId="2277188416" sldId="2147483686"/>
            <pc:sldLayoutMk cId="2356902003" sldId="2147483684"/>
          </pc:sldLayoutMkLst>
        </pc:sldLayoutChg>
        <pc:sldLayoutChg chg="add">
          <pc:chgData name="John Gerega" userId="bd3e1e46fb6a714b" providerId="LiveId" clId="{45F0C402-C550-4C82-B31D-5B32217A5E94}" dt="2026-02-02T20:33:55.195" v="25" actId="26606"/>
          <pc:sldLayoutMkLst>
            <pc:docMk/>
            <pc:sldMasterMk cId="2277188416" sldId="2147483686"/>
            <pc:sldLayoutMk cId="3783778473" sldId="2147483685"/>
          </pc:sldLayoutMkLst>
        </pc:sldLayoutChg>
      </pc:sldMasterChg>
    </pc:docChg>
  </pc:docChgLst>
  <pc:docChgLst>
    <pc:chgData name="Margo Bonal" userId="18c9fa0f-b53d-478b-9dc0-6ad88786c19f" providerId="ADAL" clId="{93D479E5-F67F-4B8A-A78F-A0B574A116B6}"/>
    <pc:docChg chg="undo custSel addSld delSld modSld">
      <pc:chgData name="Margo Bonal" userId="18c9fa0f-b53d-478b-9dc0-6ad88786c19f" providerId="ADAL" clId="{93D479E5-F67F-4B8A-A78F-A0B574A116B6}" dt="2026-02-08T18:38:49.546" v="1128" actId="20577"/>
      <pc:docMkLst>
        <pc:docMk/>
      </pc:docMkLst>
      <pc:sldChg chg="modSp mod">
        <pc:chgData name="Margo Bonal" userId="18c9fa0f-b53d-478b-9dc0-6ad88786c19f" providerId="ADAL" clId="{93D479E5-F67F-4B8A-A78F-A0B574A116B6}" dt="2026-02-08T13:51:50.428" v="748" actId="20577"/>
        <pc:sldMkLst>
          <pc:docMk/>
          <pc:sldMk cId="15834778" sldId="258"/>
        </pc:sldMkLst>
        <pc:spChg chg="mod">
          <ac:chgData name="Margo Bonal" userId="18c9fa0f-b53d-478b-9dc0-6ad88786c19f" providerId="ADAL" clId="{93D479E5-F67F-4B8A-A78F-A0B574A116B6}" dt="2026-02-08T13:51:50.428" v="748" actId="20577"/>
          <ac:spMkLst>
            <pc:docMk/>
            <pc:sldMk cId="15834778" sldId="258"/>
            <ac:spMk id="4" creationId="{E561C6AA-9902-DF8F-9362-2CB01093FE3C}"/>
          </ac:spMkLst>
        </pc:spChg>
      </pc:sldChg>
      <pc:sldChg chg="addSp delSp modSp mod setBg addAnim delAnim">
        <pc:chgData name="Margo Bonal" userId="18c9fa0f-b53d-478b-9dc0-6ad88786c19f" providerId="ADAL" clId="{93D479E5-F67F-4B8A-A78F-A0B574A116B6}" dt="2026-02-03T23:01:29.897" v="9" actId="14100"/>
        <pc:sldMkLst>
          <pc:docMk/>
          <pc:sldMk cId="1619079604" sldId="259"/>
        </pc:sldMkLst>
        <pc:spChg chg="mod">
          <ac:chgData name="Margo Bonal" userId="18c9fa0f-b53d-478b-9dc0-6ad88786c19f" providerId="ADAL" clId="{93D479E5-F67F-4B8A-A78F-A0B574A116B6}" dt="2026-02-03T23:01:21.843" v="7" actId="26606"/>
          <ac:spMkLst>
            <pc:docMk/>
            <pc:sldMk cId="1619079604" sldId="259"/>
            <ac:spMk id="2" creationId="{6AEF2B38-CEDA-4975-20B3-61F49EDAA71B}"/>
          </ac:spMkLst>
        </pc:spChg>
        <pc:picChg chg="add mod">
          <ac:chgData name="Margo Bonal" userId="18c9fa0f-b53d-478b-9dc0-6ad88786c19f" providerId="ADAL" clId="{93D479E5-F67F-4B8A-A78F-A0B574A116B6}" dt="2026-02-03T23:01:29.897" v="9" actId="14100"/>
          <ac:picMkLst>
            <pc:docMk/>
            <pc:sldMk cId="1619079604" sldId="259"/>
            <ac:picMk id="6" creationId="{6D225721-0D4B-0F5E-1772-DBEBF94E117B}"/>
          </ac:picMkLst>
        </pc:picChg>
      </pc:sldChg>
      <pc:sldChg chg="modSp mod">
        <pc:chgData name="Margo Bonal" userId="18c9fa0f-b53d-478b-9dc0-6ad88786c19f" providerId="ADAL" clId="{93D479E5-F67F-4B8A-A78F-A0B574A116B6}" dt="2026-02-08T13:52:54.191" v="864" actId="313"/>
        <pc:sldMkLst>
          <pc:docMk/>
          <pc:sldMk cId="3161600005" sldId="260"/>
        </pc:sldMkLst>
        <pc:spChg chg="mod">
          <ac:chgData name="Margo Bonal" userId="18c9fa0f-b53d-478b-9dc0-6ad88786c19f" providerId="ADAL" clId="{93D479E5-F67F-4B8A-A78F-A0B574A116B6}" dt="2026-02-08T13:52:30.423" v="801" actId="20577"/>
          <ac:spMkLst>
            <pc:docMk/>
            <pc:sldMk cId="3161600005" sldId="260"/>
            <ac:spMk id="4" creationId="{776ECB18-DBAF-2BDD-C40E-4EABB40220F0}"/>
          </ac:spMkLst>
        </pc:spChg>
        <pc:spChg chg="mod">
          <ac:chgData name="Margo Bonal" userId="18c9fa0f-b53d-478b-9dc0-6ad88786c19f" providerId="ADAL" clId="{93D479E5-F67F-4B8A-A78F-A0B574A116B6}" dt="2026-02-08T13:52:54.191" v="864" actId="313"/>
          <ac:spMkLst>
            <pc:docMk/>
            <pc:sldMk cId="3161600005" sldId="260"/>
            <ac:spMk id="6" creationId="{088E4DDC-393B-1288-15A0-F2DC55C7EA64}"/>
          </ac:spMkLst>
        </pc:spChg>
      </pc:sldChg>
      <pc:sldChg chg="addSp modSp mod setBg">
        <pc:chgData name="Margo Bonal" userId="18c9fa0f-b53d-478b-9dc0-6ad88786c19f" providerId="ADAL" clId="{93D479E5-F67F-4B8A-A78F-A0B574A116B6}" dt="2026-02-08T13:57:07.036" v="892" actId="12100"/>
        <pc:sldMkLst>
          <pc:docMk/>
          <pc:sldMk cId="908531274" sldId="265"/>
        </pc:sldMkLst>
        <pc:spChg chg="mod">
          <ac:chgData name="Margo Bonal" userId="18c9fa0f-b53d-478b-9dc0-6ad88786c19f" providerId="ADAL" clId="{93D479E5-F67F-4B8A-A78F-A0B574A116B6}" dt="2026-02-08T13:55:15.747" v="889" actId="26606"/>
          <ac:spMkLst>
            <pc:docMk/>
            <pc:sldMk cId="908531274" sldId="265"/>
            <ac:spMk id="2" creationId="{9CD0FCC9-9B2B-2FB9-60E5-72F1827F24DF}"/>
          </ac:spMkLst>
        </pc:spChg>
        <pc:spChg chg="add">
          <ac:chgData name="Margo Bonal" userId="18c9fa0f-b53d-478b-9dc0-6ad88786c19f" providerId="ADAL" clId="{93D479E5-F67F-4B8A-A78F-A0B574A116B6}" dt="2026-02-08T13:55:15.747" v="889" actId="26606"/>
          <ac:spMkLst>
            <pc:docMk/>
            <pc:sldMk cId="908531274" sldId="265"/>
            <ac:spMk id="28" creationId="{817D949E-564D-4503-A64E-D22FA3232C29}"/>
          </ac:spMkLst>
        </pc:spChg>
        <pc:spChg chg="add">
          <ac:chgData name="Margo Bonal" userId="18c9fa0f-b53d-478b-9dc0-6ad88786c19f" providerId="ADAL" clId="{93D479E5-F67F-4B8A-A78F-A0B574A116B6}" dt="2026-02-08T13:55:15.747" v="889" actId="26606"/>
          <ac:spMkLst>
            <pc:docMk/>
            <pc:sldMk cId="908531274" sldId="265"/>
            <ac:spMk id="30" creationId="{92BE0106-0C20-465B-A1BE-0BAC2737B1AD}"/>
          </ac:spMkLst>
        </pc:spChg>
        <pc:spChg chg="add">
          <ac:chgData name="Margo Bonal" userId="18c9fa0f-b53d-478b-9dc0-6ad88786c19f" providerId="ADAL" clId="{93D479E5-F67F-4B8A-A78F-A0B574A116B6}" dt="2026-02-08T13:55:15.747" v="889" actId="26606"/>
          <ac:spMkLst>
            <pc:docMk/>
            <pc:sldMk cId="908531274" sldId="265"/>
            <ac:spMk id="32" creationId="{851808AB-2943-464C-A710-F2A18D869334}"/>
          </ac:spMkLst>
        </pc:spChg>
        <pc:graphicFrameChg chg="mod modGraphic">
          <ac:chgData name="Margo Bonal" userId="18c9fa0f-b53d-478b-9dc0-6ad88786c19f" providerId="ADAL" clId="{93D479E5-F67F-4B8A-A78F-A0B574A116B6}" dt="2026-02-08T13:57:07.036" v="892" actId="12100"/>
          <ac:graphicFrameMkLst>
            <pc:docMk/>
            <pc:sldMk cId="908531274" sldId="265"/>
            <ac:graphicFrameMk id="23" creationId="{44CD89A8-8DA1-F116-3D4F-01244121EF2F}"/>
          </ac:graphicFrameMkLst>
        </pc:graphicFrameChg>
      </pc:sldChg>
      <pc:sldChg chg="addSp delSp modSp new mod setBg">
        <pc:chgData name="Margo Bonal" userId="18c9fa0f-b53d-478b-9dc0-6ad88786c19f" providerId="ADAL" clId="{93D479E5-F67F-4B8A-A78F-A0B574A116B6}" dt="2026-02-08T18:38:49.546" v="1128" actId="20577"/>
        <pc:sldMkLst>
          <pc:docMk/>
          <pc:sldMk cId="4227096544" sldId="266"/>
        </pc:sldMkLst>
        <pc:spChg chg="mod">
          <ac:chgData name="Margo Bonal" userId="18c9fa0f-b53d-478b-9dc0-6ad88786c19f" providerId="ADAL" clId="{93D479E5-F67F-4B8A-A78F-A0B574A116B6}" dt="2026-02-08T18:38:49.546" v="1128" actId="20577"/>
          <ac:spMkLst>
            <pc:docMk/>
            <pc:sldMk cId="4227096544" sldId="266"/>
            <ac:spMk id="2" creationId="{6E9A9E5D-07AB-E926-5C64-E2F9B691E543}"/>
          </ac:spMkLst>
        </pc:spChg>
        <pc:spChg chg="add">
          <ac:chgData name="Margo Bonal" userId="18c9fa0f-b53d-478b-9dc0-6ad88786c19f" providerId="ADAL" clId="{93D479E5-F67F-4B8A-A78F-A0B574A116B6}" dt="2026-02-08T18:35:30.335" v="1122" actId="26606"/>
          <ac:spMkLst>
            <pc:docMk/>
            <pc:sldMk cId="4227096544" sldId="266"/>
            <ac:spMk id="10" creationId="{774A975B-A886-5202-0489-6965514A0D14}"/>
          </ac:spMkLst>
        </pc:spChg>
        <pc:spChg chg="add">
          <ac:chgData name="Margo Bonal" userId="18c9fa0f-b53d-478b-9dc0-6ad88786c19f" providerId="ADAL" clId="{93D479E5-F67F-4B8A-A78F-A0B574A116B6}" dt="2026-02-08T18:35:30.335" v="1122" actId="26606"/>
          <ac:spMkLst>
            <pc:docMk/>
            <pc:sldMk cId="4227096544" sldId="266"/>
            <ac:spMk id="12" creationId="{E8BAA160-18A6-38AE-4699-2AD01EF53C77}"/>
          </ac:spMkLst>
        </pc:spChg>
        <pc:spChg chg="add">
          <ac:chgData name="Margo Bonal" userId="18c9fa0f-b53d-478b-9dc0-6ad88786c19f" providerId="ADAL" clId="{93D479E5-F67F-4B8A-A78F-A0B574A116B6}" dt="2026-02-08T18:35:30.335" v="1122" actId="26606"/>
          <ac:spMkLst>
            <pc:docMk/>
            <pc:sldMk cId="4227096544" sldId="266"/>
            <ac:spMk id="14" creationId="{04213918-F1EB-4BCE-BE23-F5E9851EE05C}"/>
          </ac:spMkLst>
        </pc:spChg>
        <pc:spChg chg="add">
          <ac:chgData name="Margo Bonal" userId="18c9fa0f-b53d-478b-9dc0-6ad88786c19f" providerId="ADAL" clId="{93D479E5-F67F-4B8A-A78F-A0B574A116B6}" dt="2026-02-08T18:35:30.335" v="1122" actId="26606"/>
          <ac:spMkLst>
            <pc:docMk/>
            <pc:sldMk cId="4227096544" sldId="266"/>
            <ac:spMk id="16" creationId="{2062E862-C7F7-4CA1-B929-D0B75F5E9FB9}"/>
          </ac:spMkLst>
        </pc:spChg>
        <pc:graphicFrameChg chg="add mod">
          <ac:chgData name="Margo Bonal" userId="18c9fa0f-b53d-478b-9dc0-6ad88786c19f" providerId="ADAL" clId="{93D479E5-F67F-4B8A-A78F-A0B574A116B6}" dt="2026-02-08T18:36:27.854" v="1123" actId="12100"/>
          <ac:graphicFrameMkLst>
            <pc:docMk/>
            <pc:sldMk cId="4227096544" sldId="266"/>
            <ac:graphicFrameMk id="7" creationId="{09FEC443-CB09-EFC4-CCC3-4CB5EB7F2E1D}"/>
          </ac:graphicFrameMkLst>
        </pc:graphicFrameChg>
      </pc:sldChg>
    </pc:docChg>
  </pc:docChgLst>
  <pc:docChgLst>
    <pc:chgData name="Luke ruffing" userId="c83d55373a9d0f60" providerId="LiveId" clId="{7F051426-1AF3-4D06-899D-16659997B519}"/>
    <pc:docChg chg="custSel modSld">
      <pc:chgData name="Luke ruffing" userId="c83d55373a9d0f60" providerId="LiveId" clId="{7F051426-1AF3-4D06-899D-16659997B519}" dt="2026-02-06T23:17:14.450" v="45" actId="5793"/>
      <pc:docMkLst>
        <pc:docMk/>
      </pc:docMkLst>
      <pc:sldChg chg="modSp mod">
        <pc:chgData name="Luke ruffing" userId="c83d55373a9d0f60" providerId="LiveId" clId="{7F051426-1AF3-4D06-899D-16659997B519}" dt="2026-02-06T23:17:14.450" v="45" actId="5793"/>
        <pc:sldMkLst>
          <pc:docMk/>
          <pc:sldMk cId="15834778" sldId="258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4">
  <dgm:title val=""/>
  <dgm:desc val=""/>
  <dgm:catLst>
    <dgm:cat type="accent3" pri="11400"/>
  </dgm:catLst>
  <dgm:styleLbl name="node0">
    <dgm:fillClrLst meth="cycle">
      <a:schemeClr val="accent3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3">
        <a:shade val="50000"/>
      </a:schemeClr>
      <a:schemeClr val="accent3">
        <a:tint val="55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3">
        <a:shade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3">
        <a:shade val="80000"/>
        <a:alpha val="50000"/>
      </a:schemeClr>
      <a:schemeClr val="accent3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3">
        <a:shade val="90000"/>
      </a:schemeClr>
      <a:schemeClr val="accent3">
        <a:tint val="50000"/>
      </a:schemeClr>
    </dgm:fillClrLst>
    <dgm:linClrLst meth="cycle"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3">
        <a:shade val="50000"/>
      </a:schemeClr>
      <a:schemeClr val="accent3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55000"/>
      </a:schemeClr>
    </dgm:fillClrLst>
    <dgm:linClrLst meth="repeat">
      <a:schemeClr val="accent3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55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9AED39-6EA4-4C8F-8F93-0109BCE29F73}" type="doc">
      <dgm:prSet loTypeId="urn:microsoft.com/office/officeart/2018/2/layout/IconLabelList" loCatId="icon" qsTypeId="urn:microsoft.com/office/officeart/2005/8/quickstyle/simple1" qsCatId="simple" csTypeId="urn:microsoft.com/office/officeart/2005/8/colors/accent3_4" csCatId="accent3" phldr="1"/>
      <dgm:spPr/>
      <dgm:t>
        <a:bodyPr/>
        <a:lstStyle/>
        <a:p>
          <a:endParaRPr lang="en-US"/>
        </a:p>
      </dgm:t>
    </dgm:pt>
    <dgm:pt modelId="{7A943B02-5C04-46D6-A68D-B6CA7864244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Vulcan Platform</a:t>
          </a:r>
        </a:p>
      </dgm:t>
    </dgm:pt>
    <dgm:pt modelId="{DCE7D11E-72ED-4379-92AB-B4DD3163FFDD}" type="parTrans" cxnId="{0607399A-5388-4DF6-AF8F-B30347370EA9}">
      <dgm:prSet/>
      <dgm:spPr/>
      <dgm:t>
        <a:bodyPr/>
        <a:lstStyle/>
        <a:p>
          <a:endParaRPr lang="en-US"/>
        </a:p>
      </dgm:t>
    </dgm:pt>
    <dgm:pt modelId="{40F66F96-190F-4E10-A10D-B436D4D705FE}" type="sibTrans" cxnId="{0607399A-5388-4DF6-AF8F-B30347370EA9}">
      <dgm:prSet/>
      <dgm:spPr/>
      <dgm:t>
        <a:bodyPr/>
        <a:lstStyle/>
        <a:p>
          <a:endParaRPr lang="en-US"/>
        </a:p>
      </dgm:t>
    </dgm:pt>
    <dgm:pt modelId="{B95C487C-5DFF-4263-92CB-57434121393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Database</a:t>
          </a:r>
        </a:p>
      </dgm:t>
    </dgm:pt>
    <dgm:pt modelId="{D039C51C-121D-4A59-95DB-0DFFAA9D1793}" type="parTrans" cxnId="{FD2FD9E5-C328-47DA-8160-3C42737E9923}">
      <dgm:prSet/>
      <dgm:spPr/>
      <dgm:t>
        <a:bodyPr/>
        <a:lstStyle/>
        <a:p>
          <a:endParaRPr lang="en-US"/>
        </a:p>
      </dgm:t>
    </dgm:pt>
    <dgm:pt modelId="{37A95161-BDCF-49DB-9C9F-BC4185772BE6}" type="sibTrans" cxnId="{FD2FD9E5-C328-47DA-8160-3C42737E9923}">
      <dgm:prSet/>
      <dgm:spPr/>
      <dgm:t>
        <a:bodyPr/>
        <a:lstStyle/>
        <a:p>
          <a:endParaRPr lang="en-US"/>
        </a:p>
      </dgm:t>
    </dgm:pt>
    <dgm:pt modelId="{13E91AA6-E007-471F-9FFD-79CEA9BE8816}" type="pres">
      <dgm:prSet presAssocID="{BD9AED39-6EA4-4C8F-8F93-0109BCE29F73}" presName="root" presStyleCnt="0">
        <dgm:presLayoutVars>
          <dgm:dir/>
          <dgm:resizeHandles val="exact"/>
        </dgm:presLayoutVars>
      </dgm:prSet>
      <dgm:spPr/>
    </dgm:pt>
    <dgm:pt modelId="{F0D2D979-8208-4E4D-8088-1AD6645EF552}" type="pres">
      <dgm:prSet presAssocID="{7A943B02-5C04-46D6-A68D-B6CA78642443}" presName="compNode" presStyleCnt="0"/>
      <dgm:spPr/>
    </dgm:pt>
    <dgm:pt modelId="{E557C3BD-D7A2-464C-BE25-619C37B50F74}" type="pres">
      <dgm:prSet presAssocID="{7A943B02-5C04-46D6-A68D-B6CA7864244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E22FC596-4987-4853-A0E2-2DF8372DFA46}" type="pres">
      <dgm:prSet presAssocID="{7A943B02-5C04-46D6-A68D-B6CA78642443}" presName="spaceRect" presStyleCnt="0"/>
      <dgm:spPr/>
    </dgm:pt>
    <dgm:pt modelId="{E6680325-7C17-42F6-86F8-9886BFB08F91}" type="pres">
      <dgm:prSet presAssocID="{7A943B02-5C04-46D6-A68D-B6CA78642443}" presName="textRect" presStyleLbl="revTx" presStyleIdx="0" presStyleCnt="2">
        <dgm:presLayoutVars>
          <dgm:chMax val="1"/>
          <dgm:chPref val="1"/>
        </dgm:presLayoutVars>
      </dgm:prSet>
      <dgm:spPr/>
    </dgm:pt>
    <dgm:pt modelId="{7EB9B54A-00CC-4CF8-BDBF-99668919C167}" type="pres">
      <dgm:prSet presAssocID="{40F66F96-190F-4E10-A10D-B436D4D705FE}" presName="sibTrans" presStyleCnt="0"/>
      <dgm:spPr/>
    </dgm:pt>
    <dgm:pt modelId="{0D44D646-F99A-4330-ACC4-8D4C0D804D93}" type="pres">
      <dgm:prSet presAssocID="{B95C487C-5DFF-4263-92CB-57434121393C}" presName="compNode" presStyleCnt="0"/>
      <dgm:spPr/>
    </dgm:pt>
    <dgm:pt modelId="{FF6F7BDB-D2D7-4FED-87CF-3AAA37E25CAB}" type="pres">
      <dgm:prSet presAssocID="{B95C487C-5DFF-4263-92CB-57434121393C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B986672-CB4A-4110-B13B-F92917FA0DA7}" type="pres">
      <dgm:prSet presAssocID="{B95C487C-5DFF-4263-92CB-57434121393C}" presName="spaceRect" presStyleCnt="0"/>
      <dgm:spPr/>
    </dgm:pt>
    <dgm:pt modelId="{6ECF080C-DF9F-4C1D-A50C-86DA5ACE30A9}" type="pres">
      <dgm:prSet presAssocID="{B95C487C-5DFF-4263-92CB-57434121393C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0607399A-5388-4DF6-AF8F-B30347370EA9}" srcId="{BD9AED39-6EA4-4C8F-8F93-0109BCE29F73}" destId="{7A943B02-5C04-46D6-A68D-B6CA78642443}" srcOrd="0" destOrd="0" parTransId="{DCE7D11E-72ED-4379-92AB-B4DD3163FFDD}" sibTransId="{40F66F96-190F-4E10-A10D-B436D4D705FE}"/>
    <dgm:cxn modelId="{47EA91D3-7308-4970-A81B-2F4E6CF95EC4}" type="presOf" srcId="{7A943B02-5C04-46D6-A68D-B6CA78642443}" destId="{E6680325-7C17-42F6-86F8-9886BFB08F91}" srcOrd="0" destOrd="0" presId="urn:microsoft.com/office/officeart/2018/2/layout/IconLabelList"/>
    <dgm:cxn modelId="{4E4B84DC-07A3-4DC4-8E3F-0E759BA52666}" type="presOf" srcId="{BD9AED39-6EA4-4C8F-8F93-0109BCE29F73}" destId="{13E91AA6-E007-471F-9FFD-79CEA9BE8816}" srcOrd="0" destOrd="0" presId="urn:microsoft.com/office/officeart/2018/2/layout/IconLabelList"/>
    <dgm:cxn modelId="{FD2FD9E5-C328-47DA-8160-3C42737E9923}" srcId="{BD9AED39-6EA4-4C8F-8F93-0109BCE29F73}" destId="{B95C487C-5DFF-4263-92CB-57434121393C}" srcOrd="1" destOrd="0" parTransId="{D039C51C-121D-4A59-95DB-0DFFAA9D1793}" sibTransId="{37A95161-BDCF-49DB-9C9F-BC4185772BE6}"/>
    <dgm:cxn modelId="{44732CED-2364-4390-93C4-A8ABD76970EE}" type="presOf" srcId="{B95C487C-5DFF-4263-92CB-57434121393C}" destId="{6ECF080C-DF9F-4C1D-A50C-86DA5ACE30A9}" srcOrd="0" destOrd="0" presId="urn:microsoft.com/office/officeart/2018/2/layout/IconLabelList"/>
    <dgm:cxn modelId="{50B1A358-82E7-4D33-B6D2-EC3002965EAA}" type="presParOf" srcId="{13E91AA6-E007-471F-9FFD-79CEA9BE8816}" destId="{F0D2D979-8208-4E4D-8088-1AD6645EF552}" srcOrd="0" destOrd="0" presId="urn:microsoft.com/office/officeart/2018/2/layout/IconLabelList"/>
    <dgm:cxn modelId="{A3436B7C-5F3D-4068-8EA0-3FCC19CDEE50}" type="presParOf" srcId="{F0D2D979-8208-4E4D-8088-1AD6645EF552}" destId="{E557C3BD-D7A2-464C-BE25-619C37B50F74}" srcOrd="0" destOrd="0" presId="urn:microsoft.com/office/officeart/2018/2/layout/IconLabelList"/>
    <dgm:cxn modelId="{FFFF9F44-E6FF-45FF-B077-3B2EB70DF2F3}" type="presParOf" srcId="{F0D2D979-8208-4E4D-8088-1AD6645EF552}" destId="{E22FC596-4987-4853-A0E2-2DF8372DFA46}" srcOrd="1" destOrd="0" presId="urn:microsoft.com/office/officeart/2018/2/layout/IconLabelList"/>
    <dgm:cxn modelId="{D7571999-42BC-4FD4-BF06-EB9311547827}" type="presParOf" srcId="{F0D2D979-8208-4E4D-8088-1AD6645EF552}" destId="{E6680325-7C17-42F6-86F8-9886BFB08F91}" srcOrd="2" destOrd="0" presId="urn:microsoft.com/office/officeart/2018/2/layout/IconLabelList"/>
    <dgm:cxn modelId="{89242AC9-800F-4273-9E39-CEAC167444F5}" type="presParOf" srcId="{13E91AA6-E007-471F-9FFD-79CEA9BE8816}" destId="{7EB9B54A-00CC-4CF8-BDBF-99668919C167}" srcOrd="1" destOrd="0" presId="urn:microsoft.com/office/officeart/2018/2/layout/IconLabelList"/>
    <dgm:cxn modelId="{51FD7A71-0DF2-4ED0-B3AC-AE10039AAA96}" type="presParOf" srcId="{13E91AA6-E007-471F-9FFD-79CEA9BE8816}" destId="{0D44D646-F99A-4330-ACC4-8D4C0D804D93}" srcOrd="2" destOrd="0" presId="urn:microsoft.com/office/officeart/2018/2/layout/IconLabelList"/>
    <dgm:cxn modelId="{1B0B2985-DE63-4415-BE54-208EE40B9B9B}" type="presParOf" srcId="{0D44D646-F99A-4330-ACC4-8D4C0D804D93}" destId="{FF6F7BDB-D2D7-4FED-87CF-3AAA37E25CAB}" srcOrd="0" destOrd="0" presId="urn:microsoft.com/office/officeart/2018/2/layout/IconLabelList"/>
    <dgm:cxn modelId="{BD30E0E6-8B69-42BC-B54E-079972CF2407}" type="presParOf" srcId="{0D44D646-F99A-4330-ACC4-8D4C0D804D93}" destId="{CB986672-CB4A-4110-B13B-F92917FA0DA7}" srcOrd="1" destOrd="0" presId="urn:microsoft.com/office/officeart/2018/2/layout/IconLabelList"/>
    <dgm:cxn modelId="{7F8AF791-CDFE-473A-93BC-025A496BB659}" type="presParOf" srcId="{0D44D646-F99A-4330-ACC4-8D4C0D804D93}" destId="{6ECF080C-DF9F-4C1D-A50C-86DA5ACE30A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883F58-09E0-4E70-98D4-32C537E6F358}" type="doc">
      <dgm:prSet loTypeId="urn:microsoft.com/office/officeart/2008/layout/LinedList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C65EF1A1-4987-4440-88B2-2E7916CF0BC5}">
      <dgm:prSet/>
      <dgm:spPr/>
      <dgm:t>
        <a:bodyPr/>
        <a:lstStyle/>
        <a:p>
          <a:r>
            <a:rPr lang="en-US" dirty="0"/>
            <a:t>Begin Team Page Development</a:t>
          </a:r>
        </a:p>
      </dgm:t>
    </dgm:pt>
    <dgm:pt modelId="{DD7D6ECE-FF12-4EA8-A8E4-5F2EAA2892FB}" type="parTrans" cxnId="{35FCEE86-B5FE-47DA-87C2-D0F72527B7F6}">
      <dgm:prSet/>
      <dgm:spPr/>
      <dgm:t>
        <a:bodyPr/>
        <a:lstStyle/>
        <a:p>
          <a:endParaRPr lang="en-US"/>
        </a:p>
      </dgm:t>
    </dgm:pt>
    <dgm:pt modelId="{FCF3654C-E3BD-47D0-A0CA-9FC07C5BE1B5}" type="sibTrans" cxnId="{35FCEE86-B5FE-47DA-87C2-D0F72527B7F6}">
      <dgm:prSet/>
      <dgm:spPr/>
      <dgm:t>
        <a:bodyPr/>
        <a:lstStyle/>
        <a:p>
          <a:endParaRPr lang="en-US"/>
        </a:p>
      </dgm:t>
    </dgm:pt>
    <dgm:pt modelId="{9DC6CDF4-2BCB-4D5A-A2F7-9F8ECB80A928}">
      <dgm:prSet/>
      <dgm:spPr/>
      <dgm:t>
        <a:bodyPr/>
        <a:lstStyle/>
        <a:p>
          <a:r>
            <a:rPr lang="en-US" dirty="0"/>
            <a:t>Implement </a:t>
          </a:r>
          <a:r>
            <a:rPr lang="en-US"/>
            <a:t>password requirements</a:t>
          </a:r>
          <a:endParaRPr lang="en-US" dirty="0"/>
        </a:p>
      </dgm:t>
    </dgm:pt>
    <dgm:pt modelId="{7C9BC6AB-481B-4ADC-BE3C-005DE147CD6E}" type="parTrans" cxnId="{078A1CDD-EFC7-4264-AE23-9CD8AA11F804}">
      <dgm:prSet/>
      <dgm:spPr/>
      <dgm:t>
        <a:bodyPr/>
        <a:lstStyle/>
        <a:p>
          <a:endParaRPr lang="en-US"/>
        </a:p>
      </dgm:t>
    </dgm:pt>
    <dgm:pt modelId="{4D855D76-FE7B-46C2-B885-4E579779B739}" type="sibTrans" cxnId="{078A1CDD-EFC7-4264-AE23-9CD8AA11F804}">
      <dgm:prSet/>
      <dgm:spPr/>
      <dgm:t>
        <a:bodyPr/>
        <a:lstStyle/>
        <a:p>
          <a:endParaRPr lang="en-US"/>
        </a:p>
      </dgm:t>
    </dgm:pt>
    <dgm:pt modelId="{276604CE-7742-461E-A1FB-5048586C5350}" type="pres">
      <dgm:prSet presAssocID="{7C883F58-09E0-4E70-98D4-32C537E6F358}" presName="vert0" presStyleCnt="0">
        <dgm:presLayoutVars>
          <dgm:dir/>
          <dgm:animOne val="branch"/>
          <dgm:animLvl val="lvl"/>
        </dgm:presLayoutVars>
      </dgm:prSet>
      <dgm:spPr/>
    </dgm:pt>
    <dgm:pt modelId="{0F199995-7505-4B9F-9DBC-C39FD8496ABF}" type="pres">
      <dgm:prSet presAssocID="{C65EF1A1-4987-4440-88B2-2E7916CF0BC5}" presName="thickLine" presStyleLbl="alignNode1" presStyleIdx="0" presStyleCnt="2"/>
      <dgm:spPr/>
    </dgm:pt>
    <dgm:pt modelId="{5DE2624A-6D7F-4DAA-96DF-B718DA4E7783}" type="pres">
      <dgm:prSet presAssocID="{C65EF1A1-4987-4440-88B2-2E7916CF0BC5}" presName="horz1" presStyleCnt="0"/>
      <dgm:spPr/>
    </dgm:pt>
    <dgm:pt modelId="{E7487A2F-0727-4597-8435-723BD19D3B22}" type="pres">
      <dgm:prSet presAssocID="{C65EF1A1-4987-4440-88B2-2E7916CF0BC5}" presName="tx1" presStyleLbl="revTx" presStyleIdx="0" presStyleCnt="2"/>
      <dgm:spPr/>
    </dgm:pt>
    <dgm:pt modelId="{4DC4D27E-86DA-4630-9F1E-424B508FE567}" type="pres">
      <dgm:prSet presAssocID="{C65EF1A1-4987-4440-88B2-2E7916CF0BC5}" presName="vert1" presStyleCnt="0"/>
      <dgm:spPr/>
    </dgm:pt>
    <dgm:pt modelId="{42DE9A3D-D36B-48B0-A9CC-5C9B4FB79C2A}" type="pres">
      <dgm:prSet presAssocID="{9DC6CDF4-2BCB-4D5A-A2F7-9F8ECB80A928}" presName="thickLine" presStyleLbl="alignNode1" presStyleIdx="1" presStyleCnt="2"/>
      <dgm:spPr/>
    </dgm:pt>
    <dgm:pt modelId="{D09D6C41-8919-4657-A155-C826C3ACFB78}" type="pres">
      <dgm:prSet presAssocID="{9DC6CDF4-2BCB-4D5A-A2F7-9F8ECB80A928}" presName="horz1" presStyleCnt="0"/>
      <dgm:spPr/>
    </dgm:pt>
    <dgm:pt modelId="{A7348878-5FE5-4EEF-AE6E-6E7EA3A90261}" type="pres">
      <dgm:prSet presAssocID="{9DC6CDF4-2BCB-4D5A-A2F7-9F8ECB80A928}" presName="tx1" presStyleLbl="revTx" presStyleIdx="1" presStyleCnt="2"/>
      <dgm:spPr/>
    </dgm:pt>
    <dgm:pt modelId="{44310A2F-0535-4896-BE26-02EE5186D6AC}" type="pres">
      <dgm:prSet presAssocID="{9DC6CDF4-2BCB-4D5A-A2F7-9F8ECB80A928}" presName="vert1" presStyleCnt="0"/>
      <dgm:spPr/>
    </dgm:pt>
  </dgm:ptLst>
  <dgm:cxnLst>
    <dgm:cxn modelId="{791CF645-63C7-4EDC-8A49-3104EA8923E4}" type="presOf" srcId="{C65EF1A1-4987-4440-88B2-2E7916CF0BC5}" destId="{E7487A2F-0727-4597-8435-723BD19D3B22}" srcOrd="0" destOrd="0" presId="urn:microsoft.com/office/officeart/2008/layout/LinedList"/>
    <dgm:cxn modelId="{35FCEE86-B5FE-47DA-87C2-D0F72527B7F6}" srcId="{7C883F58-09E0-4E70-98D4-32C537E6F358}" destId="{C65EF1A1-4987-4440-88B2-2E7916CF0BC5}" srcOrd="0" destOrd="0" parTransId="{DD7D6ECE-FF12-4EA8-A8E4-5F2EAA2892FB}" sibTransId="{FCF3654C-E3BD-47D0-A0CA-9FC07C5BE1B5}"/>
    <dgm:cxn modelId="{5301BA8C-06F8-48F6-8C0F-730BC0AA449A}" type="presOf" srcId="{7C883F58-09E0-4E70-98D4-32C537E6F358}" destId="{276604CE-7742-461E-A1FB-5048586C5350}" srcOrd="0" destOrd="0" presId="urn:microsoft.com/office/officeart/2008/layout/LinedList"/>
    <dgm:cxn modelId="{078A1CDD-EFC7-4264-AE23-9CD8AA11F804}" srcId="{7C883F58-09E0-4E70-98D4-32C537E6F358}" destId="{9DC6CDF4-2BCB-4D5A-A2F7-9F8ECB80A928}" srcOrd="1" destOrd="0" parTransId="{7C9BC6AB-481B-4ADC-BE3C-005DE147CD6E}" sibTransId="{4D855D76-FE7B-46C2-B885-4E579779B739}"/>
    <dgm:cxn modelId="{EAFDCAF9-29AC-48D4-A298-CC2F75849CE0}" type="presOf" srcId="{9DC6CDF4-2BCB-4D5A-A2F7-9F8ECB80A928}" destId="{A7348878-5FE5-4EEF-AE6E-6E7EA3A90261}" srcOrd="0" destOrd="0" presId="urn:microsoft.com/office/officeart/2008/layout/LinedList"/>
    <dgm:cxn modelId="{25B94CAD-06A9-4658-960A-A4895F617863}" type="presParOf" srcId="{276604CE-7742-461E-A1FB-5048586C5350}" destId="{0F199995-7505-4B9F-9DBC-C39FD8496ABF}" srcOrd="0" destOrd="0" presId="urn:microsoft.com/office/officeart/2008/layout/LinedList"/>
    <dgm:cxn modelId="{6432556C-3E58-42B8-ACBD-C63FC7681150}" type="presParOf" srcId="{276604CE-7742-461E-A1FB-5048586C5350}" destId="{5DE2624A-6D7F-4DAA-96DF-B718DA4E7783}" srcOrd="1" destOrd="0" presId="urn:microsoft.com/office/officeart/2008/layout/LinedList"/>
    <dgm:cxn modelId="{283053C9-D01A-4B11-9730-24F38F89D221}" type="presParOf" srcId="{5DE2624A-6D7F-4DAA-96DF-B718DA4E7783}" destId="{E7487A2F-0727-4597-8435-723BD19D3B22}" srcOrd="0" destOrd="0" presId="urn:microsoft.com/office/officeart/2008/layout/LinedList"/>
    <dgm:cxn modelId="{378B700A-CDAE-402D-B998-C7E834E32F34}" type="presParOf" srcId="{5DE2624A-6D7F-4DAA-96DF-B718DA4E7783}" destId="{4DC4D27E-86DA-4630-9F1E-424B508FE567}" srcOrd="1" destOrd="0" presId="urn:microsoft.com/office/officeart/2008/layout/LinedList"/>
    <dgm:cxn modelId="{171C8AA9-AFB1-4DF4-9D8B-63A1FFA0716C}" type="presParOf" srcId="{276604CE-7742-461E-A1FB-5048586C5350}" destId="{42DE9A3D-D36B-48B0-A9CC-5C9B4FB79C2A}" srcOrd="2" destOrd="0" presId="urn:microsoft.com/office/officeart/2008/layout/LinedList"/>
    <dgm:cxn modelId="{599C4CA5-3C60-4EB7-9C5C-9406BD5FD5C5}" type="presParOf" srcId="{276604CE-7742-461E-A1FB-5048586C5350}" destId="{D09D6C41-8919-4657-A155-C826C3ACFB78}" srcOrd="3" destOrd="0" presId="urn:microsoft.com/office/officeart/2008/layout/LinedList"/>
    <dgm:cxn modelId="{3066C009-1AEC-4838-A837-B79E73E88EBE}" type="presParOf" srcId="{D09D6C41-8919-4657-A155-C826C3ACFB78}" destId="{A7348878-5FE5-4EEF-AE6E-6E7EA3A90261}" srcOrd="0" destOrd="0" presId="urn:microsoft.com/office/officeart/2008/layout/LinedList"/>
    <dgm:cxn modelId="{822D3625-81AB-4EF6-A864-89D886D52500}" type="presParOf" srcId="{D09D6C41-8919-4657-A155-C826C3ACFB78}" destId="{44310A2F-0535-4896-BE26-02EE5186D6A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57C3BD-D7A2-464C-BE25-619C37B50F74}">
      <dsp:nvSpPr>
        <dsp:cNvPr id="0" name=""/>
        <dsp:cNvSpPr/>
      </dsp:nvSpPr>
      <dsp:spPr>
        <a:xfrm>
          <a:off x="2068474" y="316490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680325-7C17-42F6-86F8-9886BFB08F91}">
      <dsp:nvSpPr>
        <dsp:cNvPr id="0" name=""/>
        <dsp:cNvSpPr/>
      </dsp:nvSpPr>
      <dsp:spPr>
        <a:xfrm>
          <a:off x="880474" y="2730647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089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Vulcan Platform</a:t>
          </a:r>
        </a:p>
      </dsp:txBody>
      <dsp:txXfrm>
        <a:off x="880474" y="2730647"/>
        <a:ext cx="4320000" cy="720000"/>
      </dsp:txXfrm>
    </dsp:sp>
    <dsp:sp modelId="{FF6F7BDB-D2D7-4FED-87CF-3AAA37E25CAB}">
      <dsp:nvSpPr>
        <dsp:cNvPr id="0" name=""/>
        <dsp:cNvSpPr/>
      </dsp:nvSpPr>
      <dsp:spPr>
        <a:xfrm>
          <a:off x="7144475" y="316490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CF080C-DF9F-4C1D-A50C-86DA5ACE30A9}">
      <dsp:nvSpPr>
        <dsp:cNvPr id="0" name=""/>
        <dsp:cNvSpPr/>
      </dsp:nvSpPr>
      <dsp:spPr>
        <a:xfrm>
          <a:off x="5956475" y="2730647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089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Database</a:t>
          </a:r>
        </a:p>
      </dsp:txBody>
      <dsp:txXfrm>
        <a:off x="5956475" y="2730647"/>
        <a:ext cx="432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199995-7505-4B9F-9DBC-C39FD8496ABF}">
      <dsp:nvSpPr>
        <dsp:cNvPr id="0" name=""/>
        <dsp:cNvSpPr/>
      </dsp:nvSpPr>
      <dsp:spPr>
        <a:xfrm>
          <a:off x="0" y="0"/>
          <a:ext cx="662025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487A2F-0727-4597-8435-723BD19D3B22}">
      <dsp:nvSpPr>
        <dsp:cNvPr id="0" name=""/>
        <dsp:cNvSpPr/>
      </dsp:nvSpPr>
      <dsp:spPr>
        <a:xfrm>
          <a:off x="0" y="0"/>
          <a:ext cx="6620255" cy="2482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930" tIns="201930" rIns="201930" bIns="201930" numCol="1" spcCol="1270" anchor="t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 dirty="0"/>
            <a:t>Begin Team Page Development</a:t>
          </a:r>
        </a:p>
      </dsp:txBody>
      <dsp:txXfrm>
        <a:off x="0" y="0"/>
        <a:ext cx="6620255" cy="2482596"/>
      </dsp:txXfrm>
    </dsp:sp>
    <dsp:sp modelId="{42DE9A3D-D36B-48B0-A9CC-5C9B4FB79C2A}">
      <dsp:nvSpPr>
        <dsp:cNvPr id="0" name=""/>
        <dsp:cNvSpPr/>
      </dsp:nvSpPr>
      <dsp:spPr>
        <a:xfrm>
          <a:off x="0" y="2482596"/>
          <a:ext cx="6620255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348878-5FE5-4EEF-AE6E-6E7EA3A90261}">
      <dsp:nvSpPr>
        <dsp:cNvPr id="0" name=""/>
        <dsp:cNvSpPr/>
      </dsp:nvSpPr>
      <dsp:spPr>
        <a:xfrm>
          <a:off x="0" y="2482596"/>
          <a:ext cx="6620255" cy="24825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1930" tIns="201930" rIns="201930" bIns="201930" numCol="1" spcCol="1270" anchor="t" anchorCtr="0">
          <a:noAutofit/>
        </a:bodyPr>
        <a:lstStyle/>
        <a:p>
          <a:pPr marL="0" lvl="0" indent="0" algn="l" defTabSz="2355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300" kern="1200" dirty="0"/>
            <a:t>Implement </a:t>
          </a:r>
          <a:r>
            <a:rPr lang="en-US" sz="5300" kern="1200"/>
            <a:t>password requirements</a:t>
          </a:r>
          <a:endParaRPr lang="en-US" sz="5300" kern="1200" dirty="0"/>
        </a:p>
      </dsp:txBody>
      <dsp:txXfrm>
        <a:off x="0" y="2482596"/>
        <a:ext cx="6620255" cy="24825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509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109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37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02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778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54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3274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383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79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9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231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188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E2F724-2FB3-4D1D-A730-739B8654C0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Time compass on hand">
            <a:extLst>
              <a:ext uri="{FF2B5EF4-FFF2-40B4-BE49-F238E27FC236}">
                <a16:creationId xmlns:a16="http://schemas.microsoft.com/office/drawing/2014/main" id="{88A7FD75-C4AD-D30D-B94B-BD1AB1F578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15414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CB08A9-9D49-7FE1-6F2A-E39642A50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Vulcan Activity Tracker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CEC20E-E2EC-8210-59DB-3F89C20EC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2119317"/>
          </a:xfrm>
        </p:spPr>
        <p:txBody>
          <a:bodyPr anchor="t">
            <a:normAutofit fontScale="92500" lnSpcReduction="20000"/>
          </a:bodyPr>
          <a:lstStyle/>
          <a:p>
            <a:r>
              <a:rPr lang="en-US" sz="2400" dirty="0">
                <a:solidFill>
                  <a:srgbClr val="FFFFFF"/>
                </a:solidFill>
              </a:rPr>
              <a:t>CMSC-4920-SeniorProject2</a:t>
            </a:r>
          </a:p>
          <a:p>
            <a:r>
              <a:rPr lang="en-US" sz="2400" dirty="0">
                <a:solidFill>
                  <a:srgbClr val="FFFFFF"/>
                </a:solidFill>
              </a:rPr>
              <a:t>Group 2</a:t>
            </a:r>
          </a:p>
          <a:p>
            <a:r>
              <a:rPr lang="en-US" sz="2400" dirty="0">
                <a:solidFill>
                  <a:srgbClr val="FFFFFF"/>
                </a:solidFill>
              </a:rPr>
              <a:t>Margo Bonal</a:t>
            </a:r>
          </a:p>
          <a:p>
            <a:r>
              <a:rPr lang="en-US" sz="2400" dirty="0">
                <a:solidFill>
                  <a:srgbClr val="FFFFFF"/>
                </a:solidFill>
              </a:rPr>
              <a:t>John Gerega</a:t>
            </a:r>
          </a:p>
          <a:p>
            <a:r>
              <a:rPr lang="en-US" sz="2400" dirty="0">
                <a:solidFill>
                  <a:srgbClr val="FFFFFF"/>
                </a:solidFill>
              </a:rPr>
              <a:t>Luke Ruffing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99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0BA1F-8652-616C-B849-958E03EB7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Weekly Progress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1AAD74-EB12-B48B-A428-3AE3FFD47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7" y="1947553"/>
            <a:ext cx="11164823" cy="1051679"/>
          </a:xfrm>
        </p:spPr>
        <p:txBody>
          <a:bodyPr>
            <a:normAutofit/>
          </a:bodyPr>
          <a:lstStyle/>
          <a:p>
            <a:r>
              <a:rPr lang="en-US" sz="2800" b="1" dirty="0">
                <a:solidFill>
                  <a:srgbClr val="8B3625"/>
                </a:solidFill>
              </a:rPr>
              <a:t>Goals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61C6AA-9902-DF8F-9362-2CB01093FE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7" y="3035808"/>
            <a:ext cx="11425369" cy="3310128"/>
          </a:xfrm>
        </p:spPr>
        <p:txBody>
          <a:bodyPr/>
          <a:lstStyle/>
          <a:p>
            <a:r>
              <a:rPr lang="en-US" dirty="0"/>
              <a:t>Continue Club Page development</a:t>
            </a:r>
          </a:p>
          <a:p>
            <a:r>
              <a:rPr lang="en-US" dirty="0"/>
              <a:t>Fix leaderboard sport-specific data issue</a:t>
            </a:r>
          </a:p>
          <a:p>
            <a:r>
              <a:rPr lang="en-US" dirty="0"/>
              <a:t>Begin challenges page</a:t>
            </a:r>
          </a:p>
          <a:p>
            <a:r>
              <a:rPr lang="en-US" dirty="0"/>
              <a:t>Include the ability to view a friend’s profile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4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EE7C0-6265-A65C-D5B2-56F77E5C9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B8774-44D3-88FB-845F-39DBA8532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&amp; Solutions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4D469-5A0B-78A0-68F9-2BD6DD5BD0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b="1" dirty="0">
                <a:solidFill>
                  <a:srgbClr val="8B3625"/>
                </a:solidFill>
              </a:rPr>
              <a:t>Challenges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6ECB18-DBAF-2BDD-C40E-4EABB40220F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Once the leaderboard began extracting sport-specific data correctly, the table rankings would not accurately reflect the data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815449-EECC-EF8D-AD62-79884879F6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rgbClr val="8B3625"/>
                </a:solidFill>
              </a:rPr>
              <a:t>Solutions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8E4DDC-393B-1288-15A0-F2DC55C7EA6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160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BAA160-18A6-38AE-4699-2AD01EF53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9A9E5D-07AB-E926-5C64-E2F9B691E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Video Progress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09FEC443-CB09-EFC4-CCC3-4CB5EB7F2E1D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23790096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270965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F2B38-CEDA-4975-20B3-61F49EDAA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Gant Chart Progress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225721-0D4B-0F5E-1772-DBEBF94E1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19" y="1795221"/>
            <a:ext cx="11068839" cy="474485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19079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817D949E-564D-4503-A64E-D22FA3232C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D0FCC9-9B2B-2FB9-60E5-72F1827F2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032504" cy="3364992"/>
          </a:xfrm>
        </p:spPr>
        <p:txBody>
          <a:bodyPr>
            <a:normAutofit/>
          </a:bodyPr>
          <a:lstStyle/>
          <a:p>
            <a:r>
              <a:rPr lang="en-US" dirty="0"/>
              <a:t>Team Week 5 Schedule: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403250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51808AB-2943-464C-A710-F2A18D869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65776" y="6300216"/>
            <a:ext cx="6620256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44CD89A8-8DA1-F116-3D4F-01244121EF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7571450"/>
              </p:ext>
            </p:extLst>
          </p:nvPr>
        </p:nvGraphicFramePr>
        <p:xfrm>
          <a:off x="5065776" y="978408"/>
          <a:ext cx="6620256" cy="49651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85312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2A0143-14B3-E3F5-40C1-B722B11D6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9346B-FA36-CD4B-AB2D-E8D1E6148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929111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537</TotalTime>
  <Words>78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Bierstadt</vt:lpstr>
      <vt:lpstr>GestaltVTI</vt:lpstr>
      <vt:lpstr>Vulcan Activity Tracker</vt:lpstr>
      <vt:lpstr>Weekly Progress</vt:lpstr>
      <vt:lpstr>Challenges &amp; Solutions</vt:lpstr>
      <vt:lpstr>Video Progress </vt:lpstr>
      <vt:lpstr>Gant Chart Progress</vt:lpstr>
      <vt:lpstr>Team Week 5 Schedule: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Gerega</dc:creator>
  <cp:lastModifiedBy>John Gerega</cp:lastModifiedBy>
  <cp:revision>3</cp:revision>
  <dcterms:created xsi:type="dcterms:W3CDTF">2026-02-02T20:32:56Z</dcterms:created>
  <dcterms:modified xsi:type="dcterms:W3CDTF">2026-02-11T19:22:35Z</dcterms:modified>
</cp:coreProperties>
</file>