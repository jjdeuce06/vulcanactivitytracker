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58" r:id="rId6"/>
    <p:sldId id="264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E2CAA6-2A69-4304-B398-B23441DE3BEA}" v="27" dt="2026-02-13T23:06:23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64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go Bonal" userId="18c9fa0f-b53d-478b-9dc0-6ad88786c19f" providerId="ADAL" clId="{93D479E5-F67F-4B8A-A78F-A0B574A116B6}"/>
    <pc:docChg chg="undo custSel addSld modSld">
      <pc:chgData name="Margo Bonal" userId="18c9fa0f-b53d-478b-9dc0-6ad88786c19f" providerId="ADAL" clId="{93D479E5-F67F-4B8A-A78F-A0B574A116B6}" dt="2026-02-14T07:05:33.902" v="965" actId="20577"/>
      <pc:docMkLst>
        <pc:docMk/>
      </pc:docMkLst>
      <pc:sldChg chg="addSp delSp modSp new mod setBg">
        <pc:chgData name="Margo Bonal" userId="18c9fa0f-b53d-478b-9dc0-6ad88786c19f" providerId="ADAL" clId="{93D479E5-F67F-4B8A-A78F-A0B574A116B6}" dt="2026-01-22T19:12:02.971" v="227" actId="26606"/>
        <pc:sldMkLst>
          <pc:docMk/>
          <pc:sldMk cId="1562194928" sldId="256"/>
        </pc:sldMkLst>
        <pc:spChg chg="mo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" creationId="{7E1F449D-2BD2-97B5-DCE5-EA7AA820BE81}"/>
          </ac:spMkLst>
        </pc:spChg>
        <pc:spChg chg="mo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3" creationId="{BFFB11B0-F653-A213-DE0D-88B0308AFCD4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0" creationId="{934F1179-B481-4F9E-BCA3-AFB972070F83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1" creationId="{827DC2C4-B485-428A-BF4A-472D2967F47F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2" creationId="{EE04B5EB-F158-4507-90DD-BD23620C7CC9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1-23T14:29:37.986" v="725" actId="207"/>
        <pc:sldMkLst>
          <pc:docMk/>
          <pc:sldMk cId="850630602" sldId="257"/>
        </pc:sldMkLst>
        <pc:spChg chg="mod">
          <ac:chgData name="Margo Bonal" userId="18c9fa0f-b53d-478b-9dc0-6ad88786c19f" providerId="ADAL" clId="{93D479E5-F67F-4B8A-A78F-A0B574A116B6}" dt="2026-01-22T19:33:58.342" v="451" actId="14100"/>
          <ac:spMkLst>
            <pc:docMk/>
            <pc:sldMk cId="850630602" sldId="257"/>
            <ac:spMk id="2" creationId="{F4D47601-A3D5-5EAD-C1BB-4EBE55051F15}"/>
          </ac:spMkLst>
        </pc:spChg>
        <pc:spChg chg="mod">
          <ac:chgData name="Margo Bonal" userId="18c9fa0f-b53d-478b-9dc0-6ad88786c19f" providerId="ADAL" clId="{93D479E5-F67F-4B8A-A78F-A0B574A116B6}" dt="2026-01-23T14:29:37.986" v="725" actId="207"/>
          <ac:spMkLst>
            <pc:docMk/>
            <pc:sldMk cId="850630602" sldId="257"/>
            <ac:spMk id="3" creationId="{3AD821AA-AA04-E3EB-5027-44FA0EFD591D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1" creationId="{9C7E0A2C-7C0A-4AAC-B3B0-6C12B2EBAE05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2" creationId="{5EB7D2A2-F448-44D4-938C-DC84CBCB3B1E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3" creationId="{871AEA07-1E14-44B4-8E55-64EF049CD66F}"/>
          </ac:spMkLst>
        </pc:spChg>
        <pc:cxnChg chg="add">
          <ac:chgData name="Margo Bonal" userId="18c9fa0f-b53d-478b-9dc0-6ad88786c19f" providerId="ADAL" clId="{93D479E5-F67F-4B8A-A78F-A0B574A116B6}" dt="2026-01-22T19:33:55.456" v="450" actId="26606"/>
          <ac:cxnSpMkLst>
            <pc:docMk/>
            <pc:sldMk cId="850630602" sldId="257"/>
            <ac:cxnSpMk id="25" creationId="{F7C8EA93-3210-4C62-99E9-153C275E3A87}"/>
          </ac:cxnSpMkLst>
        </pc:cxnChg>
      </pc:sldChg>
      <pc:sldChg chg="addSp delSp modSp new mod setBg">
        <pc:chgData name="Margo Bonal" userId="18c9fa0f-b53d-478b-9dc0-6ad88786c19f" providerId="ADAL" clId="{93D479E5-F67F-4B8A-A78F-A0B574A116B6}" dt="2026-01-23T14:31:47.782" v="798" actId="20577"/>
        <pc:sldMkLst>
          <pc:docMk/>
          <pc:sldMk cId="2065992260" sldId="258"/>
        </pc:sldMkLst>
        <pc:spChg chg="add">
          <ac:chgData name="Margo Bonal" userId="18c9fa0f-b53d-478b-9dc0-6ad88786c19f" providerId="ADAL" clId="{93D479E5-F67F-4B8A-A78F-A0B574A116B6}" dt="2026-01-22T19:34:58.880" v="453" actId="26606"/>
          <ac:spMkLst>
            <pc:docMk/>
            <pc:sldMk cId="2065992260" sldId="258"/>
            <ac:spMk id="5" creationId="{D5B339F4-93B9-4E04-9721-143AD6782EA9}"/>
          </ac:spMkLst>
        </pc:spChg>
        <pc:spChg chg="add">
          <ac:chgData name="Margo Bonal" userId="18c9fa0f-b53d-478b-9dc0-6ad88786c19f" providerId="ADAL" clId="{93D479E5-F67F-4B8A-A78F-A0B574A116B6}" dt="2026-01-22T19:34:58.880" v="453" actId="26606"/>
          <ac:spMkLst>
            <pc:docMk/>
            <pc:sldMk cId="2065992260" sldId="258"/>
            <ac:spMk id="14" creationId="{871AEA07-1E14-44B4-8E55-64EF049CD66F}"/>
          </ac:spMkLst>
        </pc:spChg>
        <pc:grpChg chg="add">
          <ac:chgData name="Margo Bonal" userId="18c9fa0f-b53d-478b-9dc0-6ad88786c19f" providerId="ADAL" clId="{93D479E5-F67F-4B8A-A78F-A0B574A116B6}" dt="2026-01-22T19:34:58.880" v="453" actId="26606"/>
          <ac:grpSpMkLst>
            <pc:docMk/>
            <pc:sldMk cId="2065992260" sldId="258"/>
            <ac:grpSpMk id="6" creationId="{8734DDD3-F723-4DD3-8ABE-EC0B2AC87D74}"/>
          </ac:grpSpMkLst>
        </pc:grpChg>
      </pc:sldChg>
      <pc:sldChg chg="addSp delSp modSp new mod setBg">
        <pc:chgData name="Margo Bonal" userId="18c9fa0f-b53d-478b-9dc0-6ad88786c19f" providerId="ADAL" clId="{93D479E5-F67F-4B8A-A78F-A0B574A116B6}" dt="2026-01-23T14:39:22.112" v="812" actId="14100"/>
        <pc:sldMkLst>
          <pc:docMk/>
          <pc:sldMk cId="3713997872" sldId="259"/>
        </pc:sldMkLst>
        <pc:spChg chg="mo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2" creationId="{7523CF74-09B7-84B3-F859-D7073DC1C80F}"/>
          </ac:spMkLst>
        </pc:spChg>
        <pc:spChg chg="mo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3" creationId="{C605E30C-3490-D1E3-740D-40AD5E393958}"/>
          </ac:spMkLst>
        </pc:spChg>
        <pc:spChg chg="ad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28" creationId="{C1A1C5D3-C053-4EE9-BE1A-419B6E27CCAE}"/>
          </ac:spMkLst>
        </pc:spChg>
        <pc:spChg chg="ad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30" creationId="{A3473CF9-37EB-43E7-89EF-D2D1C53D1DAC}"/>
          </ac:spMkLst>
        </pc:spChg>
        <pc:spChg chg="ad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32" creationId="{586B4EF9-43BA-4655-A6FF-1D8E21574C95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1-23T14:41:10.976" v="829" actId="207"/>
        <pc:sldMkLst>
          <pc:docMk/>
          <pc:sldMk cId="3921983173" sldId="260"/>
        </pc:sldMkLst>
        <pc:spChg chg="mod">
          <ac:chgData name="Margo Bonal" userId="18c9fa0f-b53d-478b-9dc0-6ad88786c19f" providerId="ADAL" clId="{93D479E5-F67F-4B8A-A78F-A0B574A116B6}" dt="2026-01-23T14:41:10.976" v="829" actId="207"/>
          <ac:spMkLst>
            <pc:docMk/>
            <pc:sldMk cId="3921983173" sldId="260"/>
            <ac:spMk id="2" creationId="{9C9AD6B9-1CEE-7976-0BB7-22F5E9535735}"/>
          </ac:spMkLst>
        </pc:spChg>
        <pc:spChg chg="add">
          <ac:chgData name="Margo Bonal" userId="18c9fa0f-b53d-478b-9dc0-6ad88786c19f" providerId="ADAL" clId="{93D479E5-F67F-4B8A-A78F-A0B574A116B6}" dt="2026-01-23T14:40:32.079" v="827" actId="26606"/>
          <ac:spMkLst>
            <pc:docMk/>
            <pc:sldMk cId="3921983173" sldId="260"/>
            <ac:spMk id="7" creationId="{9C7E0A2C-7C0A-4AAC-B3B0-6C12B2EBAE05}"/>
          </ac:spMkLst>
        </pc:spChg>
        <pc:spChg chg="add">
          <ac:chgData name="Margo Bonal" userId="18c9fa0f-b53d-478b-9dc0-6ad88786c19f" providerId="ADAL" clId="{93D479E5-F67F-4B8A-A78F-A0B574A116B6}" dt="2026-01-23T14:40:32.079" v="827" actId="26606"/>
          <ac:spMkLst>
            <pc:docMk/>
            <pc:sldMk cId="3921983173" sldId="260"/>
            <ac:spMk id="9" creationId="{5EB7D2A2-F448-44D4-938C-DC84CBCB3B1E}"/>
          </ac:spMkLst>
        </pc:spChg>
        <pc:spChg chg="add">
          <ac:chgData name="Margo Bonal" userId="18c9fa0f-b53d-478b-9dc0-6ad88786c19f" providerId="ADAL" clId="{93D479E5-F67F-4B8A-A78F-A0B574A116B6}" dt="2026-01-23T14:40:32.079" v="827" actId="26606"/>
          <ac:spMkLst>
            <pc:docMk/>
            <pc:sldMk cId="3921983173" sldId="260"/>
            <ac:spMk id="11" creationId="{871AEA07-1E14-44B4-8E55-64EF049CD66F}"/>
          </ac:spMkLst>
        </pc:spChg>
        <pc:cxnChg chg="add">
          <ac:chgData name="Margo Bonal" userId="18c9fa0f-b53d-478b-9dc0-6ad88786c19f" providerId="ADAL" clId="{93D479E5-F67F-4B8A-A78F-A0B574A116B6}" dt="2026-01-23T14:40:32.079" v="827" actId="26606"/>
          <ac:cxnSpMkLst>
            <pc:docMk/>
            <pc:sldMk cId="3921983173" sldId="260"/>
            <ac:cxnSpMk id="13" creationId="{F7C8EA93-3210-4C62-99E9-153C275E3A87}"/>
          </ac:cxnSpMkLst>
        </pc:cxnChg>
      </pc:sldChg>
      <pc:sldChg chg="modSp mod">
        <pc:chgData name="Margo Bonal" userId="18c9fa0f-b53d-478b-9dc0-6ad88786c19f" providerId="ADAL" clId="{93D479E5-F67F-4B8A-A78F-A0B574A116B6}" dt="2026-02-14T07:04:11.014" v="852" actId="20577"/>
        <pc:sldMkLst>
          <pc:docMk/>
          <pc:sldMk cId="2428741132" sldId="265"/>
        </pc:sldMkLst>
        <pc:spChg chg="mod">
          <ac:chgData name="Margo Bonal" userId="18c9fa0f-b53d-478b-9dc0-6ad88786c19f" providerId="ADAL" clId="{93D479E5-F67F-4B8A-A78F-A0B574A116B6}" dt="2026-02-14T07:04:11.014" v="852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modSp mod">
        <pc:chgData name="Margo Bonal" userId="18c9fa0f-b53d-478b-9dc0-6ad88786c19f" providerId="ADAL" clId="{93D479E5-F67F-4B8A-A78F-A0B574A116B6}" dt="2026-02-14T07:05:33.902" v="965" actId="20577"/>
        <pc:sldMkLst>
          <pc:docMk/>
          <pc:sldMk cId="3526335932" sldId="266"/>
        </pc:sldMkLst>
        <pc:spChg chg="mod">
          <ac:chgData name="Margo Bonal" userId="18c9fa0f-b53d-478b-9dc0-6ad88786c19f" providerId="ADAL" clId="{93D479E5-F67F-4B8A-A78F-A0B574A116B6}" dt="2026-02-14T07:05:33.902" v="965" actId="20577"/>
          <ac:spMkLst>
            <pc:docMk/>
            <pc:sldMk cId="3526335932" sldId="266"/>
            <ac:spMk id="4" creationId="{86ED9EE4-56A8-6AFD-BE9A-A35D2ABC59A0}"/>
          </ac:spMkLst>
        </pc:spChg>
        <pc:spChg chg="mod">
          <ac:chgData name="Margo Bonal" userId="18c9fa0f-b53d-478b-9dc0-6ad88786c19f" providerId="ADAL" clId="{93D479E5-F67F-4B8A-A78F-A0B574A116B6}" dt="2026-02-14T07:05:06.406" v="961" actId="20577"/>
          <ac:spMkLst>
            <pc:docMk/>
            <pc:sldMk cId="3526335932" sldId="266"/>
            <ac:spMk id="5" creationId="{E40DC201-0466-5D58-2422-48A1842C6A76}"/>
          </ac:spMkLst>
        </pc:spChg>
      </pc:sldChg>
    </pc:docChg>
  </pc:docChgLst>
  <pc:docChgLst>
    <pc:chgData name="Luke ruffing" userId="c83d55373a9d0f60" providerId="LiveId" clId="{7F051426-1AF3-4D06-899D-16659997B519}"/>
    <pc:docChg chg="custSel modSld">
      <pc:chgData name="Luke ruffing" userId="c83d55373a9d0f60" providerId="LiveId" clId="{7F051426-1AF3-4D06-899D-16659997B519}" dt="2026-01-23T15:36:28.388" v="3" actId="1076"/>
      <pc:docMkLst>
        <pc:docMk/>
      </pc:docMkLst>
      <pc:sldChg chg="addSp delSp modSp mod">
        <pc:chgData name="Luke ruffing" userId="c83d55373a9d0f60" providerId="LiveId" clId="{7F051426-1AF3-4D06-899D-16659997B519}" dt="2026-01-23T15:36:28.388" v="3" actId="1076"/>
        <pc:sldMkLst>
          <pc:docMk/>
          <pc:sldMk cId="3713997872" sldId="259"/>
        </pc:sldMkLst>
      </pc:sldChg>
    </pc:docChg>
  </pc:docChgLst>
  <pc:docChgLst>
    <pc:chgData name="Margo Bonal" userId="18c9fa0f-b53d-478b-9dc0-6ad88786c19f" providerId="ADAL" clId="{57E2D5E0-CA32-47BE-A2DC-7B0365E99328}"/>
    <pc:docChg chg="undo redo custSel addSld delSld modSld sldOrd">
      <pc:chgData name="Margo Bonal" userId="18c9fa0f-b53d-478b-9dc0-6ad88786c19f" providerId="ADAL" clId="{57E2D5E0-CA32-47BE-A2DC-7B0365E99328}" dt="2026-02-13T23:06:23.287" v="617" actId="12100"/>
      <pc:docMkLst>
        <pc:docMk/>
      </pc:docMkLst>
      <pc:sldChg chg="modSp mod">
        <pc:chgData name="Margo Bonal" userId="18c9fa0f-b53d-478b-9dc0-6ad88786c19f" providerId="ADAL" clId="{57E2D5E0-CA32-47BE-A2DC-7B0365E99328}" dt="2026-02-13T23:03:42.609" v="551" actId="27636"/>
        <pc:sldMkLst>
          <pc:docMk/>
          <pc:sldMk cId="850630602" sldId="257"/>
        </pc:sldMkLst>
        <pc:spChg chg="mod">
          <ac:chgData name="Margo Bonal" userId="18c9fa0f-b53d-478b-9dc0-6ad88786c19f" providerId="ADAL" clId="{57E2D5E0-CA32-47BE-A2DC-7B0365E99328}" dt="2026-02-13T23:03:42.609" v="551" actId="27636"/>
          <ac:spMkLst>
            <pc:docMk/>
            <pc:sldMk cId="850630602" sldId="257"/>
            <ac:spMk id="3" creationId="{3AD821AA-AA04-E3EB-5027-44FA0EFD591D}"/>
          </ac:spMkLst>
        </pc:spChg>
      </pc:sldChg>
      <pc:sldChg chg="addSp delSp modSp mod">
        <pc:chgData name="Margo Bonal" userId="18c9fa0f-b53d-478b-9dc0-6ad88786c19f" providerId="ADAL" clId="{57E2D5E0-CA32-47BE-A2DC-7B0365E99328}" dt="2026-02-13T23:01:24.470" v="495" actId="1076"/>
        <pc:sldMkLst>
          <pc:docMk/>
          <pc:sldMk cId="2065992260" sldId="258"/>
        </pc:sldMkLst>
        <pc:spChg chg="del mod">
          <ac:chgData name="Margo Bonal" userId="18c9fa0f-b53d-478b-9dc0-6ad88786c19f" providerId="ADAL" clId="{57E2D5E0-CA32-47BE-A2DC-7B0365E99328}" dt="2026-02-13T23:00:52.257" v="485" actId="21"/>
          <ac:spMkLst>
            <pc:docMk/>
            <pc:sldMk cId="2065992260" sldId="258"/>
            <ac:spMk id="2" creationId="{B52B4F14-C2F3-2702-E62F-43E26432FC8F}"/>
          </ac:spMkLst>
        </pc:spChg>
        <pc:spChg chg="del mod">
          <ac:chgData name="Margo Bonal" userId="18c9fa0f-b53d-478b-9dc0-6ad88786c19f" providerId="ADAL" clId="{57E2D5E0-CA32-47BE-A2DC-7B0365E99328}" dt="2026-02-13T23:01:00.729" v="488" actId="21"/>
          <ac:spMkLst>
            <pc:docMk/>
            <pc:sldMk cId="2065992260" sldId="258"/>
            <ac:spMk id="3" creationId="{46DAFCA3-7D8B-DC32-596B-47BF8F22822B}"/>
          </ac:spMkLst>
        </pc:spChg>
        <pc:spChg chg="del mod">
          <ac:chgData name="Margo Bonal" userId="18c9fa0f-b53d-478b-9dc0-6ad88786c19f" providerId="ADAL" clId="{57E2D5E0-CA32-47BE-A2DC-7B0365E99328}" dt="2026-02-13T23:01:02.801" v="489" actId="21"/>
          <ac:spMkLst>
            <pc:docMk/>
            <pc:sldMk cId="2065992260" sldId="258"/>
            <ac:spMk id="4" creationId="{D4FC81F2-19C5-6921-39F4-55F392F4EF54}"/>
          </ac:spMkLst>
        </pc:spChg>
        <pc:spChg chg="del mod">
          <ac:chgData name="Margo Bonal" userId="18c9fa0f-b53d-478b-9dc0-6ad88786c19f" providerId="ADAL" clId="{57E2D5E0-CA32-47BE-A2DC-7B0365E99328}" dt="2026-02-13T23:00:54.497" v="486" actId="21"/>
          <ac:spMkLst>
            <pc:docMk/>
            <pc:sldMk cId="2065992260" sldId="258"/>
            <ac:spMk id="7" creationId="{8D32A414-77D0-9D8A-9871-A36DB5D41908}"/>
          </ac:spMkLst>
        </pc:spChg>
        <pc:spChg chg="add del mod">
          <ac:chgData name="Margo Bonal" userId="18c9fa0f-b53d-478b-9dc0-6ad88786c19f" providerId="ADAL" clId="{57E2D5E0-CA32-47BE-A2DC-7B0365E99328}" dt="2026-02-13T23:00:58.440" v="487" actId="21"/>
          <ac:spMkLst>
            <pc:docMk/>
            <pc:sldMk cId="2065992260" sldId="258"/>
            <ac:spMk id="9" creationId="{EE718146-8455-8CD6-C814-3413B7B629A7}"/>
          </ac:spMkLst>
        </pc:spChg>
        <pc:spChg chg="add del mod">
          <ac:chgData name="Margo Bonal" userId="18c9fa0f-b53d-478b-9dc0-6ad88786c19f" providerId="ADAL" clId="{57E2D5E0-CA32-47BE-A2DC-7B0365E99328}" dt="2026-02-13T23:01:05.004" v="490" actId="21"/>
          <ac:spMkLst>
            <pc:docMk/>
            <pc:sldMk cId="2065992260" sldId="258"/>
            <ac:spMk id="13" creationId="{6AD0F8E9-3AAD-FD35-D227-EE07D2DE1D36}"/>
          </ac:spMkLst>
        </pc:spChg>
        <pc:spChg chg="add mod">
          <ac:chgData name="Margo Bonal" userId="18c9fa0f-b53d-478b-9dc0-6ad88786c19f" providerId="ADAL" clId="{57E2D5E0-CA32-47BE-A2DC-7B0365E99328}" dt="2026-02-13T23:01:24.470" v="495" actId="1076"/>
          <ac:spMkLst>
            <pc:docMk/>
            <pc:sldMk cId="2065992260" sldId="258"/>
            <ac:spMk id="16" creationId="{1BFE9597-EE45-D183-9C43-FB508195BFBC}"/>
          </ac:spMkLst>
        </pc:spChg>
        <pc:graphicFrameChg chg="add mod">
          <ac:chgData name="Margo Bonal" userId="18c9fa0f-b53d-478b-9dc0-6ad88786c19f" providerId="ADAL" clId="{57E2D5E0-CA32-47BE-A2DC-7B0365E99328}" dt="2026-02-13T23:01:13.304" v="492" actId="1076"/>
          <ac:graphicFrameMkLst>
            <pc:docMk/>
            <pc:sldMk cId="2065992260" sldId="258"/>
            <ac:graphicFrameMk id="15" creationId="{FC544CC5-203D-7012-0096-763F5234B0F3}"/>
          </ac:graphicFrameMkLst>
        </pc:graphicFrameChg>
      </pc:sldChg>
      <pc:sldChg chg="addSp delSp modSp mod">
        <pc:chgData name="Margo Bonal" userId="18c9fa0f-b53d-478b-9dc0-6ad88786c19f" providerId="ADAL" clId="{57E2D5E0-CA32-47BE-A2DC-7B0365E99328}" dt="2026-02-13T22:52:16.211" v="233" actId="14100"/>
        <pc:sldMkLst>
          <pc:docMk/>
          <pc:sldMk cId="3713997872" sldId="259"/>
        </pc:sldMkLst>
        <pc:picChg chg="add mod modCrop">
          <ac:chgData name="Margo Bonal" userId="18c9fa0f-b53d-478b-9dc0-6ad88786c19f" providerId="ADAL" clId="{57E2D5E0-CA32-47BE-A2DC-7B0365E99328}" dt="2026-02-13T22:52:16.211" v="233" actId="14100"/>
          <ac:picMkLst>
            <pc:docMk/>
            <pc:sldMk cId="3713997872" sldId="259"/>
            <ac:picMk id="5" creationId="{30D9BB01-16EE-371C-49E8-833A93D92451}"/>
          </ac:picMkLst>
        </pc:picChg>
        <pc:picChg chg="del">
          <ac:chgData name="Margo Bonal" userId="18c9fa0f-b53d-478b-9dc0-6ad88786c19f" providerId="ADAL" clId="{57E2D5E0-CA32-47BE-A2DC-7B0365E99328}" dt="2026-02-13T22:39:04.808" v="0" actId="478"/>
          <ac:picMkLst>
            <pc:docMk/>
            <pc:sldMk cId="3713997872" sldId="259"/>
            <ac:picMk id="6" creationId="{C1CF0394-4A20-0FB1-F6CC-606ADAD6FC83}"/>
          </ac:picMkLst>
        </pc:picChg>
      </pc:sldChg>
      <pc:sldChg chg="addSp delSp modSp new del mod">
        <pc:chgData name="Margo Bonal" userId="18c9fa0f-b53d-478b-9dc0-6ad88786c19f" providerId="ADAL" clId="{57E2D5E0-CA32-47BE-A2DC-7B0365E99328}" dt="2026-02-13T23:01:27.793" v="496" actId="2696"/>
        <pc:sldMkLst>
          <pc:docMk/>
          <pc:sldMk cId="1026193729" sldId="261"/>
        </pc:sldMkLst>
        <pc:spChg chg="del">
          <ac:chgData name="Margo Bonal" userId="18c9fa0f-b53d-478b-9dc0-6ad88786c19f" providerId="ADAL" clId="{57E2D5E0-CA32-47BE-A2DC-7B0365E99328}" dt="2026-02-13T22:39:43.439" v="7" actId="21"/>
          <ac:spMkLst>
            <pc:docMk/>
            <pc:sldMk cId="1026193729" sldId="261"/>
            <ac:spMk id="2" creationId="{F8181C19-E016-A43C-3C01-A73933199573}"/>
          </ac:spMkLst>
        </pc:spChg>
        <pc:spChg chg="add mod">
          <ac:chgData name="Margo Bonal" userId="18c9fa0f-b53d-478b-9dc0-6ad88786c19f" providerId="ADAL" clId="{57E2D5E0-CA32-47BE-A2DC-7B0365E99328}" dt="2026-02-13T23:01:17.939" v="493" actId="478"/>
          <ac:spMkLst>
            <pc:docMk/>
            <pc:sldMk cId="1026193729" sldId="261"/>
            <ac:spMk id="3" creationId="{75205F46-E7A1-B2D5-7533-00FE43EE8394}"/>
          </ac:spMkLst>
        </pc:spChg>
        <pc:spChg chg="del">
          <ac:chgData name="Margo Bonal" userId="18c9fa0f-b53d-478b-9dc0-6ad88786c19f" providerId="ADAL" clId="{57E2D5E0-CA32-47BE-A2DC-7B0365E99328}" dt="2026-02-13T22:39:48.444" v="8" actId="21"/>
          <ac:spMkLst>
            <pc:docMk/>
            <pc:sldMk cId="1026193729" sldId="261"/>
            <ac:spMk id="3" creationId="{FD3D9ADF-7D2D-DA33-A71B-FF3E91D45748}"/>
          </ac:spMkLst>
        </pc:spChg>
        <pc:spChg chg="add del mod">
          <ac:chgData name="Margo Bonal" userId="18c9fa0f-b53d-478b-9dc0-6ad88786c19f" providerId="ADAL" clId="{57E2D5E0-CA32-47BE-A2DC-7B0365E99328}" dt="2026-02-13T23:01:17.939" v="493" actId="478"/>
          <ac:spMkLst>
            <pc:docMk/>
            <pc:sldMk cId="1026193729" sldId="261"/>
            <ac:spMk id="5" creationId="{4E73DF49-B107-9251-B005-C54122F0A6C0}"/>
          </ac:spMkLst>
        </pc:spChg>
        <pc:graphicFrameChg chg="add mod modGraphic">
          <ac:chgData name="Margo Bonal" userId="18c9fa0f-b53d-478b-9dc0-6ad88786c19f" providerId="ADAL" clId="{57E2D5E0-CA32-47BE-A2DC-7B0365E99328}" dt="2026-02-13T22:46:46.642" v="185" actId="27349"/>
          <ac:graphicFrameMkLst>
            <pc:docMk/>
            <pc:sldMk cId="1026193729" sldId="261"/>
            <ac:graphicFrameMk id="4" creationId="{CBF0922E-DD71-47C6-9AD9-D6496C6A7258}"/>
          </ac:graphicFrameMkLst>
        </pc:graphicFrameChg>
      </pc:sldChg>
      <pc:sldChg chg="modSp new del mod">
        <pc:chgData name="Margo Bonal" userId="18c9fa0f-b53d-478b-9dc0-6ad88786c19f" providerId="ADAL" clId="{57E2D5E0-CA32-47BE-A2DC-7B0365E99328}" dt="2026-02-13T22:45:00.419" v="171" actId="2696"/>
        <pc:sldMkLst>
          <pc:docMk/>
          <pc:sldMk cId="1201583295" sldId="262"/>
        </pc:sldMkLst>
        <pc:spChg chg="mod">
          <ac:chgData name="Margo Bonal" userId="18c9fa0f-b53d-478b-9dc0-6ad88786c19f" providerId="ADAL" clId="{57E2D5E0-CA32-47BE-A2DC-7B0365E99328}" dt="2026-02-13T22:42:56.999" v="149" actId="14100"/>
          <ac:spMkLst>
            <pc:docMk/>
            <pc:sldMk cId="1201583295" sldId="262"/>
            <ac:spMk id="2" creationId="{38A3E8F7-2F88-773F-09EC-2759648AF5BB}"/>
          </ac:spMkLst>
        </pc:spChg>
        <pc:spChg chg="mod">
          <ac:chgData name="Margo Bonal" userId="18c9fa0f-b53d-478b-9dc0-6ad88786c19f" providerId="ADAL" clId="{57E2D5E0-CA32-47BE-A2DC-7B0365E99328}" dt="2026-02-13T22:41:25.618" v="85" actId="313"/>
          <ac:spMkLst>
            <pc:docMk/>
            <pc:sldMk cId="1201583295" sldId="262"/>
            <ac:spMk id="3" creationId="{070B16FC-F61D-C430-37C8-E70F64166B73}"/>
          </ac:spMkLst>
        </pc:spChg>
      </pc:sldChg>
      <pc:sldChg chg="addSp delSp modSp new del mod">
        <pc:chgData name="Margo Bonal" userId="18c9fa0f-b53d-478b-9dc0-6ad88786c19f" providerId="ADAL" clId="{57E2D5E0-CA32-47BE-A2DC-7B0365E99328}" dt="2026-02-13T22:51:28.905" v="224" actId="2696"/>
        <pc:sldMkLst>
          <pc:docMk/>
          <pc:sldMk cId="2616558174" sldId="263"/>
        </pc:sldMkLst>
        <pc:spChg chg="mod">
          <ac:chgData name="Margo Bonal" userId="18c9fa0f-b53d-478b-9dc0-6ad88786c19f" providerId="ADAL" clId="{57E2D5E0-CA32-47BE-A2DC-7B0365E99328}" dt="2026-02-13T22:49:56.411" v="197" actId="1076"/>
          <ac:spMkLst>
            <pc:docMk/>
            <pc:sldMk cId="2616558174" sldId="263"/>
            <ac:spMk id="2" creationId="{09247681-9DD2-AC15-5155-A5E46CF79BDC}"/>
          </ac:spMkLst>
        </pc:spChg>
        <pc:spChg chg="add del mod">
          <ac:chgData name="Margo Bonal" userId="18c9fa0f-b53d-478b-9dc0-6ad88786c19f" providerId="ADAL" clId="{57E2D5E0-CA32-47BE-A2DC-7B0365E99328}" dt="2026-02-13T22:49:46.679" v="195" actId="14100"/>
          <ac:spMkLst>
            <pc:docMk/>
            <pc:sldMk cId="2616558174" sldId="263"/>
            <ac:spMk id="3" creationId="{C29FCB44-8F65-D15D-1EDA-FD3023359FC7}"/>
          </ac:spMkLst>
        </pc:spChg>
        <pc:spChg chg="add del mod">
          <ac:chgData name="Margo Bonal" userId="18c9fa0f-b53d-478b-9dc0-6ad88786c19f" providerId="ADAL" clId="{57E2D5E0-CA32-47BE-A2DC-7B0365E99328}" dt="2026-02-13T22:50:55.556" v="215" actId="21"/>
          <ac:spMkLst>
            <pc:docMk/>
            <pc:sldMk cId="2616558174" sldId="263"/>
            <ac:spMk id="4" creationId="{2AA37DE7-11F5-631E-C534-AA9BEB66FDC8}"/>
          </ac:spMkLst>
        </pc:spChg>
        <pc:graphicFrameChg chg="add del">
          <ac:chgData name="Margo Bonal" userId="18c9fa0f-b53d-478b-9dc0-6ad88786c19f" providerId="ADAL" clId="{57E2D5E0-CA32-47BE-A2DC-7B0365E99328}" dt="2026-02-13T22:43:46.427" v="156" actId="26606"/>
          <ac:graphicFrameMkLst>
            <pc:docMk/>
            <pc:sldMk cId="2616558174" sldId="263"/>
            <ac:graphicFrameMk id="6" creationId="{5B800C08-05B9-6DDF-BFAA-578B16B009FC}"/>
          </ac:graphicFrameMkLst>
        </pc:graphicFrameChg>
        <pc:graphicFrameChg chg="add del">
          <ac:chgData name="Margo Bonal" userId="18c9fa0f-b53d-478b-9dc0-6ad88786c19f" providerId="ADAL" clId="{57E2D5E0-CA32-47BE-A2DC-7B0365E99328}" dt="2026-02-13T22:43:50.365" v="158" actId="26606"/>
          <ac:graphicFrameMkLst>
            <pc:docMk/>
            <pc:sldMk cId="2616558174" sldId="263"/>
            <ac:graphicFrameMk id="8" creationId="{7688B1DF-FFE7-5DB3-59C8-E0D63E62F14D}"/>
          </ac:graphicFrameMkLst>
        </pc:graphicFrameChg>
      </pc:sldChg>
      <pc:sldChg chg="addSp delSp modSp add mod ord">
        <pc:chgData name="Margo Bonal" userId="18c9fa0f-b53d-478b-9dc0-6ad88786c19f" providerId="ADAL" clId="{57E2D5E0-CA32-47BE-A2DC-7B0365E99328}" dt="2026-02-13T23:06:23.287" v="617" actId="12100"/>
        <pc:sldMkLst>
          <pc:docMk/>
          <pc:sldMk cId="2561402868" sldId="264"/>
        </pc:sldMkLst>
        <pc:spChg chg="del">
          <ac:chgData name="Margo Bonal" userId="18c9fa0f-b53d-478b-9dc0-6ad88786c19f" providerId="ADAL" clId="{57E2D5E0-CA32-47BE-A2DC-7B0365E99328}" dt="2026-02-13T22:44:35.229" v="164" actId="478"/>
          <ac:spMkLst>
            <pc:docMk/>
            <pc:sldMk cId="2561402868" sldId="264"/>
            <ac:spMk id="2" creationId="{883778A2-872B-40A7-0F50-5B3030F032D7}"/>
          </ac:spMkLst>
        </pc:spChg>
        <pc:spChg chg="del">
          <ac:chgData name="Margo Bonal" userId="18c9fa0f-b53d-478b-9dc0-6ad88786c19f" providerId="ADAL" clId="{57E2D5E0-CA32-47BE-A2DC-7B0365E99328}" dt="2026-02-13T22:44:41.506" v="166" actId="21"/>
          <ac:spMkLst>
            <pc:docMk/>
            <pc:sldMk cId="2561402868" sldId="264"/>
            <ac:spMk id="3" creationId="{D071EECD-0A0B-0BD1-3BB7-E9C1DAF89C79}"/>
          </ac:spMkLst>
        </pc:spChg>
        <pc:spChg chg="add del mod">
          <ac:chgData name="Margo Bonal" userId="18c9fa0f-b53d-478b-9dc0-6ad88786c19f" providerId="ADAL" clId="{57E2D5E0-CA32-47BE-A2DC-7B0365E99328}" dt="2026-02-13T22:44:39.308" v="165" actId="21"/>
          <ac:spMkLst>
            <pc:docMk/>
            <pc:sldMk cId="2561402868" sldId="264"/>
            <ac:spMk id="5" creationId="{EB05B9FB-9582-C6F4-39A3-BB5181342414}"/>
          </ac:spMkLst>
        </pc:spChg>
        <pc:spChg chg="add del mod">
          <ac:chgData name="Margo Bonal" userId="18c9fa0f-b53d-478b-9dc0-6ad88786c19f" providerId="ADAL" clId="{57E2D5E0-CA32-47BE-A2DC-7B0365E99328}" dt="2026-02-13T22:44:45.276" v="167" actId="21"/>
          <ac:spMkLst>
            <pc:docMk/>
            <pc:sldMk cId="2561402868" sldId="264"/>
            <ac:spMk id="7" creationId="{38BCA286-EB04-23AB-680E-79F33EAC6FC1}"/>
          </ac:spMkLst>
        </pc:spChg>
        <pc:spChg chg="add mod">
          <ac:chgData name="Margo Bonal" userId="18c9fa0f-b53d-478b-9dc0-6ad88786c19f" providerId="ADAL" clId="{57E2D5E0-CA32-47BE-A2DC-7B0365E99328}" dt="2026-02-13T22:44:46.336" v="168"/>
          <ac:spMkLst>
            <pc:docMk/>
            <pc:sldMk cId="2561402868" sldId="264"/>
            <ac:spMk id="8" creationId="{38BCA286-EB04-23AB-680E-79F33EAC6FC1}"/>
          </ac:spMkLst>
        </pc:spChg>
        <pc:spChg chg="add mod">
          <ac:chgData name="Margo Bonal" userId="18c9fa0f-b53d-478b-9dc0-6ad88786c19f" providerId="ADAL" clId="{57E2D5E0-CA32-47BE-A2DC-7B0365E99328}" dt="2026-02-13T22:45:18.658" v="172" actId="1076"/>
          <ac:spMkLst>
            <pc:docMk/>
            <pc:sldMk cId="2561402868" sldId="264"/>
            <ac:spMk id="9" creationId="{D6D36DC8-D9BF-8C26-69EA-ED89E34DB644}"/>
          </ac:spMkLst>
        </pc:spChg>
        <pc:spChg chg="add del mod">
          <ac:chgData name="Margo Bonal" userId="18c9fa0f-b53d-478b-9dc0-6ad88786c19f" providerId="ADAL" clId="{57E2D5E0-CA32-47BE-A2DC-7B0365E99328}" dt="2026-02-13T23:06:02.703" v="615" actId="26606"/>
          <ac:spMkLst>
            <pc:docMk/>
            <pc:sldMk cId="2561402868" sldId="264"/>
            <ac:spMk id="10" creationId="{37391A0B-AD6D-23D9-6593-56BF2778C84D}"/>
          </ac:spMkLst>
        </pc:spChg>
        <pc:graphicFrameChg chg="add mod">
          <ac:chgData name="Margo Bonal" userId="18c9fa0f-b53d-478b-9dc0-6ad88786c19f" providerId="ADAL" clId="{57E2D5E0-CA32-47BE-A2DC-7B0365E99328}" dt="2026-02-13T23:06:23.287" v="617" actId="12100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addSp delSp modSp add mod ord">
        <pc:chgData name="Margo Bonal" userId="18c9fa0f-b53d-478b-9dc0-6ad88786c19f" providerId="ADAL" clId="{57E2D5E0-CA32-47BE-A2DC-7B0365E99328}" dt="2026-02-13T23:05:21.139" v="588" actId="313"/>
        <pc:sldMkLst>
          <pc:docMk/>
          <pc:sldMk cId="2428741132" sldId="265"/>
        </pc:sldMkLst>
        <pc:spChg chg="del">
          <ac:chgData name="Margo Bonal" userId="18c9fa0f-b53d-478b-9dc0-6ad88786c19f" providerId="ADAL" clId="{57E2D5E0-CA32-47BE-A2DC-7B0365E99328}" dt="2026-02-13T22:50:32.593" v="207" actId="21"/>
          <ac:spMkLst>
            <pc:docMk/>
            <pc:sldMk cId="2428741132" sldId="265"/>
            <ac:spMk id="2" creationId="{1F69E22D-45FE-2DDF-ED88-31E018D6B3AD}"/>
          </ac:spMkLst>
        </pc:spChg>
        <pc:spChg chg="mod">
          <ac:chgData name="Margo Bonal" userId="18c9fa0f-b53d-478b-9dc0-6ad88786c19f" providerId="ADAL" clId="{57E2D5E0-CA32-47BE-A2DC-7B0365E99328}" dt="2026-02-13T22:51:00.114" v="220" actId="20577"/>
          <ac:spMkLst>
            <pc:docMk/>
            <pc:sldMk cId="2428741132" sldId="265"/>
            <ac:spMk id="3" creationId="{73DA28DD-1D93-45FF-9FF1-D9C602F501F5}"/>
          </ac:spMkLst>
        </pc:spChg>
        <pc:spChg chg="add mod">
          <ac:chgData name="Margo Bonal" userId="18c9fa0f-b53d-478b-9dc0-6ad88786c19f" providerId="ADAL" clId="{57E2D5E0-CA32-47BE-A2DC-7B0365E99328}" dt="2026-02-13T22:51:15.940" v="222" actId="1076"/>
          <ac:spMkLst>
            <pc:docMk/>
            <pc:sldMk cId="2428741132" sldId="265"/>
            <ac:spMk id="4" creationId="{A5AF426B-43FF-4BB7-086D-F7F73A587A96}"/>
          </ac:spMkLst>
        </pc:spChg>
        <pc:spChg chg="add del mod">
          <ac:chgData name="Margo Bonal" userId="18c9fa0f-b53d-478b-9dc0-6ad88786c19f" providerId="ADAL" clId="{57E2D5E0-CA32-47BE-A2DC-7B0365E99328}" dt="2026-02-13T22:50:41.116" v="210" actId="21"/>
          <ac:spMkLst>
            <pc:docMk/>
            <pc:sldMk cId="2428741132" sldId="265"/>
            <ac:spMk id="7" creationId="{73BF44A3-903E-8344-2671-771520432782}"/>
          </ac:spMkLst>
        </pc:spChg>
        <pc:spChg chg="add mod">
          <ac:chgData name="Margo Bonal" userId="18c9fa0f-b53d-478b-9dc0-6ad88786c19f" providerId="ADAL" clId="{57E2D5E0-CA32-47BE-A2DC-7B0365E99328}" dt="2026-02-13T23:05:21.139" v="588" actId="313"/>
          <ac:spMkLst>
            <pc:docMk/>
            <pc:sldMk cId="2428741132" sldId="265"/>
            <ac:spMk id="8" creationId="{7A067979-B2B3-BD33-28AB-42AF2BBE1977}"/>
          </ac:spMkLst>
        </pc:spChg>
        <pc:picChg chg="del">
          <ac:chgData name="Margo Bonal" userId="18c9fa0f-b53d-478b-9dc0-6ad88786c19f" providerId="ADAL" clId="{57E2D5E0-CA32-47BE-A2DC-7B0365E99328}" dt="2026-02-13T22:50:17.905" v="203" actId="478"/>
          <ac:picMkLst>
            <pc:docMk/>
            <pc:sldMk cId="2428741132" sldId="265"/>
            <ac:picMk id="5" creationId="{80DBD744-E4D6-4975-0CFD-F44E4F6D4E4F}"/>
          </ac:picMkLst>
        </pc:picChg>
      </pc:sldChg>
      <pc:sldChg chg="addSp delSp modSp add mod ord">
        <pc:chgData name="Margo Bonal" userId="18c9fa0f-b53d-478b-9dc0-6ad88786c19f" providerId="ADAL" clId="{57E2D5E0-CA32-47BE-A2DC-7B0365E99328}" dt="2026-02-13T23:02:06.751" v="514" actId="20577"/>
        <pc:sldMkLst>
          <pc:docMk/>
          <pc:sldMk cId="3526335932" sldId="266"/>
        </pc:sldMkLst>
        <pc:spChg chg="add del mod">
          <ac:chgData name="Margo Bonal" userId="18c9fa0f-b53d-478b-9dc0-6ad88786c19f" providerId="ADAL" clId="{57E2D5E0-CA32-47BE-A2DC-7B0365E99328}" dt="2026-02-13T23:00:09.558" v="477" actId="21"/>
          <ac:spMkLst>
            <pc:docMk/>
            <pc:sldMk cId="3526335932" sldId="266"/>
            <ac:spMk id="3" creationId="{BF7DB8FD-5672-4ADD-8A65-506BC5B62D0E}"/>
          </ac:spMkLst>
        </pc:spChg>
        <pc:spChg chg="add mod">
          <ac:chgData name="Margo Bonal" userId="18c9fa0f-b53d-478b-9dc0-6ad88786c19f" providerId="ADAL" clId="{57E2D5E0-CA32-47BE-A2DC-7B0365E99328}" dt="2026-02-13T23:01:39.877" v="499" actId="14100"/>
          <ac:spMkLst>
            <pc:docMk/>
            <pc:sldMk cId="3526335932" sldId="266"/>
            <ac:spMk id="4" creationId="{86ED9EE4-56A8-6AFD-BE9A-A35D2ABC59A0}"/>
          </ac:spMkLst>
        </pc:spChg>
        <pc:spChg chg="add mod">
          <ac:chgData name="Margo Bonal" userId="18c9fa0f-b53d-478b-9dc0-6ad88786c19f" providerId="ADAL" clId="{57E2D5E0-CA32-47BE-A2DC-7B0365E99328}" dt="2026-02-13T23:02:06.751" v="514" actId="20577"/>
          <ac:spMkLst>
            <pc:docMk/>
            <pc:sldMk cId="3526335932" sldId="266"/>
            <ac:spMk id="5" creationId="{E40DC201-0466-5D58-2422-48A1842C6A76}"/>
          </ac:spMkLst>
        </pc:spChg>
        <pc:spChg chg="add del mod">
          <ac:chgData name="Margo Bonal" userId="18c9fa0f-b53d-478b-9dc0-6ad88786c19f" providerId="ADAL" clId="{57E2D5E0-CA32-47BE-A2DC-7B0365E99328}" dt="2026-02-13T23:00:30.069" v="482" actId="21"/>
          <ac:spMkLst>
            <pc:docMk/>
            <pc:sldMk cId="3526335932" sldId="266"/>
            <ac:spMk id="7" creationId="{94275E71-8A3F-C66E-848C-F0395B3C5B6E}"/>
          </ac:spMkLst>
        </pc:spChg>
        <pc:spChg chg="add mod">
          <ac:chgData name="Margo Bonal" userId="18c9fa0f-b53d-478b-9dc0-6ad88786c19f" providerId="ADAL" clId="{57E2D5E0-CA32-47BE-A2DC-7B0365E99328}" dt="2026-02-13T23:01:33.171" v="497" actId="1076"/>
          <ac:spMkLst>
            <pc:docMk/>
            <pc:sldMk cId="3526335932" sldId="266"/>
            <ac:spMk id="8" creationId="{24AA2B82-D640-63C8-0949-8D61BA43585E}"/>
          </ac:spMkLst>
        </pc:spChg>
        <pc:spChg chg="del">
          <ac:chgData name="Margo Bonal" userId="18c9fa0f-b53d-478b-9dc0-6ad88786c19f" providerId="ADAL" clId="{57E2D5E0-CA32-47BE-A2DC-7B0365E99328}" dt="2026-02-13T23:00:27.628" v="481" actId="21"/>
          <ac:spMkLst>
            <pc:docMk/>
            <pc:sldMk cId="3526335932" sldId="266"/>
            <ac:spMk id="9" creationId="{60D663A2-FC4D-1349-BA36-A3798A3294BA}"/>
          </ac:spMkLst>
        </pc:spChg>
        <pc:spChg chg="del">
          <ac:chgData name="Margo Bonal" userId="18c9fa0f-b53d-478b-9dc0-6ad88786c19f" providerId="ADAL" clId="{57E2D5E0-CA32-47BE-A2DC-7B0365E99328}" dt="2026-02-13T23:00:06.484" v="476" actId="21"/>
          <ac:spMkLst>
            <pc:docMk/>
            <pc:sldMk cId="3526335932" sldId="266"/>
            <ac:spMk id="10" creationId="{135DED68-2CA7-4ADD-046C-DF98E816A7D1}"/>
          </ac:spMkLst>
        </pc:spChg>
        <pc:spChg chg="add mod">
          <ac:chgData name="Margo Bonal" userId="18c9fa0f-b53d-478b-9dc0-6ad88786c19f" providerId="ADAL" clId="{57E2D5E0-CA32-47BE-A2DC-7B0365E99328}" dt="2026-02-13T23:01:36.208" v="498" actId="1076"/>
          <ac:spMkLst>
            <pc:docMk/>
            <pc:sldMk cId="3526335932" sldId="266"/>
            <ac:spMk id="11" creationId="{D6DB2568-1D7A-1154-06D4-C4FEF3D291A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AED39-6EA4-4C8F-8F93-0109BCE29F73}" type="doc">
      <dgm:prSet loTypeId="urn:microsoft.com/office/officeart/2018/5/layout/IconCircleLabelList" loCatId="icon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A943B02-5C04-46D6-A68D-B6CA786424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Vulcan Platform</a:t>
          </a:r>
        </a:p>
      </dgm:t>
    </dgm:pt>
    <dgm:pt modelId="{DCE7D11E-72ED-4379-92AB-B4DD3163FFDD}" type="parTrans" cxnId="{0607399A-5388-4DF6-AF8F-B30347370EA9}">
      <dgm:prSet/>
      <dgm:spPr/>
      <dgm:t>
        <a:bodyPr/>
        <a:lstStyle/>
        <a:p>
          <a:endParaRPr lang="en-US"/>
        </a:p>
      </dgm:t>
    </dgm:pt>
    <dgm:pt modelId="{40F66F96-190F-4E10-A10D-B436D4D705FE}" type="sibTrans" cxnId="{0607399A-5388-4DF6-AF8F-B30347370EA9}">
      <dgm:prSet/>
      <dgm:spPr/>
      <dgm:t>
        <a:bodyPr/>
        <a:lstStyle/>
        <a:p>
          <a:endParaRPr lang="en-US"/>
        </a:p>
      </dgm:t>
    </dgm:pt>
    <dgm:pt modelId="{B95C487C-5DFF-4263-92CB-5743412139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Database</a:t>
          </a:r>
        </a:p>
      </dgm:t>
    </dgm:pt>
    <dgm:pt modelId="{D039C51C-121D-4A59-95DB-0DFFAA9D1793}" type="parTrans" cxnId="{FD2FD9E5-C328-47DA-8160-3C42737E9923}">
      <dgm:prSet/>
      <dgm:spPr/>
      <dgm:t>
        <a:bodyPr/>
        <a:lstStyle/>
        <a:p>
          <a:endParaRPr lang="en-US"/>
        </a:p>
      </dgm:t>
    </dgm:pt>
    <dgm:pt modelId="{37A95161-BDCF-49DB-9C9F-BC4185772BE6}" type="sibTrans" cxnId="{FD2FD9E5-C328-47DA-8160-3C42737E9923}">
      <dgm:prSet/>
      <dgm:spPr/>
      <dgm:t>
        <a:bodyPr/>
        <a:lstStyle/>
        <a:p>
          <a:endParaRPr lang="en-US"/>
        </a:p>
      </dgm:t>
    </dgm:pt>
    <dgm:pt modelId="{6ADC3160-FE5A-4FDC-9ACC-8081A1A0D12D}" type="pres">
      <dgm:prSet presAssocID="{BD9AED39-6EA4-4C8F-8F93-0109BCE29F73}" presName="root" presStyleCnt="0">
        <dgm:presLayoutVars>
          <dgm:dir/>
          <dgm:resizeHandles val="exact"/>
        </dgm:presLayoutVars>
      </dgm:prSet>
      <dgm:spPr/>
    </dgm:pt>
    <dgm:pt modelId="{CB887E09-0A00-423D-9B72-FD8DEBCB5097}" type="pres">
      <dgm:prSet presAssocID="{7A943B02-5C04-46D6-A68D-B6CA78642443}" presName="compNode" presStyleCnt="0"/>
      <dgm:spPr/>
    </dgm:pt>
    <dgm:pt modelId="{79E1EB82-49C8-4027-977A-55C555C6DB5E}" type="pres">
      <dgm:prSet presAssocID="{7A943B02-5C04-46D6-A68D-B6CA78642443}" presName="iconBgRect" presStyleLbl="bgShp" presStyleIdx="0" presStyleCnt="2"/>
      <dgm:spPr/>
    </dgm:pt>
    <dgm:pt modelId="{EE9957DB-4DBB-4C87-A7DF-CEBE683705E8}" type="pres">
      <dgm:prSet presAssocID="{7A943B02-5C04-46D6-A68D-B6CA786424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1524B0-6C4F-4FA3-BE59-A01E2F7E3514}" type="pres">
      <dgm:prSet presAssocID="{7A943B02-5C04-46D6-A68D-B6CA78642443}" presName="spaceRect" presStyleCnt="0"/>
      <dgm:spPr/>
    </dgm:pt>
    <dgm:pt modelId="{A2A5588E-9AB3-4A06-B57B-7CACF275F84C}" type="pres">
      <dgm:prSet presAssocID="{7A943B02-5C04-46D6-A68D-B6CA78642443}" presName="textRect" presStyleLbl="revTx" presStyleIdx="0" presStyleCnt="2">
        <dgm:presLayoutVars>
          <dgm:chMax val="1"/>
          <dgm:chPref val="1"/>
        </dgm:presLayoutVars>
      </dgm:prSet>
      <dgm:spPr/>
    </dgm:pt>
    <dgm:pt modelId="{8B84A864-80EF-42E6-8432-9BC8549F8B45}" type="pres">
      <dgm:prSet presAssocID="{40F66F96-190F-4E10-A10D-B436D4D705FE}" presName="sibTrans" presStyleCnt="0"/>
      <dgm:spPr/>
    </dgm:pt>
    <dgm:pt modelId="{F76718A8-D756-4C0B-A9B5-8301B101F5AD}" type="pres">
      <dgm:prSet presAssocID="{B95C487C-5DFF-4263-92CB-57434121393C}" presName="compNode" presStyleCnt="0"/>
      <dgm:spPr/>
    </dgm:pt>
    <dgm:pt modelId="{C43FB53B-5B3D-4EC6-A472-577624A94EC7}" type="pres">
      <dgm:prSet presAssocID="{B95C487C-5DFF-4263-92CB-57434121393C}" presName="iconBgRect" presStyleLbl="bgShp" presStyleIdx="1" presStyleCnt="2"/>
      <dgm:spPr/>
    </dgm:pt>
    <dgm:pt modelId="{21D22EAE-5269-42A0-B695-2F6CC60D6AD6}" type="pres">
      <dgm:prSet presAssocID="{B95C487C-5DFF-4263-92CB-57434121393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2225CF-79DE-4D57-8F67-920CCF5C2E06}" type="pres">
      <dgm:prSet presAssocID="{B95C487C-5DFF-4263-92CB-57434121393C}" presName="spaceRect" presStyleCnt="0"/>
      <dgm:spPr/>
    </dgm:pt>
    <dgm:pt modelId="{42D8A5A2-BFA7-4F94-9EE5-C3FE673BB678}" type="pres">
      <dgm:prSet presAssocID="{B95C487C-5DFF-4263-92CB-57434121393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4088726-4005-49CF-B1FB-ACBFC6C21C05}" type="presOf" srcId="{B95C487C-5DFF-4263-92CB-57434121393C}" destId="{42D8A5A2-BFA7-4F94-9EE5-C3FE673BB678}" srcOrd="0" destOrd="0" presId="urn:microsoft.com/office/officeart/2018/5/layout/IconCircleLabelList"/>
    <dgm:cxn modelId="{461EE388-E613-474A-B334-C6CBD8611525}" type="presOf" srcId="{7A943B02-5C04-46D6-A68D-B6CA78642443}" destId="{A2A5588E-9AB3-4A06-B57B-7CACF275F84C}" srcOrd="0" destOrd="0" presId="urn:microsoft.com/office/officeart/2018/5/layout/IconCircleLabelList"/>
    <dgm:cxn modelId="{DDE1F394-0A0A-4939-825A-48F1721D5ED0}" type="presOf" srcId="{BD9AED39-6EA4-4C8F-8F93-0109BCE29F73}" destId="{6ADC3160-FE5A-4FDC-9ACC-8081A1A0D12D}" srcOrd="0" destOrd="0" presId="urn:microsoft.com/office/officeart/2018/5/layout/IconCircleLabelList"/>
    <dgm:cxn modelId="{0607399A-5388-4DF6-AF8F-B30347370EA9}" srcId="{BD9AED39-6EA4-4C8F-8F93-0109BCE29F73}" destId="{7A943B02-5C04-46D6-A68D-B6CA78642443}" srcOrd="0" destOrd="0" parTransId="{DCE7D11E-72ED-4379-92AB-B4DD3163FFDD}" sibTransId="{40F66F96-190F-4E10-A10D-B436D4D705FE}"/>
    <dgm:cxn modelId="{FD2FD9E5-C328-47DA-8160-3C42737E9923}" srcId="{BD9AED39-6EA4-4C8F-8F93-0109BCE29F73}" destId="{B95C487C-5DFF-4263-92CB-57434121393C}" srcOrd="1" destOrd="0" parTransId="{D039C51C-121D-4A59-95DB-0DFFAA9D1793}" sibTransId="{37A95161-BDCF-49DB-9C9F-BC4185772BE6}"/>
    <dgm:cxn modelId="{65A798A2-71D1-4111-8321-D24E38B846E0}" type="presParOf" srcId="{6ADC3160-FE5A-4FDC-9ACC-8081A1A0D12D}" destId="{CB887E09-0A00-423D-9B72-FD8DEBCB5097}" srcOrd="0" destOrd="0" presId="urn:microsoft.com/office/officeart/2018/5/layout/IconCircleLabelList"/>
    <dgm:cxn modelId="{475E1201-BC90-47EB-A9B3-955A80539DC1}" type="presParOf" srcId="{CB887E09-0A00-423D-9B72-FD8DEBCB5097}" destId="{79E1EB82-49C8-4027-977A-55C555C6DB5E}" srcOrd="0" destOrd="0" presId="urn:microsoft.com/office/officeart/2018/5/layout/IconCircleLabelList"/>
    <dgm:cxn modelId="{710AE4DB-FFDE-44E2-BF95-A4A284FA5ACE}" type="presParOf" srcId="{CB887E09-0A00-423D-9B72-FD8DEBCB5097}" destId="{EE9957DB-4DBB-4C87-A7DF-CEBE683705E8}" srcOrd="1" destOrd="0" presId="urn:microsoft.com/office/officeart/2018/5/layout/IconCircleLabelList"/>
    <dgm:cxn modelId="{FFA1DA79-9F4F-437E-89E8-A350BE88FFE8}" type="presParOf" srcId="{CB887E09-0A00-423D-9B72-FD8DEBCB5097}" destId="{031524B0-6C4F-4FA3-BE59-A01E2F7E3514}" srcOrd="2" destOrd="0" presId="urn:microsoft.com/office/officeart/2018/5/layout/IconCircleLabelList"/>
    <dgm:cxn modelId="{1544563A-B8AB-41E0-A184-E15E05C4B4CD}" type="presParOf" srcId="{CB887E09-0A00-423D-9B72-FD8DEBCB5097}" destId="{A2A5588E-9AB3-4A06-B57B-7CACF275F84C}" srcOrd="3" destOrd="0" presId="urn:microsoft.com/office/officeart/2018/5/layout/IconCircleLabelList"/>
    <dgm:cxn modelId="{5C9D72FD-BA1D-4BA7-A584-2136B002641A}" type="presParOf" srcId="{6ADC3160-FE5A-4FDC-9ACC-8081A1A0D12D}" destId="{8B84A864-80EF-42E6-8432-9BC8549F8B45}" srcOrd="1" destOrd="0" presId="urn:microsoft.com/office/officeart/2018/5/layout/IconCircleLabelList"/>
    <dgm:cxn modelId="{22073DB5-229A-4677-AE50-478BD50DAB39}" type="presParOf" srcId="{6ADC3160-FE5A-4FDC-9ACC-8081A1A0D12D}" destId="{F76718A8-D756-4C0B-A9B5-8301B101F5AD}" srcOrd="2" destOrd="0" presId="urn:microsoft.com/office/officeart/2018/5/layout/IconCircleLabelList"/>
    <dgm:cxn modelId="{22B147C1-75E5-4932-A0DD-75F9C28E8EDB}" type="presParOf" srcId="{F76718A8-D756-4C0B-A9B5-8301B101F5AD}" destId="{C43FB53B-5B3D-4EC6-A472-577624A94EC7}" srcOrd="0" destOrd="0" presId="urn:microsoft.com/office/officeart/2018/5/layout/IconCircleLabelList"/>
    <dgm:cxn modelId="{631F24DB-2ED0-49CA-9DD5-7A878907883C}" type="presParOf" srcId="{F76718A8-D756-4C0B-A9B5-8301B101F5AD}" destId="{21D22EAE-5269-42A0-B695-2F6CC60D6AD6}" srcOrd="1" destOrd="0" presId="urn:microsoft.com/office/officeart/2018/5/layout/IconCircleLabelList"/>
    <dgm:cxn modelId="{A5A3F903-018D-440B-8E9F-7D40DC313B9D}" type="presParOf" srcId="{F76718A8-D756-4C0B-A9B5-8301B101F5AD}" destId="{002225CF-79DE-4D57-8F67-920CCF5C2E06}" srcOrd="2" destOrd="0" presId="urn:microsoft.com/office/officeart/2018/5/layout/IconCircleLabelList"/>
    <dgm:cxn modelId="{7B3B07DE-CF57-4A86-9BC5-44B672A7EE60}" type="presParOf" srcId="{F76718A8-D756-4C0B-A9B5-8301B101F5AD}" destId="{42D8A5A2-BFA7-4F94-9EE5-C3FE673BB6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5220B3-5F43-41BF-82F0-F1D5090E78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7D77D55D-8CCB-40C4-94CB-4B06CD8B8779}">
      <dgm:prSet/>
      <dgm:spPr/>
      <dgm:t>
        <a:bodyPr/>
        <a:lstStyle/>
        <a:p>
          <a:r>
            <a:rPr lang="en-US"/>
            <a:t>Begin Team Page</a:t>
          </a:r>
        </a:p>
      </dgm:t>
    </dgm:pt>
    <dgm:pt modelId="{6A9C7EF0-5CCC-409B-8130-14FC63A16319}" type="parTrans" cxnId="{A836B724-0D4D-49B8-8C7E-FE8E2C59804C}">
      <dgm:prSet/>
      <dgm:spPr/>
      <dgm:t>
        <a:bodyPr/>
        <a:lstStyle/>
        <a:p>
          <a:endParaRPr lang="en-US"/>
        </a:p>
      </dgm:t>
    </dgm:pt>
    <dgm:pt modelId="{3EAD9D27-CDC1-4D2B-8EDB-51D7B39371E6}" type="sibTrans" cxnId="{A836B724-0D4D-49B8-8C7E-FE8E2C59804C}">
      <dgm:prSet/>
      <dgm:spPr/>
      <dgm:t>
        <a:bodyPr/>
        <a:lstStyle/>
        <a:p>
          <a:endParaRPr lang="en-US"/>
        </a:p>
      </dgm:t>
    </dgm:pt>
    <dgm:pt modelId="{9C35D664-F4ED-4924-B85E-A22D43967662}">
      <dgm:prSet/>
      <dgm:spPr/>
      <dgm:t>
        <a:bodyPr/>
        <a:lstStyle/>
        <a:p>
          <a:r>
            <a:rPr lang="en-US"/>
            <a:t>Implement Password requirements</a:t>
          </a:r>
        </a:p>
      </dgm:t>
    </dgm:pt>
    <dgm:pt modelId="{C36022C4-2A61-4049-9E7C-3331704CC85B}" type="parTrans" cxnId="{96D4C5E8-25DD-4F37-89A6-060DD8940082}">
      <dgm:prSet/>
      <dgm:spPr/>
      <dgm:t>
        <a:bodyPr/>
        <a:lstStyle/>
        <a:p>
          <a:endParaRPr lang="en-US"/>
        </a:p>
      </dgm:t>
    </dgm:pt>
    <dgm:pt modelId="{8166ABFB-FA54-4D42-B19D-457B349DE33D}" type="sibTrans" cxnId="{96D4C5E8-25DD-4F37-89A6-060DD8940082}">
      <dgm:prSet/>
      <dgm:spPr/>
      <dgm:t>
        <a:bodyPr/>
        <a:lstStyle/>
        <a:p>
          <a:endParaRPr lang="en-US"/>
        </a:p>
      </dgm:t>
    </dgm:pt>
    <dgm:pt modelId="{D164FE33-84B1-4569-B205-B8D56A463CA2}">
      <dgm:prSet/>
      <dgm:spPr/>
      <dgm:t>
        <a:bodyPr/>
        <a:lstStyle/>
        <a:p>
          <a:r>
            <a:rPr lang="en-US"/>
            <a:t>Challenges Page</a:t>
          </a:r>
        </a:p>
      </dgm:t>
    </dgm:pt>
    <dgm:pt modelId="{7DA97775-1858-48FE-BDF4-3C1835F95D31}" type="parTrans" cxnId="{1D79B17F-FF0A-433C-AD09-31B22D2982FD}">
      <dgm:prSet/>
      <dgm:spPr/>
      <dgm:t>
        <a:bodyPr/>
        <a:lstStyle/>
        <a:p>
          <a:endParaRPr lang="en-US"/>
        </a:p>
      </dgm:t>
    </dgm:pt>
    <dgm:pt modelId="{2E6446DA-01C1-4120-833E-FA0E55DC486E}" type="sibTrans" cxnId="{1D79B17F-FF0A-433C-AD09-31B22D2982FD}">
      <dgm:prSet/>
      <dgm:spPr/>
      <dgm:t>
        <a:bodyPr/>
        <a:lstStyle/>
        <a:p>
          <a:endParaRPr lang="en-US"/>
        </a:p>
      </dgm:t>
    </dgm:pt>
    <dgm:pt modelId="{F85EEB6F-AAF0-4C94-BC92-C847D8A79108}" type="pres">
      <dgm:prSet presAssocID="{875220B3-5F43-41BF-82F0-F1D5090E78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7C8F59-19C7-4811-ACF5-94E83EF18D53}" type="pres">
      <dgm:prSet presAssocID="{7D77D55D-8CCB-40C4-94CB-4B06CD8B8779}" presName="hierRoot1" presStyleCnt="0"/>
      <dgm:spPr/>
    </dgm:pt>
    <dgm:pt modelId="{8918ADED-6A57-4174-8DFD-B8853753C67B}" type="pres">
      <dgm:prSet presAssocID="{7D77D55D-8CCB-40C4-94CB-4B06CD8B8779}" presName="composite" presStyleCnt="0"/>
      <dgm:spPr/>
    </dgm:pt>
    <dgm:pt modelId="{98190555-19A4-4CFA-B5ED-89857792E0B9}" type="pres">
      <dgm:prSet presAssocID="{7D77D55D-8CCB-40C4-94CB-4B06CD8B8779}" presName="background" presStyleLbl="node0" presStyleIdx="0" presStyleCnt="3"/>
      <dgm:spPr/>
    </dgm:pt>
    <dgm:pt modelId="{1183B01D-027F-4222-9A5D-26614D621D81}" type="pres">
      <dgm:prSet presAssocID="{7D77D55D-8CCB-40C4-94CB-4B06CD8B8779}" presName="text" presStyleLbl="fgAcc0" presStyleIdx="0" presStyleCnt="3">
        <dgm:presLayoutVars>
          <dgm:chPref val="3"/>
        </dgm:presLayoutVars>
      </dgm:prSet>
      <dgm:spPr/>
    </dgm:pt>
    <dgm:pt modelId="{769B866C-995B-4621-BF4F-632E3E797DE6}" type="pres">
      <dgm:prSet presAssocID="{7D77D55D-8CCB-40C4-94CB-4B06CD8B8779}" presName="hierChild2" presStyleCnt="0"/>
      <dgm:spPr/>
    </dgm:pt>
    <dgm:pt modelId="{7C0E07B7-20A4-4341-8762-1E58F807E8BA}" type="pres">
      <dgm:prSet presAssocID="{9C35D664-F4ED-4924-B85E-A22D43967662}" presName="hierRoot1" presStyleCnt="0"/>
      <dgm:spPr/>
    </dgm:pt>
    <dgm:pt modelId="{167A3E1F-AD74-4598-B50A-3C9D400D900E}" type="pres">
      <dgm:prSet presAssocID="{9C35D664-F4ED-4924-B85E-A22D43967662}" presName="composite" presStyleCnt="0"/>
      <dgm:spPr/>
    </dgm:pt>
    <dgm:pt modelId="{FE1BC2AB-A6F4-451D-B5E4-EBBE2F580413}" type="pres">
      <dgm:prSet presAssocID="{9C35D664-F4ED-4924-B85E-A22D43967662}" presName="background" presStyleLbl="node0" presStyleIdx="1" presStyleCnt="3"/>
      <dgm:spPr/>
    </dgm:pt>
    <dgm:pt modelId="{EE8EEF36-F451-494C-9D0C-6D4B4B602222}" type="pres">
      <dgm:prSet presAssocID="{9C35D664-F4ED-4924-B85E-A22D43967662}" presName="text" presStyleLbl="fgAcc0" presStyleIdx="1" presStyleCnt="3">
        <dgm:presLayoutVars>
          <dgm:chPref val="3"/>
        </dgm:presLayoutVars>
      </dgm:prSet>
      <dgm:spPr/>
    </dgm:pt>
    <dgm:pt modelId="{7BE69AD2-283F-47B6-B4ED-6AF7473EBC65}" type="pres">
      <dgm:prSet presAssocID="{9C35D664-F4ED-4924-B85E-A22D43967662}" presName="hierChild2" presStyleCnt="0"/>
      <dgm:spPr/>
    </dgm:pt>
    <dgm:pt modelId="{5654D2F3-0BB4-4E47-B368-909288A5B2BD}" type="pres">
      <dgm:prSet presAssocID="{D164FE33-84B1-4569-B205-B8D56A463CA2}" presName="hierRoot1" presStyleCnt="0"/>
      <dgm:spPr/>
    </dgm:pt>
    <dgm:pt modelId="{CD50A866-77B7-46A1-AFBB-CAE16E141989}" type="pres">
      <dgm:prSet presAssocID="{D164FE33-84B1-4569-B205-B8D56A463CA2}" presName="composite" presStyleCnt="0"/>
      <dgm:spPr/>
    </dgm:pt>
    <dgm:pt modelId="{CA2C5924-FEEE-41E7-8498-90F97462AB60}" type="pres">
      <dgm:prSet presAssocID="{D164FE33-84B1-4569-B205-B8D56A463CA2}" presName="background" presStyleLbl="node0" presStyleIdx="2" presStyleCnt="3"/>
      <dgm:spPr/>
    </dgm:pt>
    <dgm:pt modelId="{464A5E94-15C8-483E-96F7-DE1ACC400150}" type="pres">
      <dgm:prSet presAssocID="{D164FE33-84B1-4569-B205-B8D56A463CA2}" presName="text" presStyleLbl="fgAcc0" presStyleIdx="2" presStyleCnt="3">
        <dgm:presLayoutVars>
          <dgm:chPref val="3"/>
        </dgm:presLayoutVars>
      </dgm:prSet>
      <dgm:spPr/>
    </dgm:pt>
    <dgm:pt modelId="{E1C6EDBD-8470-4060-92F8-D31F6A8051C0}" type="pres">
      <dgm:prSet presAssocID="{D164FE33-84B1-4569-B205-B8D56A463CA2}" presName="hierChild2" presStyleCnt="0"/>
      <dgm:spPr/>
    </dgm:pt>
  </dgm:ptLst>
  <dgm:cxnLst>
    <dgm:cxn modelId="{05C86F0A-4746-460B-9098-72321F3CDD33}" type="presOf" srcId="{D164FE33-84B1-4569-B205-B8D56A463CA2}" destId="{464A5E94-15C8-483E-96F7-DE1ACC400150}" srcOrd="0" destOrd="0" presId="urn:microsoft.com/office/officeart/2005/8/layout/hierarchy1"/>
    <dgm:cxn modelId="{A836B724-0D4D-49B8-8C7E-FE8E2C59804C}" srcId="{875220B3-5F43-41BF-82F0-F1D5090E78B1}" destId="{7D77D55D-8CCB-40C4-94CB-4B06CD8B8779}" srcOrd="0" destOrd="0" parTransId="{6A9C7EF0-5CCC-409B-8130-14FC63A16319}" sibTransId="{3EAD9D27-CDC1-4D2B-8EDB-51D7B39371E6}"/>
    <dgm:cxn modelId="{BC06C170-83F3-4F9D-8D58-ADC0D316C39A}" type="presOf" srcId="{875220B3-5F43-41BF-82F0-F1D5090E78B1}" destId="{F85EEB6F-AAF0-4C94-BC92-C847D8A79108}" srcOrd="0" destOrd="0" presId="urn:microsoft.com/office/officeart/2005/8/layout/hierarchy1"/>
    <dgm:cxn modelId="{01442F58-BA90-4E63-BCA2-075C3C0378F0}" type="presOf" srcId="{7D77D55D-8CCB-40C4-94CB-4B06CD8B8779}" destId="{1183B01D-027F-4222-9A5D-26614D621D81}" srcOrd="0" destOrd="0" presId="urn:microsoft.com/office/officeart/2005/8/layout/hierarchy1"/>
    <dgm:cxn modelId="{1D79B17F-FF0A-433C-AD09-31B22D2982FD}" srcId="{875220B3-5F43-41BF-82F0-F1D5090E78B1}" destId="{D164FE33-84B1-4569-B205-B8D56A463CA2}" srcOrd="2" destOrd="0" parTransId="{7DA97775-1858-48FE-BDF4-3C1835F95D31}" sibTransId="{2E6446DA-01C1-4120-833E-FA0E55DC486E}"/>
    <dgm:cxn modelId="{5B786AAC-222A-4468-B55B-0EAA368993A2}" type="presOf" srcId="{9C35D664-F4ED-4924-B85E-A22D43967662}" destId="{EE8EEF36-F451-494C-9D0C-6D4B4B602222}" srcOrd="0" destOrd="0" presId="urn:microsoft.com/office/officeart/2005/8/layout/hierarchy1"/>
    <dgm:cxn modelId="{96D4C5E8-25DD-4F37-89A6-060DD8940082}" srcId="{875220B3-5F43-41BF-82F0-F1D5090E78B1}" destId="{9C35D664-F4ED-4924-B85E-A22D43967662}" srcOrd="1" destOrd="0" parTransId="{C36022C4-2A61-4049-9E7C-3331704CC85B}" sibTransId="{8166ABFB-FA54-4D42-B19D-457B349DE33D}"/>
    <dgm:cxn modelId="{95049FAD-31F9-439F-BFA3-E22A1A563604}" type="presParOf" srcId="{F85EEB6F-AAF0-4C94-BC92-C847D8A79108}" destId="{1B7C8F59-19C7-4811-ACF5-94E83EF18D53}" srcOrd="0" destOrd="0" presId="urn:microsoft.com/office/officeart/2005/8/layout/hierarchy1"/>
    <dgm:cxn modelId="{1E3A4A04-0C1F-470B-B4ED-DC851A10E818}" type="presParOf" srcId="{1B7C8F59-19C7-4811-ACF5-94E83EF18D53}" destId="{8918ADED-6A57-4174-8DFD-B8853753C67B}" srcOrd="0" destOrd="0" presId="urn:microsoft.com/office/officeart/2005/8/layout/hierarchy1"/>
    <dgm:cxn modelId="{1BC6797F-EB63-43BF-AFEA-D0146C2A2E21}" type="presParOf" srcId="{8918ADED-6A57-4174-8DFD-B8853753C67B}" destId="{98190555-19A4-4CFA-B5ED-89857792E0B9}" srcOrd="0" destOrd="0" presId="urn:microsoft.com/office/officeart/2005/8/layout/hierarchy1"/>
    <dgm:cxn modelId="{1F7CD6F7-51FF-4138-B0CC-42CF8E0CFE06}" type="presParOf" srcId="{8918ADED-6A57-4174-8DFD-B8853753C67B}" destId="{1183B01D-027F-4222-9A5D-26614D621D81}" srcOrd="1" destOrd="0" presId="urn:microsoft.com/office/officeart/2005/8/layout/hierarchy1"/>
    <dgm:cxn modelId="{43663621-4EB7-4D21-A7EA-406D22B380E8}" type="presParOf" srcId="{1B7C8F59-19C7-4811-ACF5-94E83EF18D53}" destId="{769B866C-995B-4621-BF4F-632E3E797DE6}" srcOrd="1" destOrd="0" presId="urn:microsoft.com/office/officeart/2005/8/layout/hierarchy1"/>
    <dgm:cxn modelId="{70C13F18-7581-4BC8-894F-491B57EE2C69}" type="presParOf" srcId="{F85EEB6F-AAF0-4C94-BC92-C847D8A79108}" destId="{7C0E07B7-20A4-4341-8762-1E58F807E8BA}" srcOrd="1" destOrd="0" presId="urn:microsoft.com/office/officeart/2005/8/layout/hierarchy1"/>
    <dgm:cxn modelId="{78DBC6C1-73C1-4548-A4BC-FA3047F5A73B}" type="presParOf" srcId="{7C0E07B7-20A4-4341-8762-1E58F807E8BA}" destId="{167A3E1F-AD74-4598-B50A-3C9D400D900E}" srcOrd="0" destOrd="0" presId="urn:microsoft.com/office/officeart/2005/8/layout/hierarchy1"/>
    <dgm:cxn modelId="{FD8996CB-5238-43A3-BEAB-80F1A6BFE21B}" type="presParOf" srcId="{167A3E1F-AD74-4598-B50A-3C9D400D900E}" destId="{FE1BC2AB-A6F4-451D-B5E4-EBBE2F580413}" srcOrd="0" destOrd="0" presId="urn:microsoft.com/office/officeart/2005/8/layout/hierarchy1"/>
    <dgm:cxn modelId="{CBA5D3B1-A39D-49FA-8BB0-FA4491539200}" type="presParOf" srcId="{167A3E1F-AD74-4598-B50A-3C9D400D900E}" destId="{EE8EEF36-F451-494C-9D0C-6D4B4B602222}" srcOrd="1" destOrd="0" presId="urn:microsoft.com/office/officeart/2005/8/layout/hierarchy1"/>
    <dgm:cxn modelId="{72142E2E-2D64-41DE-B594-BAA603395FD6}" type="presParOf" srcId="{7C0E07B7-20A4-4341-8762-1E58F807E8BA}" destId="{7BE69AD2-283F-47B6-B4ED-6AF7473EBC65}" srcOrd="1" destOrd="0" presId="urn:microsoft.com/office/officeart/2005/8/layout/hierarchy1"/>
    <dgm:cxn modelId="{93F6E5D4-69E2-4BA3-B007-DA99ED72255F}" type="presParOf" srcId="{F85EEB6F-AAF0-4C94-BC92-C847D8A79108}" destId="{5654D2F3-0BB4-4E47-B368-909288A5B2BD}" srcOrd="2" destOrd="0" presId="urn:microsoft.com/office/officeart/2005/8/layout/hierarchy1"/>
    <dgm:cxn modelId="{6120C75B-3644-4B15-9344-967D4E7D8A4A}" type="presParOf" srcId="{5654D2F3-0BB4-4E47-B368-909288A5B2BD}" destId="{CD50A866-77B7-46A1-AFBB-CAE16E141989}" srcOrd="0" destOrd="0" presId="urn:microsoft.com/office/officeart/2005/8/layout/hierarchy1"/>
    <dgm:cxn modelId="{1708E196-57E8-4C6E-9527-BA3E576C7203}" type="presParOf" srcId="{CD50A866-77B7-46A1-AFBB-CAE16E141989}" destId="{CA2C5924-FEEE-41E7-8498-90F97462AB60}" srcOrd="0" destOrd="0" presId="urn:microsoft.com/office/officeart/2005/8/layout/hierarchy1"/>
    <dgm:cxn modelId="{DEFC47D3-F17C-4128-8087-EBC594B8A1E7}" type="presParOf" srcId="{CD50A866-77B7-46A1-AFBB-CAE16E141989}" destId="{464A5E94-15C8-483E-96F7-DE1ACC400150}" srcOrd="1" destOrd="0" presId="urn:microsoft.com/office/officeart/2005/8/layout/hierarchy1"/>
    <dgm:cxn modelId="{3136D6E1-4AB0-4735-839A-F019FBC2E0A6}" type="presParOf" srcId="{5654D2F3-0BB4-4E47-B368-909288A5B2BD}" destId="{E1C6EDBD-8470-4060-92F8-D31F6A8051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1EB82-49C8-4027-977A-55C555C6DB5E}">
      <dsp:nvSpPr>
        <dsp:cNvPr id="0" name=""/>
        <dsp:cNvSpPr/>
      </dsp:nvSpPr>
      <dsp:spPr>
        <a:xfrm>
          <a:off x="2365474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9957DB-4DBB-4C87-A7DF-CEBE683705E8}">
      <dsp:nvSpPr>
        <dsp:cNvPr id="0" name=""/>
        <dsp:cNvSpPr/>
      </dsp:nvSpPr>
      <dsp:spPr>
        <a:xfrm>
          <a:off x="2833474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2A5588E-9AB3-4A06-B57B-7CACF275F84C}">
      <dsp:nvSpPr>
        <dsp:cNvPr id="0" name=""/>
        <dsp:cNvSpPr/>
      </dsp:nvSpPr>
      <dsp:spPr>
        <a:xfrm>
          <a:off x="1663474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Vulcan Platform</a:t>
          </a:r>
        </a:p>
      </dsp:txBody>
      <dsp:txXfrm>
        <a:off x="1663474" y="2963569"/>
        <a:ext cx="3600000" cy="720000"/>
      </dsp:txXfrm>
    </dsp:sp>
    <dsp:sp modelId="{C43FB53B-5B3D-4EC6-A472-577624A94EC7}">
      <dsp:nvSpPr>
        <dsp:cNvPr id="0" name=""/>
        <dsp:cNvSpPr/>
      </dsp:nvSpPr>
      <dsp:spPr>
        <a:xfrm>
          <a:off x="6595475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1D22EAE-5269-42A0-B695-2F6CC60D6AD6}">
      <dsp:nvSpPr>
        <dsp:cNvPr id="0" name=""/>
        <dsp:cNvSpPr/>
      </dsp:nvSpPr>
      <dsp:spPr>
        <a:xfrm>
          <a:off x="7063475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D8A5A2-BFA7-4F94-9EE5-C3FE673BB678}">
      <dsp:nvSpPr>
        <dsp:cNvPr id="0" name=""/>
        <dsp:cNvSpPr/>
      </dsp:nvSpPr>
      <dsp:spPr>
        <a:xfrm>
          <a:off x="5893475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Database</a:t>
          </a:r>
        </a:p>
      </dsp:txBody>
      <dsp:txXfrm>
        <a:off x="5893475" y="29635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90555-19A4-4CFA-B5ED-89857792E0B9}">
      <dsp:nvSpPr>
        <dsp:cNvPr id="0" name=""/>
        <dsp:cNvSpPr/>
      </dsp:nvSpPr>
      <dsp:spPr>
        <a:xfrm>
          <a:off x="0" y="430393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3B01D-027F-4222-9A5D-26614D621D81}">
      <dsp:nvSpPr>
        <dsp:cNvPr id="0" name=""/>
        <dsp:cNvSpPr/>
      </dsp:nvSpPr>
      <dsp:spPr>
        <a:xfrm>
          <a:off x="328612" y="742575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Begin Team Page</a:t>
          </a:r>
        </a:p>
      </dsp:txBody>
      <dsp:txXfrm>
        <a:off x="383617" y="797580"/>
        <a:ext cx="2847502" cy="1768010"/>
      </dsp:txXfrm>
    </dsp:sp>
    <dsp:sp modelId="{FE1BC2AB-A6F4-451D-B5E4-EBBE2F580413}">
      <dsp:nvSpPr>
        <dsp:cNvPr id="0" name=""/>
        <dsp:cNvSpPr/>
      </dsp:nvSpPr>
      <dsp:spPr>
        <a:xfrm>
          <a:off x="3614737" y="430393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EEF36-F451-494C-9D0C-6D4B4B602222}">
      <dsp:nvSpPr>
        <dsp:cNvPr id="0" name=""/>
        <dsp:cNvSpPr/>
      </dsp:nvSpPr>
      <dsp:spPr>
        <a:xfrm>
          <a:off x="3943350" y="742575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Implement Password requirements</a:t>
          </a:r>
        </a:p>
      </dsp:txBody>
      <dsp:txXfrm>
        <a:off x="3998355" y="797580"/>
        <a:ext cx="2847502" cy="1768010"/>
      </dsp:txXfrm>
    </dsp:sp>
    <dsp:sp modelId="{CA2C5924-FEEE-41E7-8498-90F97462AB60}">
      <dsp:nvSpPr>
        <dsp:cNvPr id="0" name=""/>
        <dsp:cNvSpPr/>
      </dsp:nvSpPr>
      <dsp:spPr>
        <a:xfrm>
          <a:off x="7229475" y="430393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A5E94-15C8-483E-96F7-DE1ACC400150}">
      <dsp:nvSpPr>
        <dsp:cNvPr id="0" name=""/>
        <dsp:cNvSpPr/>
      </dsp:nvSpPr>
      <dsp:spPr>
        <a:xfrm>
          <a:off x="7558087" y="742575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Challenges Page</a:t>
          </a:r>
        </a:p>
      </dsp:txBody>
      <dsp:txXfrm>
        <a:off x="7613092" y="797580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2E6FB-EB88-4936-BED9-9E37159958C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jjdeuce06.github.io/VulcanActivityTracker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47601-A3D5-5EAD-C1BB-4EBE5505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1006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21AA-AA04-E3EB-5027-44FA0EFD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2610007"/>
            <a:ext cx="9144000" cy="312909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The Vulcan Activity Tracker is an athletic app that allows for the tracking of all campus athletics activities. 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	In one combined platform, the Vulcan Activity Tracker aspires to meet student organization needs, social interaction, and exercise goal planning in a free accessible way!</a:t>
            </a:r>
          </a:p>
          <a:p>
            <a:pPr>
              <a:lnSpc>
                <a:spcPct val="150000"/>
              </a:lnSpc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320D0-A8AF-3C53-8814-C1BE5066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A4A1602-F941-BBF5-B16B-F4B5C1B17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AEFD691-5682-F499-25A1-FF7E5E906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D2F83C-6172-28F7-72EE-B7834DE6D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A28DD-1D93-45FF-9FF1-D9C602F50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GOALS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AF426B-43FF-4BB7-086D-F7F73A587A96}"/>
              </a:ext>
            </a:extLst>
          </p:cNvPr>
          <p:cNvSpPr txBox="1">
            <a:spLocks/>
          </p:cNvSpPr>
          <p:nvPr/>
        </p:nvSpPr>
        <p:spPr>
          <a:xfrm>
            <a:off x="3698387" y="405006"/>
            <a:ext cx="4795226" cy="8064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Weekly Progress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A067979-B2B3-BD33-28AB-42AF2BBE1977}"/>
              </a:ext>
            </a:extLst>
          </p:cNvPr>
          <p:cNvSpPr txBox="1">
            <a:spLocks/>
          </p:cNvSpPr>
          <p:nvPr/>
        </p:nvSpPr>
        <p:spPr>
          <a:xfrm>
            <a:off x="1903615" y="3373830"/>
            <a:ext cx="8101135" cy="3079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Continue Club Page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Fix leaderboard sport-specific data issue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View a friend’s profile and public info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Docker performance enhancement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Method to Leave a Club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4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26584-AF93-5713-29E6-E38CD729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38C1FFB-2F68-F1DE-BE53-6D163C3D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ECB51-FD65-F82B-00AA-12E8DE1F4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F6D357-569B-76AE-AA15-8449A41E0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5B4AA4-CE4A-E618-AD73-E165703D2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ED9EE4-56A8-6AFD-BE9A-A35D2ABC5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822" y="2361465"/>
            <a:ext cx="5170705" cy="337763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Once the leaderboard began extracting sport-specific data correctly, the table rankings would not accurately reflect the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Friend Modal formatting </a:t>
            </a:r>
            <a:endParaRPr lang="en-US" sz="19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tx1"/>
                </a:solidFill>
              </a:rPr>
              <a:t>Public data only for friend 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tx1"/>
                </a:solidFill>
              </a:rPr>
              <a:t>Removing Club must </a:t>
            </a:r>
            <a:r>
              <a:rPr lang="en-US" sz="1900">
                <a:solidFill>
                  <a:schemeClr val="tx1"/>
                </a:solidFill>
              </a:rPr>
              <a:t>remove User ID’s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40DC201-0466-5D58-2422-48A1842C6A76}"/>
              </a:ext>
            </a:extLst>
          </p:cNvPr>
          <p:cNvSpPr txBox="1">
            <a:spLocks/>
          </p:cNvSpPr>
          <p:nvPr/>
        </p:nvSpPr>
        <p:spPr>
          <a:xfrm>
            <a:off x="6096000" y="2267458"/>
            <a:ext cx="5499536" cy="347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Rankings were based on only initial build of the leaderboard table. No matter what, rankings based on values at render time. Function to continuously render based on filter implemented.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Add field IDs to display on modal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New function to filter public on server side</a:t>
            </a:r>
            <a:endParaRPr lang="en-US" sz="19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tx1"/>
                </a:solidFill>
              </a:rPr>
              <a:t>Creation of database logic to remove club members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AA2B82-D640-63C8-0949-8D61BA435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822" y="691243"/>
            <a:ext cx="3829235" cy="10673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DB2568-1D7A-1154-06D4-C4FEF3D291A5}"/>
              </a:ext>
            </a:extLst>
          </p:cNvPr>
          <p:cNvSpPr txBox="1">
            <a:spLocks/>
          </p:cNvSpPr>
          <p:nvPr/>
        </p:nvSpPr>
        <p:spPr>
          <a:xfrm>
            <a:off x="7406636" y="691243"/>
            <a:ext cx="3829235" cy="10673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Solutions </a:t>
            </a:r>
          </a:p>
        </p:txBody>
      </p:sp>
    </p:spTree>
    <p:extLst>
      <p:ext uri="{BB962C8B-B14F-4D97-AF65-F5344CB8AC3E}">
        <p14:creationId xmlns:p14="http://schemas.microsoft.com/office/powerpoint/2010/main" val="352633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FC544CC5-203D-7012-0096-763F5234B0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910394"/>
              </p:ext>
            </p:extLst>
          </p:nvPr>
        </p:nvGraphicFramePr>
        <p:xfrm>
          <a:off x="514580" y="2109962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1BFE9597-EE45-D183-9C43-FB508195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471" y="777555"/>
            <a:ext cx="4541168" cy="987426"/>
          </a:xfrm>
          <a:noFill/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Video Progress </a:t>
            </a:r>
          </a:p>
        </p:txBody>
      </p:sp>
    </p:spTree>
    <p:extLst>
      <p:ext uri="{BB962C8B-B14F-4D97-AF65-F5344CB8AC3E}">
        <p14:creationId xmlns:p14="http://schemas.microsoft.com/office/powerpoint/2010/main" val="2065992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38CFD-A501-8AEC-C666-BED84511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6F68EF-088F-20DD-B4B1-6BCF0A8C9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F082FE-D96F-0D2A-34AA-F987D0796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E13FF0-F6F1-375E-D271-70DAE72E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A7F67B2-22A5-7F2D-13EB-E06229F5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6D36DC8-D9BF-8C26-69EA-ED89E34D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59" y="768350"/>
            <a:ext cx="4162181" cy="920920"/>
          </a:xfrm>
        </p:spPr>
        <p:txBody>
          <a:bodyPr/>
          <a:lstStyle/>
          <a:p>
            <a:r>
              <a:rPr lang="en-US" dirty="0"/>
              <a:t>Week 6 Plan</a:t>
            </a:r>
          </a:p>
        </p:txBody>
      </p:sp>
      <p:graphicFrame>
        <p:nvGraphicFramePr>
          <p:cNvPr id="27" name="Text Placeholder 2">
            <a:extLst>
              <a:ext uri="{FF2B5EF4-FFF2-40B4-BE49-F238E27FC236}">
                <a16:creationId xmlns:a16="http://schemas.microsoft.com/office/drawing/2014/main" id="{D6B93F0B-FEB0-EDAB-CFE1-A57DEFE97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1115219"/>
              </p:ext>
            </p:extLst>
          </p:nvPr>
        </p:nvGraphicFramePr>
        <p:xfrm>
          <a:off x="838199" y="2688113"/>
          <a:ext cx="10515600" cy="3050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40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CF74-09B7-84B3-F859-D7073DC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E30C-3490-D1E3-740D-40AD5E393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Gant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9BB01-16EE-371C-49E8-833A93D9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14"/>
          <a:stretch>
            <a:fillRect/>
          </a:stretch>
        </p:blipFill>
        <p:spPr>
          <a:xfrm>
            <a:off x="0" y="2219602"/>
            <a:ext cx="12191999" cy="4608716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71399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D6B9-1CEE-7976-0BB7-22F5E953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180494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Website: </a:t>
            </a:r>
            <a:r>
              <a:rPr lang="en-US" sz="3500" kern="1200" dirty="0">
                <a:solidFill>
                  <a:srgbClr val="0070C0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https://jjdeuce06.github.io/VulcanActivityTracker/</a:t>
            </a:r>
            <a:endParaRPr lang="en-US" sz="3500" kern="1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98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B2D1F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218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Vulcan Activity Tracker</vt:lpstr>
      <vt:lpstr>Project Description</vt:lpstr>
      <vt:lpstr>PowerPoint Presentation</vt:lpstr>
      <vt:lpstr>Challenges </vt:lpstr>
      <vt:lpstr>Video Progress </vt:lpstr>
      <vt:lpstr>Week 6 Plan</vt:lpstr>
      <vt:lpstr>Planning</vt:lpstr>
      <vt:lpstr>Website: https://jjdeuce06.github.io/VulcanActivityTracker/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Margo Bonal</cp:lastModifiedBy>
  <cp:revision>1</cp:revision>
  <dcterms:created xsi:type="dcterms:W3CDTF">2026-01-22T18:57:02Z</dcterms:created>
  <dcterms:modified xsi:type="dcterms:W3CDTF">2026-02-14T07:05:36Z</dcterms:modified>
</cp:coreProperties>
</file>