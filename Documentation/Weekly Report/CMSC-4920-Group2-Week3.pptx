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7" r:id="rId2"/>
    <p:sldId id="259" r:id="rId3"/>
    <p:sldId id="258" r:id="rId4"/>
    <p:sldId id="260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BB0782-3C69-47B4-AC39-00F2DDCDFB2A}" v="1" dt="2026-01-29T19:27:47.3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custSel addSld delSld modSld">
      <pc:chgData name="John Gerega" userId="bd3e1e46fb6a714b" providerId="LiveId" clId="{45F0C402-C550-4C82-B31D-5B32217A5E94}" dt="2026-01-29T19:30:17.690" v="506" actId="1076"/>
      <pc:docMkLst>
        <pc:docMk/>
      </pc:docMkLst>
      <pc:sldChg chg="delSp add setBg delDesignElem">
        <pc:chgData name="John Gerega" userId="bd3e1e46fb6a714b" providerId="LiveId" clId="{45F0C402-C550-4C82-B31D-5B32217A5E94}" dt="2026-01-27T20:22:39.148" v="1"/>
        <pc:sldMkLst>
          <pc:docMk/>
          <pc:sldMk cId="1562194928" sldId="257"/>
        </pc:sldMkLst>
      </pc:sldChg>
      <pc:sldChg chg="modSp new mod">
        <pc:chgData name="John Gerega" userId="bd3e1e46fb6a714b" providerId="LiveId" clId="{45F0C402-C550-4C82-B31D-5B32217A5E94}" dt="2026-01-29T19:28:29.511" v="472" actId="20577"/>
        <pc:sldMkLst>
          <pc:docMk/>
          <pc:sldMk cId="1703198578" sldId="258"/>
        </pc:sldMkLst>
        <pc:spChg chg="mod">
          <ac:chgData name="John Gerega" userId="bd3e1e46fb6a714b" providerId="LiveId" clId="{45F0C402-C550-4C82-B31D-5B32217A5E94}" dt="2026-01-29T19:25:36.974" v="281" actId="20577"/>
          <ac:spMkLst>
            <pc:docMk/>
            <pc:sldMk cId="1703198578" sldId="258"/>
            <ac:spMk id="2" creationId="{C9AC2B8C-4427-3F75-982C-5896926EF5AF}"/>
          </ac:spMkLst>
        </pc:spChg>
        <pc:spChg chg="mod">
          <ac:chgData name="John Gerega" userId="bd3e1e46fb6a714b" providerId="LiveId" clId="{45F0C402-C550-4C82-B31D-5B32217A5E94}" dt="2026-01-29T19:28:29.511" v="472" actId="20577"/>
          <ac:spMkLst>
            <pc:docMk/>
            <pc:sldMk cId="1703198578" sldId="258"/>
            <ac:spMk id="3" creationId="{180DA8A4-A147-28E8-440F-4D244C9A2F3A}"/>
          </ac:spMkLst>
        </pc:spChg>
      </pc:sldChg>
      <pc:sldChg chg="modSp new mod">
        <pc:chgData name="John Gerega" userId="bd3e1e46fb6a714b" providerId="LiveId" clId="{45F0C402-C550-4C82-B31D-5B32217A5E94}" dt="2026-01-29T19:01:05.361" v="272" actId="20577"/>
        <pc:sldMkLst>
          <pc:docMk/>
          <pc:sldMk cId="2435356693" sldId="259"/>
        </pc:sldMkLst>
        <pc:spChg chg="mod">
          <ac:chgData name="John Gerega" userId="bd3e1e46fb6a714b" providerId="LiveId" clId="{45F0C402-C550-4C82-B31D-5B32217A5E94}" dt="2026-01-27T20:25:57.296" v="191" actId="20577"/>
          <ac:spMkLst>
            <pc:docMk/>
            <pc:sldMk cId="2435356693" sldId="259"/>
            <ac:spMk id="2" creationId="{2172E248-3762-72AF-84C6-BFDA36AB50B5}"/>
          </ac:spMkLst>
        </pc:spChg>
        <pc:spChg chg="mod">
          <ac:chgData name="John Gerega" userId="bd3e1e46fb6a714b" providerId="LiveId" clId="{45F0C402-C550-4C82-B31D-5B32217A5E94}" dt="2026-01-27T20:23:42.085" v="12" actId="20577"/>
          <ac:spMkLst>
            <pc:docMk/>
            <pc:sldMk cId="2435356693" sldId="259"/>
            <ac:spMk id="3" creationId="{3F052361-71C3-7374-0BA1-D62761A1F641}"/>
          </ac:spMkLst>
        </pc:spChg>
        <pc:spChg chg="mod">
          <ac:chgData name="John Gerega" userId="bd3e1e46fb6a714b" providerId="LiveId" clId="{45F0C402-C550-4C82-B31D-5B32217A5E94}" dt="2026-01-29T19:01:05.361" v="272" actId="20577"/>
          <ac:spMkLst>
            <pc:docMk/>
            <pc:sldMk cId="2435356693" sldId="259"/>
            <ac:spMk id="4" creationId="{0B5AC0B3-0563-6025-8B48-A729B5762A02}"/>
          </ac:spMkLst>
        </pc:spChg>
        <pc:spChg chg="mod">
          <ac:chgData name="John Gerega" userId="bd3e1e46fb6a714b" providerId="LiveId" clId="{45F0C402-C550-4C82-B31D-5B32217A5E94}" dt="2026-01-27T20:23:46.160" v="22" actId="20577"/>
          <ac:spMkLst>
            <pc:docMk/>
            <pc:sldMk cId="2435356693" sldId="259"/>
            <ac:spMk id="5" creationId="{09EA52E4-E40E-FCA0-39F5-A5177156EA09}"/>
          </ac:spMkLst>
        </pc:spChg>
        <pc:spChg chg="mod">
          <ac:chgData name="John Gerega" userId="bd3e1e46fb6a714b" providerId="LiveId" clId="{45F0C402-C550-4C82-B31D-5B32217A5E94}" dt="2026-01-27T20:24:50.420" v="172" actId="20577"/>
          <ac:spMkLst>
            <pc:docMk/>
            <pc:sldMk cId="2435356693" sldId="259"/>
            <ac:spMk id="6" creationId="{997BBA28-00C8-8F7A-94FF-B6415063757E}"/>
          </ac:spMkLst>
        </pc:spChg>
      </pc:sldChg>
      <pc:sldChg chg="addSp delSp modSp new mod">
        <pc:chgData name="John Gerega" userId="bd3e1e46fb6a714b" providerId="LiveId" clId="{45F0C402-C550-4C82-B31D-5B32217A5E94}" dt="2026-01-29T19:30:17.690" v="506" actId="1076"/>
        <pc:sldMkLst>
          <pc:docMk/>
          <pc:sldMk cId="3976178676" sldId="260"/>
        </pc:sldMkLst>
        <pc:spChg chg="mod">
          <ac:chgData name="John Gerega" userId="bd3e1e46fb6a714b" providerId="LiveId" clId="{45F0C402-C550-4C82-B31D-5B32217A5E94}" dt="2026-01-29T19:28:40.044" v="496" actId="20577"/>
          <ac:spMkLst>
            <pc:docMk/>
            <pc:sldMk cId="3976178676" sldId="260"/>
            <ac:spMk id="2" creationId="{C758E20C-8AB0-67B3-E130-098B85CA3DFD}"/>
          </ac:spMkLst>
        </pc:spChg>
        <pc:spChg chg="del">
          <ac:chgData name="John Gerega" userId="bd3e1e46fb6a714b" providerId="LiveId" clId="{45F0C402-C550-4C82-B31D-5B32217A5E94}" dt="2026-01-29T19:29:15.687" v="497" actId="22"/>
          <ac:spMkLst>
            <pc:docMk/>
            <pc:sldMk cId="3976178676" sldId="260"/>
            <ac:spMk id="3" creationId="{65878717-CCD1-8F9C-3154-4A56F6236B07}"/>
          </ac:spMkLst>
        </pc:spChg>
        <pc:spChg chg="add del mod">
          <ac:chgData name="John Gerega" userId="bd3e1e46fb6a714b" providerId="LiveId" clId="{45F0C402-C550-4C82-B31D-5B32217A5E94}" dt="2026-01-29T19:30:15.196" v="505" actId="478"/>
          <ac:spMkLst>
            <pc:docMk/>
            <pc:sldMk cId="3976178676" sldId="260"/>
            <ac:spMk id="7" creationId="{FEF7EDFF-C76D-4B7A-37ED-EAC08EC100AD}"/>
          </ac:spMkLst>
        </pc:spChg>
        <pc:picChg chg="add del mod ord">
          <ac:chgData name="John Gerega" userId="bd3e1e46fb6a714b" providerId="LiveId" clId="{45F0C402-C550-4C82-B31D-5B32217A5E94}" dt="2026-01-29T19:29:38.308" v="498" actId="478"/>
          <ac:picMkLst>
            <pc:docMk/>
            <pc:sldMk cId="3976178676" sldId="260"/>
            <ac:picMk id="5" creationId="{7D1C1A01-19FD-AAFC-BB74-A9D16997A14E}"/>
          </ac:picMkLst>
        </pc:picChg>
        <pc:picChg chg="add mod">
          <ac:chgData name="John Gerega" userId="bd3e1e46fb6a714b" providerId="LiveId" clId="{45F0C402-C550-4C82-B31D-5B32217A5E94}" dt="2026-01-29T19:30:17.690" v="506" actId="1076"/>
          <ac:picMkLst>
            <pc:docMk/>
            <pc:sldMk cId="3976178676" sldId="260"/>
            <ac:picMk id="9" creationId="{6E147BA7-C2BD-F75F-6AA7-20EB6ABC1BE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F7EA64-47A8-4745-A689-3AB1D5C1369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D1A755-624C-4D1F-B3BB-7FD89A2D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5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D1A755-624C-4D1F-B3BB-7FD89A2D0E0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243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86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10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779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744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029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604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72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30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378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749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716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496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E248-3762-72AF-84C6-BFDA36AB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Weekly Progress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52361-71C3-7374-0BA1-D62761A1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5AC0B3-0563-6025-8B48-A729B5762A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Goal 1 – user-friendly activity page</a:t>
            </a:r>
          </a:p>
          <a:p>
            <a:r>
              <a:rPr lang="en-US" dirty="0"/>
              <a:t>Goal 2 – uploading activities into the database</a:t>
            </a:r>
          </a:p>
          <a:p>
            <a:r>
              <a:rPr lang="en-US" dirty="0"/>
              <a:t>Goal 3 – display uploaded activities on the activity page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EA52E4-E40E-FCA0-39F5-A5177156E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7BBA28-00C8-8F7A-94FF-B6415063757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Too many different fields per sport to hard-code the JavaScript to look for to pull data</a:t>
            </a:r>
          </a:p>
        </p:txBody>
      </p:sp>
    </p:spTree>
    <p:extLst>
      <p:ext uri="{BB962C8B-B14F-4D97-AF65-F5344CB8AC3E}">
        <p14:creationId xmlns:p14="http://schemas.microsoft.com/office/powerpoint/2010/main" val="243535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C2B8C-4427-3F75-982C-5896926EF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DA8A4-A147-28E8-440F-4D244C9A2F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 receives data from the frontend</a:t>
            </a:r>
          </a:p>
          <a:p>
            <a:r>
              <a:rPr lang="en-US" dirty="0"/>
              <a:t>Backend gets common details first, then sports-specific information</a:t>
            </a:r>
          </a:p>
          <a:p>
            <a:pPr lvl="1"/>
            <a:r>
              <a:rPr lang="en-US" dirty="0"/>
              <a:t>Injects the data into the database</a:t>
            </a:r>
          </a:p>
          <a:p>
            <a:endParaRPr lang="en-US" dirty="0"/>
          </a:p>
          <a:p>
            <a:pPr marL="27432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198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8E20C-8AB0-67B3-E130-098B85CA3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page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147BA7-C2BD-F75F-6AA7-20EB6ABC1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49" y="1567301"/>
            <a:ext cx="10952702" cy="4434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786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37</TotalTime>
  <Words>86</Words>
  <Application>Microsoft Office PowerPoint</Application>
  <PresentationFormat>Widescreen</PresentationFormat>
  <Paragraphs>18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Rockwell</vt:lpstr>
      <vt:lpstr>Rockwell Condensed</vt:lpstr>
      <vt:lpstr>Wingdings</vt:lpstr>
      <vt:lpstr>Wood Type</vt:lpstr>
      <vt:lpstr>Vulcan Activity Tracker</vt:lpstr>
      <vt:lpstr>Weekly Progress</vt:lpstr>
      <vt:lpstr>Solutions</vt:lpstr>
      <vt:lpstr>Activity page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Gerega</dc:creator>
  <cp:lastModifiedBy>John Gerega</cp:lastModifiedBy>
  <cp:revision>1</cp:revision>
  <dcterms:created xsi:type="dcterms:W3CDTF">2026-01-27T20:21:46Z</dcterms:created>
  <dcterms:modified xsi:type="dcterms:W3CDTF">2026-01-29T19:30:27Z</dcterms:modified>
</cp:coreProperties>
</file>