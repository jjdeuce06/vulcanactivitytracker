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E2CAA6-2A69-4304-B398-B23441DE3BEA}" v="27" dt="2026-02-13T23:06:23.3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1-23T14:41:10.976" v="829" actId="207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2T19:12:02.971" v="227" actId="2660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3" creationId="{BFFB11B0-F653-A213-DE0D-88B0308AFCD4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0" creationId="{934F1179-B481-4F9E-BCA3-AFB972070F83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1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2" creationId="{EE04B5EB-F158-4507-90DD-BD23620C7CC9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2T19:33:58.342" v="451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1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2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3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25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1-23T14:31:47.782" v="798" actId="20577"/>
        <pc:sldMkLst>
          <pc:docMk/>
          <pc:sldMk cId="2065992260" sldId="258"/>
        </pc:sldMkLst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5" creationId="{D5B339F4-93B9-4E04-9721-143AD6782EA9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14" creationId="{871AEA07-1E14-44B4-8E55-64EF049CD66F}"/>
          </ac:spMkLst>
        </pc:spChg>
        <pc:grpChg chg="add">
          <ac:chgData name="Margo Bonal" userId="18c9fa0f-b53d-478b-9dc0-6ad88786c19f" providerId="ADAL" clId="{93D479E5-F67F-4B8A-A78F-A0B574A116B6}" dt="2026-01-22T19:34:58.880" v="453" actId="26606"/>
          <ac:grpSpMkLst>
            <pc:docMk/>
            <pc:sldMk cId="2065992260" sldId="258"/>
            <ac:grpSpMk id="6" creationId="{8734DDD3-F723-4DD3-8ABE-EC0B2AC87D74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del mod">
          <ac:chgData name="Margo Bonal" userId="18c9fa0f-b53d-478b-9dc0-6ad88786c19f" providerId="ADAL" clId="{57E2D5E0-CA32-47BE-A2DC-7B0365E99328}" dt="2026-02-13T23:00:52.257" v="485" actId="21"/>
          <ac:spMkLst>
            <pc:docMk/>
            <pc:sldMk cId="2065992260" sldId="258"/>
            <ac:spMk id="2" creationId="{B52B4F14-C2F3-2702-E62F-43E26432FC8F}"/>
          </ac:spMkLst>
        </pc:spChg>
        <pc:spChg chg="del mod">
          <ac:chgData name="Margo Bonal" userId="18c9fa0f-b53d-478b-9dc0-6ad88786c19f" providerId="ADAL" clId="{57E2D5E0-CA32-47BE-A2DC-7B0365E99328}" dt="2026-02-13T23:01:00.729" v="488" actId="21"/>
          <ac:spMkLst>
            <pc:docMk/>
            <pc:sldMk cId="2065992260" sldId="258"/>
            <ac:spMk id="3" creationId="{46DAFCA3-7D8B-DC32-596B-47BF8F22822B}"/>
          </ac:spMkLst>
        </pc:spChg>
        <pc:spChg chg="del mod">
          <ac:chgData name="Margo Bonal" userId="18c9fa0f-b53d-478b-9dc0-6ad88786c19f" providerId="ADAL" clId="{57E2D5E0-CA32-47BE-A2DC-7B0365E99328}" dt="2026-02-13T23:01:02.801" v="489" actId="21"/>
          <ac:spMkLst>
            <pc:docMk/>
            <pc:sldMk cId="2065992260" sldId="258"/>
            <ac:spMk id="4" creationId="{D4FC81F2-19C5-6921-39F4-55F392F4EF54}"/>
          </ac:spMkLst>
        </pc:spChg>
        <pc:spChg chg="del mod">
          <ac:chgData name="Margo Bonal" userId="18c9fa0f-b53d-478b-9dc0-6ad88786c19f" providerId="ADAL" clId="{57E2D5E0-CA32-47BE-A2DC-7B0365E99328}" dt="2026-02-13T23:00:54.497" v="486" actId="21"/>
          <ac:spMkLst>
            <pc:docMk/>
            <pc:sldMk cId="2065992260" sldId="258"/>
            <ac:spMk id="7" creationId="{8D32A414-77D0-9D8A-9871-A36DB5D41908}"/>
          </ac:spMkLst>
        </pc:spChg>
        <pc:spChg chg="add del mod">
          <ac:chgData name="Margo Bonal" userId="18c9fa0f-b53d-478b-9dc0-6ad88786c19f" providerId="ADAL" clId="{57E2D5E0-CA32-47BE-A2DC-7B0365E99328}" dt="2026-02-13T23:00:58.440" v="487" actId="21"/>
          <ac:spMkLst>
            <pc:docMk/>
            <pc:sldMk cId="2065992260" sldId="258"/>
            <ac:spMk id="9" creationId="{EE718146-8455-8CD6-C814-3413B7B629A7}"/>
          </ac:spMkLst>
        </pc:spChg>
        <pc:spChg chg="add del mod">
          <ac:chgData name="Margo Bonal" userId="18c9fa0f-b53d-478b-9dc0-6ad88786c19f" providerId="ADAL" clId="{57E2D5E0-CA32-47BE-A2DC-7B0365E99328}" dt="2026-02-13T23:01:05.004" v="490" actId="21"/>
          <ac:spMkLst>
            <pc:docMk/>
            <pc:sldMk cId="2065992260" sldId="258"/>
            <ac:spMk id="13" creationId="{6AD0F8E9-3AAD-FD35-D227-EE07D2DE1D36}"/>
          </ac:spMkLst>
        </pc:spChg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  <pc:picChg chg="del">
          <ac:chgData name="Margo Bonal" userId="18c9fa0f-b53d-478b-9dc0-6ad88786c19f" providerId="ADAL" clId="{57E2D5E0-CA32-47BE-A2DC-7B0365E99328}" dt="2026-02-13T22:39:04.808" v="0" actId="478"/>
          <ac:picMkLst>
            <pc:docMk/>
            <pc:sldMk cId="3713997872" sldId="259"/>
            <ac:picMk id="6" creationId="{C1CF0394-4A20-0FB1-F6CC-606ADAD6FC83}"/>
          </ac:picMkLst>
        </pc:picChg>
      </pc:sldChg>
      <pc:sldChg chg="addSp delSp modSp new del mod">
        <pc:chgData name="Margo Bonal" userId="18c9fa0f-b53d-478b-9dc0-6ad88786c19f" providerId="ADAL" clId="{57E2D5E0-CA32-47BE-A2DC-7B0365E99328}" dt="2026-02-13T23:01:27.793" v="496" actId="2696"/>
        <pc:sldMkLst>
          <pc:docMk/>
          <pc:sldMk cId="1026193729" sldId="261"/>
        </pc:sldMkLst>
        <pc:spChg chg="del">
          <ac:chgData name="Margo Bonal" userId="18c9fa0f-b53d-478b-9dc0-6ad88786c19f" providerId="ADAL" clId="{57E2D5E0-CA32-47BE-A2DC-7B0365E99328}" dt="2026-02-13T22:39:43.439" v="7" actId="21"/>
          <ac:spMkLst>
            <pc:docMk/>
            <pc:sldMk cId="1026193729" sldId="261"/>
            <ac:spMk id="2" creationId="{F8181C19-E016-A43C-3C01-A73933199573}"/>
          </ac:spMkLst>
        </pc:spChg>
        <pc:spChg chg="add mod">
          <ac:chgData name="Margo Bonal" userId="18c9fa0f-b53d-478b-9dc0-6ad88786c19f" providerId="ADAL" clId="{57E2D5E0-CA32-47BE-A2DC-7B0365E99328}" dt="2026-02-13T23:01:17.939" v="493" actId="478"/>
          <ac:spMkLst>
            <pc:docMk/>
            <pc:sldMk cId="1026193729" sldId="261"/>
            <ac:spMk id="3" creationId="{75205F46-E7A1-B2D5-7533-00FE43EE8394}"/>
          </ac:spMkLst>
        </pc:spChg>
        <pc:spChg chg="del">
          <ac:chgData name="Margo Bonal" userId="18c9fa0f-b53d-478b-9dc0-6ad88786c19f" providerId="ADAL" clId="{57E2D5E0-CA32-47BE-A2DC-7B0365E99328}" dt="2026-02-13T22:39:48.444" v="8" actId="21"/>
          <ac:spMkLst>
            <pc:docMk/>
            <pc:sldMk cId="1026193729" sldId="261"/>
            <ac:spMk id="3" creationId="{FD3D9ADF-7D2D-DA33-A71B-FF3E91D45748}"/>
          </ac:spMkLst>
        </pc:spChg>
        <pc:spChg chg="add del mod">
          <ac:chgData name="Margo Bonal" userId="18c9fa0f-b53d-478b-9dc0-6ad88786c19f" providerId="ADAL" clId="{57E2D5E0-CA32-47BE-A2DC-7B0365E99328}" dt="2026-02-13T23:01:17.939" v="493" actId="478"/>
          <ac:spMkLst>
            <pc:docMk/>
            <pc:sldMk cId="1026193729" sldId="261"/>
            <ac:spMk id="5" creationId="{4E73DF49-B107-9251-B005-C54122F0A6C0}"/>
          </ac:spMkLst>
        </pc:spChg>
        <pc:graphicFrameChg chg="add mod modGraphic">
          <ac:chgData name="Margo Bonal" userId="18c9fa0f-b53d-478b-9dc0-6ad88786c19f" providerId="ADAL" clId="{57E2D5E0-CA32-47BE-A2DC-7B0365E99328}" dt="2026-02-13T22:46:46.642" v="185" actId="27349"/>
          <ac:graphicFrameMkLst>
            <pc:docMk/>
            <pc:sldMk cId="1026193729" sldId="261"/>
            <ac:graphicFrameMk id="4" creationId="{CBF0922E-DD71-47C6-9AD9-D6496C6A7258}"/>
          </ac:graphicFrameMkLst>
        </pc:graphicFrameChg>
      </pc:sldChg>
      <pc:sldChg chg="modSp new del mod">
        <pc:chgData name="Margo Bonal" userId="18c9fa0f-b53d-478b-9dc0-6ad88786c19f" providerId="ADAL" clId="{57E2D5E0-CA32-47BE-A2DC-7B0365E99328}" dt="2026-02-13T22:45:00.419" v="171" actId="2696"/>
        <pc:sldMkLst>
          <pc:docMk/>
          <pc:sldMk cId="1201583295" sldId="262"/>
        </pc:sldMkLst>
        <pc:spChg chg="mod">
          <ac:chgData name="Margo Bonal" userId="18c9fa0f-b53d-478b-9dc0-6ad88786c19f" providerId="ADAL" clId="{57E2D5E0-CA32-47BE-A2DC-7B0365E99328}" dt="2026-02-13T22:42:56.999" v="149" actId="14100"/>
          <ac:spMkLst>
            <pc:docMk/>
            <pc:sldMk cId="1201583295" sldId="262"/>
            <ac:spMk id="2" creationId="{38A3E8F7-2F88-773F-09EC-2759648AF5BB}"/>
          </ac:spMkLst>
        </pc:spChg>
        <pc:spChg chg="mod">
          <ac:chgData name="Margo Bonal" userId="18c9fa0f-b53d-478b-9dc0-6ad88786c19f" providerId="ADAL" clId="{57E2D5E0-CA32-47BE-A2DC-7B0365E99328}" dt="2026-02-13T22:41:25.618" v="85" actId="313"/>
          <ac:spMkLst>
            <pc:docMk/>
            <pc:sldMk cId="1201583295" sldId="262"/>
            <ac:spMk id="3" creationId="{070B16FC-F61D-C430-37C8-E70F64166B73}"/>
          </ac:spMkLst>
        </pc:spChg>
      </pc:sldChg>
      <pc:sldChg chg="addSp delSp modSp new del mod">
        <pc:chgData name="Margo Bonal" userId="18c9fa0f-b53d-478b-9dc0-6ad88786c19f" providerId="ADAL" clId="{57E2D5E0-CA32-47BE-A2DC-7B0365E99328}" dt="2026-02-13T22:51:28.905" v="224" actId="2696"/>
        <pc:sldMkLst>
          <pc:docMk/>
          <pc:sldMk cId="2616558174" sldId="263"/>
        </pc:sldMkLst>
        <pc:spChg chg="mod">
          <ac:chgData name="Margo Bonal" userId="18c9fa0f-b53d-478b-9dc0-6ad88786c19f" providerId="ADAL" clId="{57E2D5E0-CA32-47BE-A2DC-7B0365E99328}" dt="2026-02-13T22:49:56.411" v="197" actId="1076"/>
          <ac:spMkLst>
            <pc:docMk/>
            <pc:sldMk cId="2616558174" sldId="263"/>
            <ac:spMk id="2" creationId="{09247681-9DD2-AC15-5155-A5E46CF79BDC}"/>
          </ac:spMkLst>
        </pc:spChg>
        <pc:spChg chg="add del mod">
          <ac:chgData name="Margo Bonal" userId="18c9fa0f-b53d-478b-9dc0-6ad88786c19f" providerId="ADAL" clId="{57E2D5E0-CA32-47BE-A2DC-7B0365E99328}" dt="2026-02-13T22:49:46.679" v="195" actId="14100"/>
          <ac:spMkLst>
            <pc:docMk/>
            <pc:sldMk cId="2616558174" sldId="263"/>
            <ac:spMk id="3" creationId="{C29FCB44-8F65-D15D-1EDA-FD3023359FC7}"/>
          </ac:spMkLst>
        </pc:spChg>
        <pc:spChg chg="add del mod">
          <ac:chgData name="Margo Bonal" userId="18c9fa0f-b53d-478b-9dc0-6ad88786c19f" providerId="ADAL" clId="{57E2D5E0-CA32-47BE-A2DC-7B0365E99328}" dt="2026-02-13T22:50:55.556" v="215" actId="21"/>
          <ac:spMkLst>
            <pc:docMk/>
            <pc:sldMk cId="2616558174" sldId="263"/>
            <ac:spMk id="4" creationId="{2AA37DE7-11F5-631E-C534-AA9BEB66FDC8}"/>
          </ac:spMkLst>
        </pc:spChg>
        <pc:graphicFrameChg chg="add del">
          <ac:chgData name="Margo Bonal" userId="18c9fa0f-b53d-478b-9dc0-6ad88786c19f" providerId="ADAL" clId="{57E2D5E0-CA32-47BE-A2DC-7B0365E99328}" dt="2026-02-13T22:43:46.427" v="156" actId="26606"/>
          <ac:graphicFrameMkLst>
            <pc:docMk/>
            <pc:sldMk cId="2616558174" sldId="263"/>
            <ac:graphicFrameMk id="6" creationId="{5B800C08-05B9-6DDF-BFAA-578B16B009FC}"/>
          </ac:graphicFrameMkLst>
        </pc:graphicFrameChg>
        <pc:graphicFrameChg chg="add del">
          <ac:chgData name="Margo Bonal" userId="18c9fa0f-b53d-478b-9dc0-6ad88786c19f" providerId="ADAL" clId="{57E2D5E0-CA32-47BE-A2DC-7B0365E99328}" dt="2026-02-13T22:43:50.365" v="158" actId="26606"/>
          <ac:graphicFrameMkLst>
            <pc:docMk/>
            <pc:sldMk cId="2616558174" sldId="263"/>
            <ac:graphicFrameMk id="8" creationId="{7688B1DF-FFE7-5DB3-59C8-E0D63E62F14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del">
          <ac:chgData name="Margo Bonal" userId="18c9fa0f-b53d-478b-9dc0-6ad88786c19f" providerId="ADAL" clId="{57E2D5E0-CA32-47BE-A2DC-7B0365E99328}" dt="2026-02-13T22:44:35.229" v="164" actId="478"/>
          <ac:spMkLst>
            <pc:docMk/>
            <pc:sldMk cId="2561402868" sldId="264"/>
            <ac:spMk id="2" creationId="{883778A2-872B-40A7-0F50-5B3030F032D7}"/>
          </ac:spMkLst>
        </pc:spChg>
        <pc:spChg chg="del">
          <ac:chgData name="Margo Bonal" userId="18c9fa0f-b53d-478b-9dc0-6ad88786c19f" providerId="ADAL" clId="{57E2D5E0-CA32-47BE-A2DC-7B0365E99328}" dt="2026-02-13T22:44:41.506" v="166" actId="21"/>
          <ac:spMkLst>
            <pc:docMk/>
            <pc:sldMk cId="2561402868" sldId="264"/>
            <ac:spMk id="3" creationId="{D071EECD-0A0B-0BD1-3BB7-E9C1DAF89C79}"/>
          </ac:spMkLst>
        </pc:spChg>
        <pc:spChg chg="add del mod">
          <ac:chgData name="Margo Bonal" userId="18c9fa0f-b53d-478b-9dc0-6ad88786c19f" providerId="ADAL" clId="{57E2D5E0-CA32-47BE-A2DC-7B0365E99328}" dt="2026-02-13T22:44:39.308" v="165" actId="21"/>
          <ac:spMkLst>
            <pc:docMk/>
            <pc:sldMk cId="2561402868" sldId="264"/>
            <ac:spMk id="5" creationId="{EB05B9FB-9582-C6F4-39A3-BB5181342414}"/>
          </ac:spMkLst>
        </pc:spChg>
        <pc:spChg chg="add del mod">
          <ac:chgData name="Margo Bonal" userId="18c9fa0f-b53d-478b-9dc0-6ad88786c19f" providerId="ADAL" clId="{57E2D5E0-CA32-47BE-A2DC-7B0365E99328}" dt="2026-02-13T22:44:45.276" v="167" actId="21"/>
          <ac:spMkLst>
            <pc:docMk/>
            <pc:sldMk cId="2561402868" sldId="264"/>
            <ac:spMk id="7" creationId="{38BCA286-EB04-23AB-680E-79F33EAC6FC1}"/>
          </ac:spMkLst>
        </pc:spChg>
        <pc:spChg chg="add mod">
          <ac:chgData name="Margo Bonal" userId="18c9fa0f-b53d-478b-9dc0-6ad88786c19f" providerId="ADAL" clId="{57E2D5E0-CA32-47BE-A2DC-7B0365E99328}" dt="2026-02-13T22:44:46.336" v="168"/>
          <ac:spMkLst>
            <pc:docMk/>
            <pc:sldMk cId="2561402868" sldId="264"/>
            <ac:spMk id="8" creationId="{38BCA286-EB04-23AB-680E-79F33EAC6FC1}"/>
          </ac:spMkLst>
        </pc:spChg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spChg chg="add del mod">
          <ac:chgData name="Margo Bonal" userId="18c9fa0f-b53d-478b-9dc0-6ad88786c19f" providerId="ADAL" clId="{57E2D5E0-CA32-47BE-A2DC-7B0365E99328}" dt="2026-02-13T23:06:02.703" v="615" actId="26606"/>
          <ac:spMkLst>
            <pc:docMk/>
            <pc:sldMk cId="2561402868" sldId="264"/>
            <ac:spMk id="10" creationId="{37391A0B-AD6D-23D9-6593-56BF2778C84D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del">
          <ac:chgData name="Margo Bonal" userId="18c9fa0f-b53d-478b-9dc0-6ad88786c19f" providerId="ADAL" clId="{57E2D5E0-CA32-47BE-A2DC-7B0365E99328}" dt="2026-02-13T22:50:32.593" v="207" actId="21"/>
          <ac:spMkLst>
            <pc:docMk/>
            <pc:sldMk cId="2428741132" sldId="265"/>
            <ac:spMk id="2" creationId="{1F69E22D-45FE-2DDF-ED88-31E018D6B3AD}"/>
          </ac:spMkLst>
        </pc:spChg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del mod">
          <ac:chgData name="Margo Bonal" userId="18c9fa0f-b53d-478b-9dc0-6ad88786c19f" providerId="ADAL" clId="{57E2D5E0-CA32-47BE-A2DC-7B0365E99328}" dt="2026-02-13T22:50:41.116" v="210" actId="21"/>
          <ac:spMkLst>
            <pc:docMk/>
            <pc:sldMk cId="2428741132" sldId="265"/>
            <ac:spMk id="7" creationId="{73BF44A3-903E-8344-2671-771520432782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  <pc:picChg chg="del">
          <ac:chgData name="Margo Bonal" userId="18c9fa0f-b53d-478b-9dc0-6ad88786c19f" providerId="ADAL" clId="{57E2D5E0-CA32-47BE-A2DC-7B0365E99328}" dt="2026-02-13T22:50:17.905" v="203" actId="478"/>
          <ac:picMkLst>
            <pc:docMk/>
            <pc:sldMk cId="2428741132" sldId="265"/>
            <ac:picMk id="5" creationId="{80DBD744-E4D6-4975-0CFD-F44E4F6D4E4F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del mod">
          <ac:chgData name="Margo Bonal" userId="18c9fa0f-b53d-478b-9dc0-6ad88786c19f" providerId="ADAL" clId="{57E2D5E0-CA32-47BE-A2DC-7B0365E99328}" dt="2026-02-13T23:00:09.558" v="477" actId="21"/>
          <ac:spMkLst>
            <pc:docMk/>
            <pc:sldMk cId="3526335932" sldId="266"/>
            <ac:spMk id="3" creationId="{BF7DB8FD-5672-4ADD-8A65-506BC5B62D0E}"/>
          </ac:spMkLst>
        </pc:spChg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del mod">
          <ac:chgData name="Margo Bonal" userId="18c9fa0f-b53d-478b-9dc0-6ad88786c19f" providerId="ADAL" clId="{57E2D5E0-CA32-47BE-A2DC-7B0365E99328}" dt="2026-02-13T23:00:30.069" v="482" actId="21"/>
          <ac:spMkLst>
            <pc:docMk/>
            <pc:sldMk cId="3526335932" sldId="266"/>
            <ac:spMk id="7" creationId="{94275E71-8A3F-C66E-848C-F0395B3C5B6E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del">
          <ac:chgData name="Margo Bonal" userId="18c9fa0f-b53d-478b-9dc0-6ad88786c19f" providerId="ADAL" clId="{57E2D5E0-CA32-47BE-A2DC-7B0365E99328}" dt="2026-02-13T23:00:27.628" v="481" actId="21"/>
          <ac:spMkLst>
            <pc:docMk/>
            <pc:sldMk cId="3526335932" sldId="266"/>
            <ac:spMk id="9" creationId="{60D663A2-FC4D-1349-BA36-A3798A3294BA}"/>
          </ac:spMkLst>
        </pc:spChg>
        <pc:spChg chg="del">
          <ac:chgData name="Margo Bonal" userId="18c9fa0f-b53d-478b-9dc0-6ad88786c19f" providerId="ADAL" clId="{57E2D5E0-CA32-47BE-A2DC-7B0365E99328}" dt="2026-02-13T23:00:06.484" v="476" actId="21"/>
          <ac:spMkLst>
            <pc:docMk/>
            <pc:sldMk cId="3526335932" sldId="266"/>
            <ac:spMk id="10" creationId="{135DED68-2CA7-4ADD-046C-DF98E816A7D1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/>
            <a:t>Begin Team Page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/>
            <a:t>Implement Password requirements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/>
            <a:t>Challenges Page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Begin Team Page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Implement Password requirements</a:t>
          </a:r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Challenges Page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3373830"/>
            <a:ext cx="8101135" cy="30791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Continue Club Page development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Fix leaderboard sport-specific data issue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View a friend’s profile and public info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Docker performance enhancement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Once the leaderboard began extracting sport-specific data correctly, the table rankings would not accurately reflect the data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Friend Modal formatting </a:t>
            </a: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Public data only for friend view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Rankings were based on only initial build of the leaderboard table. No matter what, rankings based on values at render time. Function to continuously render based on filter implemented.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 field IDs to display on modal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New function to filter public on server side</a:t>
            </a:r>
          </a:p>
          <a:p>
            <a:pPr algn="ctr"/>
            <a:endParaRPr lang="en-US" sz="19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822" y="691243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7406636" y="691243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471" y="777555"/>
            <a:ext cx="4541168" cy="987426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Video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6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1115219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199</Words>
  <Application>Microsoft Office PowerPoint</Application>
  <PresentationFormat>Widescreen</PresentationFormat>
  <Paragraphs>31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Video Progress </vt:lpstr>
      <vt:lpstr>Week 6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2026-01-22T18:57:02Z</dcterms:created>
  <dcterms:modified xsi:type="dcterms:W3CDTF">2026-02-13T23:06:29Z</dcterms:modified>
</cp:coreProperties>
</file>