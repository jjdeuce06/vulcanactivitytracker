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custSel addSld modSld addMainMaster delMainMaster">
      <pc:chgData name="John Gerega" userId="bd3e1e46fb6a714b" providerId="LiveId" clId="{45F0C402-C550-4C82-B31D-5B32217A5E94}" dt="2026-02-02T20:40:18.617" v="618" actId="20577"/>
      <pc:docMkLst>
        <pc:docMk/>
      </pc:docMkLst>
      <pc:sldChg chg="addSp modSp mod setBg modClrScheme addAnim setClrOvrMap chgLayout">
        <pc:chgData name="John Gerega" userId="bd3e1e46fb6a714b" providerId="LiveId" clId="{45F0C402-C550-4C82-B31D-5B32217A5E94}" dt="2026-02-02T20:35:33.043" v="127" actId="20577"/>
        <pc:sldMkLst>
          <pc:docMk/>
          <pc:sldMk cId="4082599719" sldId="256"/>
        </pc:sldMkLst>
        <pc:spChg chg="mo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2" creationId="{1DCB08A9-9D49-7FE1-6F2A-E39642A502B2}"/>
          </ac:spMkLst>
        </pc:spChg>
        <pc:spChg chg="mod">
          <ac:chgData name="John Gerega" userId="bd3e1e46fb6a714b" providerId="LiveId" clId="{45F0C402-C550-4C82-B31D-5B32217A5E94}" dt="2026-02-02T20:35:33.043" v="127" actId="20577"/>
          <ac:spMkLst>
            <pc:docMk/>
            <pc:sldMk cId="4082599719" sldId="256"/>
            <ac:spMk id="3" creationId="{3FCEC20E-E2EC-8210-59DB-3F89C20EC0D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9" creationId="{B7E2F724-2FB3-4D1D-A730-739B8654C03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11" creationId="{B2C335F7-F61C-4EB4-80F2-4B1438FE66BB}"/>
          </ac:spMkLst>
        </pc:spChg>
        <pc:picChg chg="add">
          <ac:chgData name="John Gerega" userId="bd3e1e46fb6a714b" providerId="LiveId" clId="{45F0C402-C550-4C82-B31D-5B32217A5E94}" dt="2026-02-02T20:33:55.195" v="25" actId="26606"/>
          <ac:picMkLst>
            <pc:docMk/>
            <pc:sldMk cId="4082599719" sldId="256"/>
            <ac:picMk id="4" creationId="{88A7FD75-C4AD-D30D-B94B-BD1AB1F578FB}"/>
          </ac:picMkLst>
        </pc:picChg>
      </pc:sldChg>
      <pc:sldChg chg="modSp new mod">
        <pc:chgData name="John Gerega" userId="bd3e1e46fb6a714b" providerId="LiveId" clId="{45F0C402-C550-4C82-B31D-5B32217A5E94}" dt="2026-02-02T20:38:25.089" v="584" actId="20577"/>
        <pc:sldMkLst>
          <pc:docMk/>
          <pc:sldMk cId="3757417550" sldId="257"/>
        </pc:sldMkLst>
        <pc:spChg chg="mod">
          <ac:chgData name="John Gerega" userId="bd3e1e46fb6a714b" providerId="LiveId" clId="{45F0C402-C550-4C82-B31D-5B32217A5E94}" dt="2026-02-02T20:37:56.056" v="445" actId="20577"/>
          <ac:spMkLst>
            <pc:docMk/>
            <pc:sldMk cId="3757417550" sldId="257"/>
            <ac:spMk id="2" creationId="{E7842A09-2E5C-19A8-AA60-5E9E7A570868}"/>
          </ac:spMkLst>
        </pc:spChg>
        <pc:spChg chg="mod">
          <ac:chgData name="John Gerega" userId="bd3e1e46fb6a714b" providerId="LiveId" clId="{45F0C402-C550-4C82-B31D-5B32217A5E94}" dt="2026-02-02T20:38:25.089" v="584" actId="20577"/>
          <ac:spMkLst>
            <pc:docMk/>
            <pc:sldMk cId="3757417550" sldId="257"/>
            <ac:spMk id="3" creationId="{66010F8E-0D09-78CB-9B21-BE691E563911}"/>
          </ac:spMkLst>
        </pc:spChg>
      </pc:sldChg>
      <pc:sldChg chg="modSp new mod">
        <pc:chgData name="John Gerega" userId="bd3e1e46fb6a714b" providerId="LiveId" clId="{45F0C402-C550-4C82-B31D-5B32217A5E94}" dt="2026-02-02T20:37:34.476" v="436" actId="20577"/>
        <pc:sldMkLst>
          <pc:docMk/>
          <pc:sldMk cId="15834778" sldId="258"/>
        </pc:sldMkLst>
        <pc:spChg chg="mod">
          <ac:chgData name="John Gerega" userId="bd3e1e46fb6a714b" providerId="LiveId" clId="{45F0C402-C550-4C82-B31D-5B32217A5E94}" dt="2026-02-02T20:35:58.107" v="152" actId="20577"/>
          <ac:spMkLst>
            <pc:docMk/>
            <pc:sldMk cId="15834778" sldId="258"/>
            <ac:spMk id="2" creationId="{35C0BA1F-8652-616C-B849-958E03EB7225}"/>
          </ac:spMkLst>
        </pc:spChg>
        <pc:spChg chg="mod">
          <ac:chgData name="John Gerega" userId="bd3e1e46fb6a714b" providerId="LiveId" clId="{45F0C402-C550-4C82-B31D-5B32217A5E94}" dt="2026-02-02T20:36:03.278" v="157" actId="20577"/>
          <ac:spMkLst>
            <pc:docMk/>
            <pc:sldMk cId="15834778" sldId="258"/>
            <ac:spMk id="3" creationId="{431AAD74-EB12-B48B-A428-3AE3FFD4726C}"/>
          </ac:spMkLst>
        </pc:spChg>
        <pc:spChg chg="mod">
          <ac:chgData name="John Gerega" userId="bd3e1e46fb6a714b" providerId="LiveId" clId="{45F0C402-C550-4C82-B31D-5B32217A5E94}" dt="2026-02-02T20:37:22.058" v="426" actId="20577"/>
          <ac:spMkLst>
            <pc:docMk/>
            <pc:sldMk cId="15834778" sldId="258"/>
            <ac:spMk id="4" creationId="{E561C6AA-9902-DF8F-9362-2CB01093FE3C}"/>
          </ac:spMkLst>
        </pc:spChg>
        <pc:spChg chg="mod">
          <ac:chgData name="John Gerega" userId="bd3e1e46fb6a714b" providerId="LiveId" clId="{45F0C402-C550-4C82-B31D-5B32217A5E94}" dt="2026-02-02T20:37:34.476" v="436" actId="20577"/>
          <ac:spMkLst>
            <pc:docMk/>
            <pc:sldMk cId="15834778" sldId="258"/>
            <ac:spMk id="5" creationId="{7B8A2A8B-28C1-02AA-9C1B-1B1315480A28}"/>
          </ac:spMkLst>
        </pc:spChg>
      </pc:sldChg>
      <pc:sldChg chg="modSp new mod">
        <pc:chgData name="John Gerega" userId="bd3e1e46fb6a714b" providerId="LiveId" clId="{45F0C402-C550-4C82-B31D-5B32217A5E94}" dt="2026-02-02T20:40:18.617" v="618" actId="20577"/>
        <pc:sldMkLst>
          <pc:docMk/>
          <pc:sldMk cId="1619079604" sldId="259"/>
        </pc:sldMkLst>
        <pc:spChg chg="mod">
          <ac:chgData name="John Gerega" userId="bd3e1e46fb6a714b" providerId="LiveId" clId="{45F0C402-C550-4C82-B31D-5B32217A5E94}" dt="2026-02-02T20:40:18.617" v="618" actId="20577"/>
          <ac:spMkLst>
            <pc:docMk/>
            <pc:sldMk cId="1619079604" sldId="259"/>
            <ac:spMk id="2" creationId="{6AEF2B38-CEDA-4975-20B3-61F49EDAA71B}"/>
          </ac:spMkLst>
        </pc:spChg>
      </pc:sldChg>
      <pc:sldMasterChg chg="del delSldLayout">
        <pc:chgData name="John Gerega" userId="bd3e1e46fb6a714b" providerId="LiveId" clId="{45F0C402-C550-4C82-B31D-5B32217A5E94}" dt="2026-02-02T20:33:55.195" v="25" actId="26606"/>
        <pc:sldMasterMkLst>
          <pc:docMk/>
          <pc:sldMasterMk cId="654404354" sldId="2147483648"/>
        </pc:sldMasterMkLst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3206081883" sldId="2147483649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1262157276" sldId="2147483650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3365975278" sldId="2147483651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4002861309" sldId="2147483652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4187777381" sldId="2147483653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3384039660" sldId="2147483654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1105181166" sldId="2147483655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2328953897" sldId="2147483656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3239498863" sldId="2147483657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560194451" sldId="2147483658"/>
          </pc:sldLayoutMkLst>
        </pc:sldLayoutChg>
        <pc:sldLayoutChg chg="del">
          <pc:chgData name="John Gerega" userId="bd3e1e46fb6a714b" providerId="LiveId" clId="{45F0C402-C550-4C82-B31D-5B32217A5E94}" dt="2026-02-02T20:33:55.195" v="25" actId="26606"/>
          <pc:sldLayoutMkLst>
            <pc:docMk/>
            <pc:sldMasterMk cId="654404354" sldId="2147483648"/>
            <pc:sldLayoutMk cId="3370102941" sldId="2147483659"/>
          </pc:sldLayoutMkLst>
        </pc:sldLayoutChg>
      </pc:sldMasterChg>
      <pc:sldMasterChg chg="add addSldLayout">
        <pc:chgData name="John Gerega" userId="bd3e1e46fb6a714b" providerId="LiveId" clId="{45F0C402-C550-4C82-B31D-5B32217A5E94}" dt="2026-02-02T20:33:55.195" v="25" actId="26606"/>
        <pc:sldMasterMkLst>
          <pc:docMk/>
          <pc:sldMasterMk cId="2277188416" sldId="2147483686"/>
        </pc:sldMasterMkLst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20327472" sldId="2147483675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877383696" sldId="2147483676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196479191" sldId="2147483677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46899338" sldId="2147483678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46954145" sldId="2147483679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61231552" sldId="2147483680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430509238" sldId="2147483681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44109887" sldId="2147483682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488737144" sldId="2147483683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56902003" sldId="2147483684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783778473" sldId="2147483685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509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109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73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0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78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54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327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479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9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31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188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Time compass on hand">
            <a:extLst>
              <a:ext uri="{FF2B5EF4-FFF2-40B4-BE49-F238E27FC236}">
                <a16:creationId xmlns:a16="http://schemas.microsoft.com/office/drawing/2014/main" id="{88A7FD75-C4AD-D30D-B94B-BD1AB1F578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541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CB08A9-9D49-7FE1-6F2A-E39642A50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EC20E-E2EC-8210-59DB-3F89C20EC0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2119317"/>
          </a:xfrm>
        </p:spPr>
        <p:txBody>
          <a:bodyPr anchor="t">
            <a:normAutofit fontScale="92500" lnSpcReduction="20000"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CMSC-4920-SeniorProject2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Group 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Margo Bonal</a:t>
            </a:r>
          </a:p>
          <a:p>
            <a:r>
              <a:rPr lang="en-US" sz="2400" dirty="0">
                <a:solidFill>
                  <a:srgbClr val="FFFFFF"/>
                </a:solidFill>
              </a:rPr>
              <a:t>John Gerega</a:t>
            </a:r>
          </a:p>
          <a:p>
            <a:r>
              <a:rPr lang="en-US" sz="2400" dirty="0">
                <a:solidFill>
                  <a:srgbClr val="FFFFFF"/>
                </a:solidFill>
              </a:rPr>
              <a:t>Luke Ruffing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997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0BA1F-8652-616C-B849-958E03EB7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AAD74-EB12-B48B-A428-3AE3FFD472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1C6AA-9902-DF8F-9362-2CB01093FE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Set up the leaderboard page to extract user activities and filter them based on activity type or general statistics</a:t>
            </a:r>
          </a:p>
          <a:p>
            <a:r>
              <a:rPr lang="en-US" dirty="0"/>
              <a:t>Begin setup of the clubs page</a:t>
            </a:r>
          </a:p>
          <a:p>
            <a:r>
              <a:rPr lang="en-US" dirty="0"/>
              <a:t>Display recent activities on the dashboard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A2A8B-28C1-02AA-9C1B-1B1315480A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1227A-06C8-D8A3-0CAF-897814B3001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4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42A09-2E5C-19A8-AA60-5E9E7A570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10F8E-0D09-78CB-9B21-BE691E563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API endpoint to extract all public activities a user uploads to be accounted for in the leaderboard</a:t>
            </a:r>
          </a:p>
        </p:txBody>
      </p:sp>
    </p:spTree>
    <p:extLst>
      <p:ext uri="{BB962C8B-B14F-4D97-AF65-F5344CB8AC3E}">
        <p14:creationId xmlns:p14="http://schemas.microsoft.com/office/powerpoint/2010/main" val="3757417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F2B38-CEDA-4975-20B3-61F49EDAA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Gant Chart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7833D-A874-AB71-87A3-CB3EF85D1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079604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69</Words>
  <Application>Microsoft Office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Bierstadt</vt:lpstr>
      <vt:lpstr>GestaltVTI</vt:lpstr>
      <vt:lpstr>Vulcan Activity Tracker</vt:lpstr>
      <vt:lpstr>Weekly Progress</vt:lpstr>
      <vt:lpstr>Solutions</vt:lpstr>
      <vt:lpstr>Gant Chart Progress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Gerega</dc:creator>
  <cp:lastModifiedBy>John Gerega</cp:lastModifiedBy>
  <cp:revision>1</cp:revision>
  <dcterms:created xsi:type="dcterms:W3CDTF">2026-02-02T20:32:56Z</dcterms:created>
  <dcterms:modified xsi:type="dcterms:W3CDTF">2026-02-02T20:40:22Z</dcterms:modified>
</cp:coreProperties>
</file>