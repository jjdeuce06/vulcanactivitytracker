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B6696A-4F6B-4729-BD3B-FECB1658CA32}" v="2" dt="2026-04-16T20:33:55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4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undo custSel addSld delSld modSld">
      <pc:chgData name="John Gerega" userId="bd3e1e46fb6a714b" providerId="LiveId" clId="{45F0C402-C550-4C82-B31D-5B32217A5E94}" dt="2026-04-04T21:43:59.122" v="3258" actId="20577"/>
      <pc:docMkLst>
        <pc:docMk/>
      </pc:docMkLst>
      <pc:sldChg chg="addSp delSp modSp mod">
        <pc:chgData name="John Gerega" userId="bd3e1e46fb6a714b" providerId="LiveId" clId="{45F0C402-C550-4C82-B31D-5B32217A5E94}" dt="2026-04-04T21:42:06.712" v="2692" actId="20577"/>
        <pc:sldMkLst>
          <pc:docMk/>
          <pc:sldMk cId="2428741132" sldId="265"/>
        </pc:sldMkLst>
        <pc:spChg chg="mod">
          <ac:chgData name="John Gerega" userId="bd3e1e46fb6a714b" providerId="LiveId" clId="{45F0C402-C550-4C82-B31D-5B32217A5E94}" dt="2026-04-04T21:42:06.712" v="269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addSp modSp mod">
        <pc:chgData name="John Gerega" userId="bd3e1e46fb6a714b" providerId="LiveId" clId="{45F0C402-C550-4C82-B31D-5B32217A5E94}" dt="2026-04-04T21:43:59.122" v="3258" actId="20577"/>
        <pc:sldMkLst>
          <pc:docMk/>
          <pc:sldMk cId="3526335932" sldId="266"/>
        </pc:sldMkLst>
        <pc:spChg chg="add mod">
          <ac:chgData name="John Gerega" userId="bd3e1e46fb6a714b" providerId="LiveId" clId="{45F0C402-C550-4C82-B31D-5B32217A5E94}" dt="2026-03-22T16:14:00.248" v="2133" actId="20577"/>
          <ac:spMkLst>
            <pc:docMk/>
            <pc:sldMk cId="3526335932" sldId="266"/>
            <ac:spMk id="2" creationId="{B95521BC-C5E6-AB41-0BC9-A706E6412C75}"/>
          </ac:spMkLst>
        </pc:spChg>
        <pc:spChg chg="mod">
          <ac:chgData name="John Gerega" userId="bd3e1e46fb6a714b" providerId="LiveId" clId="{45F0C402-C550-4C82-B31D-5B32217A5E94}" dt="2026-04-04T21:43:44.510" v="3160" actId="20577"/>
          <ac:spMkLst>
            <pc:docMk/>
            <pc:sldMk cId="3526335932" sldId="266"/>
            <ac:spMk id="4" creationId="{86ED9EE4-56A8-6AFD-BE9A-A35D2ABC59A0}"/>
          </ac:spMkLst>
        </pc:spChg>
      </pc:sldChg>
    </pc:docChg>
  </pc:docChgLst>
  <pc:docChgLst>
    <pc:chgData name="Margo Bonal" userId="18c9fa0f-b53d-478b-9dc0-6ad88786c19f" providerId="ADAL" clId="{93D479E5-F67F-4B8A-A78F-A0B574A116B6}"/>
    <pc:docChg chg="undo redo custSel addSld delSld modSld">
      <pc:chgData name="Margo Bonal" userId="18c9fa0f-b53d-478b-9dc0-6ad88786c19f" providerId="ADAL" clId="{93D479E5-F67F-4B8A-A78F-A0B574A116B6}" dt="2026-04-16T20:37:33.721" v="1798" actId="20577"/>
      <pc:docMkLst>
        <pc:docMk/>
      </pc:docMkLst>
      <pc:sldChg chg="addSp delSp modSp mod">
        <pc:chgData name="Margo Bonal" userId="18c9fa0f-b53d-478b-9dc0-6ad88786c19f" providerId="ADAL" clId="{93D479E5-F67F-4B8A-A78F-A0B574A116B6}" dt="2026-04-12T10:51:28.860" v="1342" actId="14100"/>
        <pc:sldMkLst>
          <pc:docMk/>
          <pc:sldMk cId="3713997872" sldId="259"/>
        </pc:sldMkLst>
        <pc:picChg chg="add mod">
          <ac:chgData name="Margo Bonal" userId="18c9fa0f-b53d-478b-9dc0-6ad88786c19f" providerId="ADAL" clId="{93D479E5-F67F-4B8A-A78F-A0B574A116B6}" dt="2026-04-12T10:51:28.860" v="1342" actId="14100"/>
          <ac:picMkLst>
            <pc:docMk/>
            <pc:sldMk cId="3713997872" sldId="259"/>
            <ac:picMk id="5" creationId="{B0894097-9C9B-8B23-3BC5-11C154EBBAD5}"/>
          </ac:picMkLst>
        </pc:picChg>
      </pc:sldChg>
      <pc:sldChg chg="modSp del mod">
        <pc:chgData name="Margo Bonal" userId="18c9fa0f-b53d-478b-9dc0-6ad88786c19f" providerId="ADAL" clId="{93D479E5-F67F-4B8A-A78F-A0B574A116B6}" dt="2026-04-16T20:30:48.780" v="1491" actId="2696"/>
        <pc:sldMkLst>
          <pc:docMk/>
          <pc:sldMk cId="2561402868" sldId="264"/>
        </pc:sldMkLst>
      </pc:sldChg>
      <pc:sldChg chg="delSp modSp mod">
        <pc:chgData name="Margo Bonal" userId="18c9fa0f-b53d-478b-9dc0-6ad88786c19f" providerId="ADAL" clId="{93D479E5-F67F-4B8A-A78F-A0B574A116B6}" dt="2026-04-16T20:37:33.721" v="1798" actId="20577"/>
        <pc:sldMkLst>
          <pc:docMk/>
          <pc:sldMk cId="2428741132" sldId="265"/>
        </pc:sldMkLst>
        <pc:spChg chg="mod">
          <ac:chgData name="Margo Bonal" userId="18c9fa0f-b53d-478b-9dc0-6ad88786c19f" providerId="ADAL" clId="{93D479E5-F67F-4B8A-A78F-A0B574A116B6}" dt="2026-04-16T20:37:33.721" v="1798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addSp delSp modSp mod">
        <pc:chgData name="Margo Bonal" userId="18c9fa0f-b53d-478b-9dc0-6ad88786c19f" providerId="ADAL" clId="{93D479E5-F67F-4B8A-A78F-A0B574A116B6}" dt="2026-04-16T20:34:54.221" v="1762" actId="20577"/>
        <pc:sldMkLst>
          <pc:docMk/>
          <pc:sldMk cId="3526335932" sldId="266"/>
        </pc:sldMkLst>
        <pc:spChg chg="mod">
          <ac:chgData name="Margo Bonal" userId="18c9fa0f-b53d-478b-9dc0-6ad88786c19f" providerId="ADAL" clId="{93D479E5-F67F-4B8A-A78F-A0B574A116B6}" dt="2026-03-21T14:09:48.188" v="518" actId="20577"/>
          <ac:spMkLst>
            <pc:docMk/>
            <pc:sldMk cId="3526335932" sldId="266"/>
            <ac:spMk id="3" creationId="{CCDEAB36-867D-95B6-8834-F42C5B9259D0}"/>
          </ac:spMkLst>
        </pc:spChg>
        <pc:spChg chg="mod">
          <ac:chgData name="Margo Bonal" userId="18c9fa0f-b53d-478b-9dc0-6ad88786c19f" providerId="ADAL" clId="{93D479E5-F67F-4B8A-A78F-A0B574A116B6}" dt="2026-04-16T20:33:46.324" v="1643"/>
          <ac:spMkLst>
            <pc:docMk/>
            <pc:sldMk cId="3526335932" sldId="266"/>
            <ac:spMk id="4" creationId="{86ED9EE4-56A8-6AFD-BE9A-A35D2ABC59A0}"/>
          </ac:spMkLst>
        </pc:spChg>
        <pc:spChg chg="del mod">
          <ac:chgData name="Margo Bonal" userId="18c9fa0f-b53d-478b-9dc0-6ad88786c19f" providerId="ADAL" clId="{93D479E5-F67F-4B8A-A78F-A0B574A116B6}" dt="2026-04-16T20:33:52.540" v="1645" actId="478"/>
          <ac:spMkLst>
            <pc:docMk/>
            <pc:sldMk cId="3526335932" sldId="266"/>
            <ac:spMk id="6" creationId="{3B13CF04-9C06-053E-69E2-58CD31C3D276}"/>
          </ac:spMkLst>
        </pc:spChg>
        <pc:spChg chg="add mod">
          <ac:chgData name="Margo Bonal" userId="18c9fa0f-b53d-478b-9dc0-6ad88786c19f" providerId="ADAL" clId="{93D479E5-F67F-4B8A-A78F-A0B574A116B6}" dt="2026-04-16T20:34:54.221" v="1762" actId="20577"/>
          <ac:spMkLst>
            <pc:docMk/>
            <pc:sldMk cId="3526335932" sldId="266"/>
            <ac:spMk id="7" creationId="{23A9500D-5A04-3835-D25E-8A73CF136F8C}"/>
          </ac:spMkLst>
        </pc:spChg>
      </pc:sldChg>
    </pc:docChg>
  </pc:docChgLst>
  <pc:docChgLst>
    <pc:chgData name="Margo Bonal" userId="18c9fa0f-b53d-478b-9dc0-6ad88786c19f" providerId="ADAL" clId="{57E2D5E0-CA32-47BE-A2DC-7B0365E99328}"/>
    <pc:docChg chg="undo custSel addSld delSld modSld sldOrd">
      <pc:chgData name="Margo Bonal" userId="18c9fa0f-b53d-478b-9dc0-6ad88786c19f" providerId="ADAL" clId="{57E2D5E0-CA32-47BE-A2DC-7B0365E99328}" dt="2026-03-28T15:16:48.747" v="374" actId="9405"/>
      <pc:docMkLst>
        <pc:docMk/>
      </pc:docMkLst>
      <pc:sldChg chg="delSp modSp mod">
        <pc:chgData name="Margo Bonal" userId="18c9fa0f-b53d-478b-9dc0-6ad88786c19f" providerId="ADAL" clId="{57E2D5E0-CA32-47BE-A2DC-7B0365E99328}" dt="2026-03-28T15:12:52.323" v="352" actId="20577"/>
        <pc:sldMkLst>
          <pc:docMk/>
          <pc:sldMk cId="2428741132" sldId="265"/>
        </pc:sldMkLst>
        <pc:spChg chg="mod">
          <ac:chgData name="Margo Bonal" userId="18c9fa0f-b53d-478b-9dc0-6ad88786c19f" providerId="ADAL" clId="{57E2D5E0-CA32-47BE-A2DC-7B0365E99328}" dt="2026-03-28T15:12:52.323" v="35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modSp mod">
        <pc:chgData name="Margo Bonal" userId="18c9fa0f-b53d-478b-9dc0-6ad88786c19f" providerId="ADAL" clId="{57E2D5E0-CA32-47BE-A2DC-7B0365E99328}" dt="2026-03-28T13:35:12.850" v="154" actId="20577"/>
        <pc:sldMkLst>
          <pc:docMk/>
          <pc:sldMk cId="3526335932" sldId="266"/>
        </pc:sldMkLst>
        <pc:spChg chg="mod">
          <ac:chgData name="Margo Bonal" userId="18c9fa0f-b53d-478b-9dc0-6ad88786c19f" providerId="ADAL" clId="{57E2D5E0-CA32-47BE-A2DC-7B0365E99328}" dt="2026-03-28T13:35:12.850" v="154" actId="20577"/>
          <ac:spMkLst>
            <pc:docMk/>
            <pc:sldMk cId="3526335932" sldId="266"/>
            <ac:spMk id="2" creationId="{B95521BC-C5E6-AB41-0BC9-A706E6412C75}"/>
          </ac:spMkLst>
        </pc:spChg>
        <pc:spChg chg="mod">
          <ac:chgData name="Margo Bonal" userId="18c9fa0f-b53d-478b-9dc0-6ad88786c19f" providerId="ADAL" clId="{57E2D5E0-CA32-47BE-A2DC-7B0365E99328}" dt="2026-03-28T13:35:11.248" v="153" actId="20577"/>
          <ac:spMkLst>
            <pc:docMk/>
            <pc:sldMk cId="3526335932" sldId="266"/>
            <ac:spMk id="4" creationId="{86ED9EE4-56A8-6AFD-BE9A-A35D2ABC59A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5/layout/IconCircleLabelList" loCatId="icon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6ADC3160-FE5A-4FDC-9ACC-8081A1A0D12D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CB887E09-0A00-423D-9B72-FD8DEBCB5097}" type="pres">
      <dgm:prSet presAssocID="{7A943B02-5C04-46D6-A68D-B6CA78642443}" presName="compNode" presStyleCnt="0"/>
      <dgm:spPr/>
    </dgm:pt>
    <dgm:pt modelId="{79E1EB82-49C8-4027-977A-55C555C6DB5E}" type="pres">
      <dgm:prSet presAssocID="{7A943B02-5C04-46D6-A68D-B6CA78642443}" presName="iconBgRect" presStyleLbl="bgShp" presStyleIdx="0" presStyleCnt="2"/>
      <dgm:spPr/>
    </dgm:pt>
    <dgm:pt modelId="{EE9957DB-4DBB-4C87-A7DF-CEBE683705E8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1524B0-6C4F-4FA3-BE59-A01E2F7E3514}" type="pres">
      <dgm:prSet presAssocID="{7A943B02-5C04-46D6-A68D-B6CA78642443}" presName="spaceRect" presStyleCnt="0"/>
      <dgm:spPr/>
    </dgm:pt>
    <dgm:pt modelId="{A2A5588E-9AB3-4A06-B57B-7CACF275F84C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8B84A864-80EF-42E6-8432-9BC8549F8B45}" type="pres">
      <dgm:prSet presAssocID="{40F66F96-190F-4E10-A10D-B436D4D705FE}" presName="sibTrans" presStyleCnt="0"/>
      <dgm:spPr/>
    </dgm:pt>
    <dgm:pt modelId="{F76718A8-D756-4C0B-A9B5-8301B101F5AD}" type="pres">
      <dgm:prSet presAssocID="{B95C487C-5DFF-4263-92CB-57434121393C}" presName="compNode" presStyleCnt="0"/>
      <dgm:spPr/>
    </dgm:pt>
    <dgm:pt modelId="{C43FB53B-5B3D-4EC6-A472-577624A94EC7}" type="pres">
      <dgm:prSet presAssocID="{B95C487C-5DFF-4263-92CB-57434121393C}" presName="iconBgRect" presStyleLbl="bgShp" presStyleIdx="1" presStyleCnt="2"/>
      <dgm:spPr/>
    </dgm:pt>
    <dgm:pt modelId="{21D22EAE-5269-42A0-B695-2F6CC60D6AD6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2225CF-79DE-4D57-8F67-920CCF5C2E06}" type="pres">
      <dgm:prSet presAssocID="{B95C487C-5DFF-4263-92CB-57434121393C}" presName="spaceRect" presStyleCnt="0"/>
      <dgm:spPr/>
    </dgm:pt>
    <dgm:pt modelId="{42D8A5A2-BFA7-4F94-9EE5-C3FE673BB678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088726-4005-49CF-B1FB-ACBFC6C21C05}" type="presOf" srcId="{B95C487C-5DFF-4263-92CB-57434121393C}" destId="{42D8A5A2-BFA7-4F94-9EE5-C3FE673BB678}" srcOrd="0" destOrd="0" presId="urn:microsoft.com/office/officeart/2018/5/layout/IconCircleLabelList"/>
    <dgm:cxn modelId="{461EE388-E613-474A-B334-C6CBD8611525}" type="presOf" srcId="{7A943B02-5C04-46D6-A68D-B6CA78642443}" destId="{A2A5588E-9AB3-4A06-B57B-7CACF275F84C}" srcOrd="0" destOrd="0" presId="urn:microsoft.com/office/officeart/2018/5/layout/IconCircleLabelList"/>
    <dgm:cxn modelId="{DDE1F394-0A0A-4939-825A-48F1721D5ED0}" type="presOf" srcId="{BD9AED39-6EA4-4C8F-8F93-0109BCE29F73}" destId="{6ADC3160-FE5A-4FDC-9ACC-8081A1A0D12D}" srcOrd="0" destOrd="0" presId="urn:microsoft.com/office/officeart/2018/5/layout/IconCircleLabelList"/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65A798A2-71D1-4111-8321-D24E38B846E0}" type="presParOf" srcId="{6ADC3160-FE5A-4FDC-9ACC-8081A1A0D12D}" destId="{CB887E09-0A00-423D-9B72-FD8DEBCB5097}" srcOrd="0" destOrd="0" presId="urn:microsoft.com/office/officeart/2018/5/layout/IconCircleLabelList"/>
    <dgm:cxn modelId="{475E1201-BC90-47EB-A9B3-955A80539DC1}" type="presParOf" srcId="{CB887E09-0A00-423D-9B72-FD8DEBCB5097}" destId="{79E1EB82-49C8-4027-977A-55C555C6DB5E}" srcOrd="0" destOrd="0" presId="urn:microsoft.com/office/officeart/2018/5/layout/IconCircleLabelList"/>
    <dgm:cxn modelId="{710AE4DB-FFDE-44E2-BF95-A4A284FA5ACE}" type="presParOf" srcId="{CB887E09-0A00-423D-9B72-FD8DEBCB5097}" destId="{EE9957DB-4DBB-4C87-A7DF-CEBE683705E8}" srcOrd="1" destOrd="0" presId="urn:microsoft.com/office/officeart/2018/5/layout/IconCircleLabelList"/>
    <dgm:cxn modelId="{FFA1DA79-9F4F-437E-89E8-A350BE88FFE8}" type="presParOf" srcId="{CB887E09-0A00-423D-9B72-FD8DEBCB5097}" destId="{031524B0-6C4F-4FA3-BE59-A01E2F7E3514}" srcOrd="2" destOrd="0" presId="urn:microsoft.com/office/officeart/2018/5/layout/IconCircleLabelList"/>
    <dgm:cxn modelId="{1544563A-B8AB-41E0-A184-E15E05C4B4CD}" type="presParOf" srcId="{CB887E09-0A00-423D-9B72-FD8DEBCB5097}" destId="{A2A5588E-9AB3-4A06-B57B-7CACF275F84C}" srcOrd="3" destOrd="0" presId="urn:microsoft.com/office/officeart/2018/5/layout/IconCircleLabelList"/>
    <dgm:cxn modelId="{5C9D72FD-BA1D-4BA7-A584-2136B002641A}" type="presParOf" srcId="{6ADC3160-FE5A-4FDC-9ACC-8081A1A0D12D}" destId="{8B84A864-80EF-42E6-8432-9BC8549F8B45}" srcOrd="1" destOrd="0" presId="urn:microsoft.com/office/officeart/2018/5/layout/IconCircleLabelList"/>
    <dgm:cxn modelId="{22073DB5-229A-4677-AE50-478BD50DAB39}" type="presParOf" srcId="{6ADC3160-FE5A-4FDC-9ACC-8081A1A0D12D}" destId="{F76718A8-D756-4C0B-A9B5-8301B101F5AD}" srcOrd="2" destOrd="0" presId="urn:microsoft.com/office/officeart/2018/5/layout/IconCircleLabelList"/>
    <dgm:cxn modelId="{22B147C1-75E5-4932-A0DD-75F9C28E8EDB}" type="presParOf" srcId="{F76718A8-D756-4C0B-A9B5-8301B101F5AD}" destId="{C43FB53B-5B3D-4EC6-A472-577624A94EC7}" srcOrd="0" destOrd="0" presId="urn:microsoft.com/office/officeart/2018/5/layout/IconCircleLabelList"/>
    <dgm:cxn modelId="{631F24DB-2ED0-49CA-9DD5-7A878907883C}" type="presParOf" srcId="{F76718A8-D756-4C0B-A9B5-8301B101F5AD}" destId="{21D22EAE-5269-42A0-B695-2F6CC60D6AD6}" srcOrd="1" destOrd="0" presId="urn:microsoft.com/office/officeart/2018/5/layout/IconCircleLabelList"/>
    <dgm:cxn modelId="{A5A3F903-018D-440B-8E9F-7D40DC313B9D}" type="presParOf" srcId="{F76718A8-D756-4C0B-A9B5-8301B101F5AD}" destId="{002225CF-79DE-4D57-8F67-920CCF5C2E06}" srcOrd="2" destOrd="0" presId="urn:microsoft.com/office/officeart/2018/5/layout/IconCircleLabelList"/>
    <dgm:cxn modelId="{7B3B07DE-CF57-4A86-9BC5-44B672A7EE60}" type="presParOf" srcId="{F76718A8-D756-4C0B-A9B5-8301B101F5AD}" destId="{42D8A5A2-BFA7-4F94-9EE5-C3FE673BB6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1EB82-49C8-4027-977A-55C555C6DB5E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9957DB-4DBB-4C87-A7DF-CEBE683705E8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A5588E-9AB3-4A06-B57B-7CACF275F84C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Vulcan Platform</a:t>
          </a:r>
        </a:p>
      </dsp:txBody>
      <dsp:txXfrm>
        <a:off x="1663474" y="2963569"/>
        <a:ext cx="3600000" cy="720000"/>
      </dsp:txXfrm>
    </dsp:sp>
    <dsp:sp modelId="{C43FB53B-5B3D-4EC6-A472-577624A94EC7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D22EAE-5269-42A0-B695-2F6CC60D6AD6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D8A5A2-BFA7-4F94-9EE5-C3FE673BB678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Database</a:t>
          </a:r>
        </a:p>
      </dsp:txBody>
      <dsp:txXfrm>
        <a:off x="5893475" y="29635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tracking of all campus athletics activities. 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pPr>
              <a:lnSpc>
                <a:spcPct val="150000"/>
              </a:lnSpc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20D0-A8AF-3C53-8814-C1BE506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4A1602-F941-BBF5-B16B-F4B5C1B1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EFD691-5682-F499-25A1-FF7E5E90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D2F83C-6172-28F7-72EE-B7834DE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28DD-1D93-45FF-9FF1-D9C602F5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AF426B-43FF-4BB7-086D-F7F73A587A96}"/>
              </a:ext>
            </a:extLst>
          </p:cNvPr>
          <p:cNvSpPr txBox="1">
            <a:spLocks/>
          </p:cNvSpPr>
          <p:nvPr/>
        </p:nvSpPr>
        <p:spPr>
          <a:xfrm>
            <a:off x="3698387" y="405006"/>
            <a:ext cx="4795226" cy="80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Weekly Progress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067979-B2B3-BD33-28AB-42AF2BBE1977}"/>
              </a:ext>
            </a:extLst>
          </p:cNvPr>
          <p:cNvSpPr txBox="1">
            <a:spLocks/>
          </p:cNvSpPr>
          <p:nvPr/>
        </p:nvSpPr>
        <p:spPr>
          <a:xfrm>
            <a:off x="1834856" y="2313250"/>
            <a:ext cx="8311711" cy="3775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 Presentation Slides Progress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Picked up printed User Manual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Practiced presentation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Finished documentation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Prepared app paragraph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Filled database with test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ED9EE4-56A8-6AFD-BE9A-A35D2ABC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22" y="2361465"/>
            <a:ext cx="5170705" cy="33776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PennWest internet blocking App </a:t>
            </a:r>
            <a:r>
              <a:rPr lang="en-US" sz="2000" dirty="0" err="1">
                <a:solidFill>
                  <a:schemeClr val="tx1"/>
                </a:solidFill>
              </a:rPr>
              <a:t>url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Fix any remaining errors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Presentation time limit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0DC201-0466-5D58-2422-48A1842C6A76}"/>
              </a:ext>
            </a:extLst>
          </p:cNvPr>
          <p:cNvSpPr txBox="1">
            <a:spLocks/>
          </p:cNvSpPr>
          <p:nvPr/>
        </p:nvSpPr>
        <p:spPr>
          <a:xfrm>
            <a:off x="6096000" y="2267458"/>
            <a:ext cx="5499536" cy="34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A2B82-D640-63C8-0949-8D61BA4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73" y="936048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DB2568-1D7A-1154-06D4-C4FEF3D291A5}"/>
              </a:ext>
            </a:extLst>
          </p:cNvPr>
          <p:cNvSpPr txBox="1">
            <a:spLocks/>
          </p:cNvSpPr>
          <p:nvPr/>
        </p:nvSpPr>
        <p:spPr>
          <a:xfrm>
            <a:off x="6746378" y="936048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Solutions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EAB36-867D-95B6-8834-F42C5B9259D0}"/>
              </a:ext>
            </a:extLst>
          </p:cNvPr>
          <p:cNvSpPr txBox="1">
            <a:spLocks/>
          </p:cNvSpPr>
          <p:nvPr/>
        </p:nvSpPr>
        <p:spPr>
          <a:xfrm>
            <a:off x="5912527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5521BC-C5E6-AB41-0BC9-A706E6412C75}"/>
              </a:ext>
            </a:extLst>
          </p:cNvPr>
          <p:cNvSpPr txBox="1">
            <a:spLocks/>
          </p:cNvSpPr>
          <p:nvPr/>
        </p:nvSpPr>
        <p:spPr>
          <a:xfrm>
            <a:off x="6210758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3A9500D-5A04-3835-D25E-8A73CF136F8C}"/>
              </a:ext>
            </a:extLst>
          </p:cNvPr>
          <p:cNvSpPr txBox="1">
            <a:spLocks/>
          </p:cNvSpPr>
          <p:nvPr/>
        </p:nvSpPr>
        <p:spPr>
          <a:xfrm>
            <a:off x="6096000" y="2267456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Send email to Utech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Group testing and debugging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Scheduled additional practices</a:t>
            </a: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C544CC5-203D-7012-0096-763F5234B0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910394"/>
              </p:ext>
            </p:extLst>
          </p:nvPr>
        </p:nvGraphicFramePr>
        <p:xfrm>
          <a:off x="514580" y="2109962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BFE9597-EE45-D183-9C43-FB50819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36" y="777555"/>
            <a:ext cx="3183892" cy="9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Progress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94097-9C9B-8B23-3BC5-11C154EB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9448"/>
            <a:ext cx="12192000" cy="49285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139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PowerPoint Presentation</vt:lpstr>
      <vt:lpstr>Challenges </vt:lpstr>
      <vt:lpstr> Progress 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20</cp:revision>
  <dcterms:created xsi:type="dcterms:W3CDTF">2026-01-22T18:57:02Z</dcterms:created>
  <dcterms:modified xsi:type="dcterms:W3CDTF">2026-04-16T20:37:43Z</dcterms:modified>
</cp:coreProperties>
</file>