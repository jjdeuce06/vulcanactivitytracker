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80" r:id="rId4"/>
    <p:sldId id="264" r:id="rId5"/>
    <p:sldId id="281" r:id="rId6"/>
    <p:sldId id="259" r:id="rId7"/>
    <p:sldId id="275" r:id="rId8"/>
    <p:sldId id="279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19T17:11:20.284" v="3976" actId="20577"/>
      <pc:docMkLst>
        <pc:docMk/>
      </pc:docMkLst>
      <pc:sldChg chg="addSp delSp modSp mod">
        <pc:chgData name="Margo Bonal" userId="18c9fa0f-b53d-478b-9dc0-6ad88786c19f" providerId="ADAL" clId="{93D479E5-F67F-4B8A-A78F-A0B574A116B6}" dt="2026-04-19T17:11:20.284" v="3976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19T17:11:20.284" v="3976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36:42.127" v="3827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16T14:00:34.226" v="3829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16T14:00:34.226" v="3829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6746111" y="5673235"/>
            <a:ext cx="3728977" cy="111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</TotalTime>
  <Words>196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Business Model </vt:lpstr>
      <vt:lpstr>Live Demonstration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2026-04-19T17:11:29Z</dcterms:modified>
</cp:coreProperties>
</file>